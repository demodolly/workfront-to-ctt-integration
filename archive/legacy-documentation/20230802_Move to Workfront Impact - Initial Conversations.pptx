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sldIdLst>
    <p:sldId id="256" r:id="rId5"/>
    <p:sldId id="257" r:id="rId6"/>
    <p:sldId id="259" r:id="rId7"/>
    <p:sldId id="260" r:id="rId8"/>
  </p:sldIdLst>
  <p:sldSz cx="12192000" cy="6858000"/>
  <p:notesSz cx="6858000" cy="9144000"/>
  <p:defaultTextStyle>
    <a:defPPr>
      <a:defRPr lang="en-US"/>
    </a:defPPr>
    <a:lvl1pPr algn="l" defTabSz="609559" rtl="0" fontAlgn="base">
      <a:spcBef>
        <a:spcPct val="0"/>
      </a:spcBef>
      <a:spcAft>
        <a:spcPct val="0"/>
      </a:spcAft>
      <a:defRPr kern="1200">
        <a:solidFill>
          <a:schemeClr val="tx1"/>
        </a:solidFill>
        <a:latin typeface="Arial" charset="0"/>
        <a:ea typeface="ＭＳ Ｐゴシック" charset="0"/>
        <a:cs typeface="ＭＳ Ｐゴシック" charset="0"/>
      </a:defRPr>
    </a:lvl1pPr>
    <a:lvl2pPr marL="609559" algn="l" defTabSz="609559" rtl="0" fontAlgn="base">
      <a:spcBef>
        <a:spcPct val="0"/>
      </a:spcBef>
      <a:spcAft>
        <a:spcPct val="0"/>
      </a:spcAft>
      <a:defRPr kern="1200">
        <a:solidFill>
          <a:schemeClr val="tx1"/>
        </a:solidFill>
        <a:latin typeface="Arial" charset="0"/>
        <a:ea typeface="ＭＳ Ｐゴシック" charset="0"/>
        <a:cs typeface="ＭＳ Ｐゴシック" charset="0"/>
      </a:defRPr>
    </a:lvl2pPr>
    <a:lvl3pPr marL="1219119" algn="l" defTabSz="609559" rtl="0" fontAlgn="base">
      <a:spcBef>
        <a:spcPct val="0"/>
      </a:spcBef>
      <a:spcAft>
        <a:spcPct val="0"/>
      </a:spcAft>
      <a:defRPr kern="1200">
        <a:solidFill>
          <a:schemeClr val="tx1"/>
        </a:solidFill>
        <a:latin typeface="Arial" charset="0"/>
        <a:ea typeface="ＭＳ Ｐゴシック" charset="0"/>
        <a:cs typeface="ＭＳ Ｐゴシック" charset="0"/>
      </a:defRPr>
    </a:lvl3pPr>
    <a:lvl4pPr marL="1828678" algn="l" defTabSz="609559" rtl="0" fontAlgn="base">
      <a:spcBef>
        <a:spcPct val="0"/>
      </a:spcBef>
      <a:spcAft>
        <a:spcPct val="0"/>
      </a:spcAft>
      <a:defRPr kern="1200">
        <a:solidFill>
          <a:schemeClr val="tx1"/>
        </a:solidFill>
        <a:latin typeface="Arial" charset="0"/>
        <a:ea typeface="ＭＳ Ｐゴシック" charset="0"/>
        <a:cs typeface="ＭＳ Ｐゴシック" charset="0"/>
      </a:defRPr>
    </a:lvl4pPr>
    <a:lvl5pPr marL="2438238" algn="l" defTabSz="609559" rtl="0" fontAlgn="base">
      <a:spcBef>
        <a:spcPct val="0"/>
      </a:spcBef>
      <a:spcAft>
        <a:spcPct val="0"/>
      </a:spcAft>
      <a:defRPr kern="1200">
        <a:solidFill>
          <a:schemeClr val="tx1"/>
        </a:solidFill>
        <a:latin typeface="Arial" charset="0"/>
        <a:ea typeface="ＭＳ Ｐゴシック" charset="0"/>
        <a:cs typeface="ＭＳ Ｐゴシック" charset="0"/>
      </a:defRPr>
    </a:lvl5pPr>
    <a:lvl6pPr marL="3047797" algn="l" defTabSz="609559" rtl="0" eaLnBrk="1" latinLnBrk="0" hangingPunct="1">
      <a:defRPr kern="1200">
        <a:solidFill>
          <a:schemeClr val="tx1"/>
        </a:solidFill>
        <a:latin typeface="Arial" charset="0"/>
        <a:ea typeface="ＭＳ Ｐゴシック" charset="0"/>
        <a:cs typeface="ＭＳ Ｐゴシック" charset="0"/>
      </a:defRPr>
    </a:lvl6pPr>
    <a:lvl7pPr marL="3657357" algn="l" defTabSz="609559" rtl="0" eaLnBrk="1" latinLnBrk="0" hangingPunct="1">
      <a:defRPr kern="1200">
        <a:solidFill>
          <a:schemeClr val="tx1"/>
        </a:solidFill>
        <a:latin typeface="Arial" charset="0"/>
        <a:ea typeface="ＭＳ Ｐゴシック" charset="0"/>
        <a:cs typeface="ＭＳ Ｐゴシック" charset="0"/>
      </a:defRPr>
    </a:lvl7pPr>
    <a:lvl8pPr marL="4266915" algn="l" defTabSz="609559" rtl="0" eaLnBrk="1" latinLnBrk="0" hangingPunct="1">
      <a:defRPr kern="1200">
        <a:solidFill>
          <a:schemeClr val="tx1"/>
        </a:solidFill>
        <a:latin typeface="Arial" charset="0"/>
        <a:ea typeface="ＭＳ Ｐゴシック" charset="0"/>
        <a:cs typeface="ＭＳ Ｐゴシック" charset="0"/>
      </a:defRPr>
    </a:lvl8pPr>
    <a:lvl9pPr marL="4876475" algn="l" defTabSz="609559" rtl="0" eaLnBrk="1" latinLnBrk="0" hangingPunct="1">
      <a:defRPr kern="1200">
        <a:solidFill>
          <a:schemeClr val="tx1"/>
        </a:solidFill>
        <a:latin typeface="Arial" charset="0"/>
        <a:ea typeface="ＭＳ Ｐゴシック" charset="0"/>
        <a:cs typeface="ＭＳ Ｐゴシック" charset="0"/>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5" d="100"/>
          <a:sy n="85" d="100"/>
        </p:scale>
        <p:origin x="291"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tableStyles" Target="tableStyle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theme" Target="theme/theme1.xml"/><Relationship Id="rId5" Type="http://schemas.openxmlformats.org/officeDocument/2006/relationships/slide" Target="slides/slide1.xml"/><Relationship Id="rId10"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presProps" Target="presProp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0060CE3-75CA-44D1-BEAB-CAAD1C036196}" type="doc">
      <dgm:prSet loTypeId="urn:microsoft.com/office/officeart/2005/8/layout/arrow5" loCatId="relationship" qsTypeId="urn:microsoft.com/office/officeart/2005/8/quickstyle/simple1" qsCatId="simple" csTypeId="urn:microsoft.com/office/officeart/2005/8/colors/accent1_2" csCatId="accent1" phldr="1"/>
      <dgm:spPr/>
      <dgm:t>
        <a:bodyPr/>
        <a:lstStyle/>
        <a:p>
          <a:endParaRPr lang="en-US"/>
        </a:p>
      </dgm:t>
    </dgm:pt>
    <dgm:pt modelId="{7E400314-F639-4DAE-B499-C1A162CA2197}">
      <dgm:prSet custT="1"/>
      <dgm:spPr/>
      <dgm:t>
        <a:bodyPr vert="vert270"/>
        <a:lstStyle/>
        <a:p>
          <a:r>
            <a:rPr lang="en-GB" sz="1000" dirty="0">
              <a:solidFill>
                <a:schemeClr val="bg2"/>
              </a:solidFill>
            </a:rPr>
            <a:t>Campaigns Team</a:t>
          </a:r>
          <a:endParaRPr lang="en-US" sz="1000" dirty="0">
            <a:solidFill>
              <a:schemeClr val="bg2"/>
            </a:solidFill>
          </a:endParaRPr>
        </a:p>
      </dgm:t>
    </dgm:pt>
    <dgm:pt modelId="{73A96A5C-D7EE-4621-AB3D-8841BCC191BB}" type="parTrans" cxnId="{0DCC6C19-0E56-43DB-B60D-9B2C0DA886F2}">
      <dgm:prSet/>
      <dgm:spPr/>
      <dgm:t>
        <a:bodyPr/>
        <a:lstStyle/>
        <a:p>
          <a:endParaRPr lang="en-US"/>
        </a:p>
      </dgm:t>
    </dgm:pt>
    <dgm:pt modelId="{7232EFE5-C85B-4372-A233-8861B6F33F3C}" type="sibTrans" cxnId="{0DCC6C19-0E56-43DB-B60D-9B2C0DA886F2}">
      <dgm:prSet/>
      <dgm:spPr/>
      <dgm:t>
        <a:bodyPr/>
        <a:lstStyle/>
        <a:p>
          <a:endParaRPr lang="en-US"/>
        </a:p>
      </dgm:t>
    </dgm:pt>
    <dgm:pt modelId="{AE950B43-0C1C-42E0-9EF5-07B8305DDC53}">
      <dgm:prSet custT="1"/>
      <dgm:spPr/>
      <dgm:t>
        <a:bodyPr/>
        <a:lstStyle/>
        <a:p>
          <a:r>
            <a:rPr lang="en-GB" sz="1000" dirty="0">
              <a:solidFill>
                <a:schemeClr val="bg2"/>
              </a:solidFill>
            </a:rPr>
            <a:t>CSM</a:t>
          </a:r>
          <a:endParaRPr lang="en-US" sz="1000" dirty="0">
            <a:solidFill>
              <a:schemeClr val="bg2"/>
            </a:solidFill>
          </a:endParaRPr>
        </a:p>
      </dgm:t>
    </dgm:pt>
    <dgm:pt modelId="{B75FC597-A0F7-41D7-9DCF-12077DF854A0}" type="parTrans" cxnId="{63E9272B-FDDE-48F2-B6FD-7B285D1F3C3B}">
      <dgm:prSet/>
      <dgm:spPr/>
      <dgm:t>
        <a:bodyPr/>
        <a:lstStyle/>
        <a:p>
          <a:endParaRPr lang="en-US"/>
        </a:p>
      </dgm:t>
    </dgm:pt>
    <dgm:pt modelId="{35BD313D-D775-4CF2-8CDD-D824D500D41E}" type="sibTrans" cxnId="{63E9272B-FDDE-48F2-B6FD-7B285D1F3C3B}">
      <dgm:prSet/>
      <dgm:spPr/>
      <dgm:t>
        <a:bodyPr/>
        <a:lstStyle/>
        <a:p>
          <a:endParaRPr lang="en-US"/>
        </a:p>
      </dgm:t>
    </dgm:pt>
    <dgm:pt modelId="{E2ADDD17-69EE-4B79-BBBC-1A4255122DA8}">
      <dgm:prSet custT="1"/>
      <dgm:spPr/>
      <dgm:t>
        <a:bodyPr/>
        <a:lstStyle/>
        <a:p>
          <a:r>
            <a:rPr lang="en-GB" sz="1000" dirty="0">
              <a:solidFill>
                <a:schemeClr val="bg2"/>
              </a:solidFill>
            </a:rPr>
            <a:t>Customer Marketing</a:t>
          </a:r>
          <a:endParaRPr lang="en-US" sz="1000" dirty="0">
            <a:solidFill>
              <a:schemeClr val="bg2"/>
            </a:solidFill>
          </a:endParaRPr>
        </a:p>
      </dgm:t>
    </dgm:pt>
    <dgm:pt modelId="{FF9F97BE-DCC2-4297-B299-E9A8512BADF9}" type="parTrans" cxnId="{3AE52B6B-7F78-4CA9-B348-33A101D533A1}">
      <dgm:prSet/>
      <dgm:spPr/>
      <dgm:t>
        <a:bodyPr/>
        <a:lstStyle/>
        <a:p>
          <a:endParaRPr lang="en-US"/>
        </a:p>
      </dgm:t>
    </dgm:pt>
    <dgm:pt modelId="{67932DDC-2D28-440A-97B7-4D86BBE7F5C8}" type="sibTrans" cxnId="{3AE52B6B-7F78-4CA9-B348-33A101D533A1}">
      <dgm:prSet/>
      <dgm:spPr/>
      <dgm:t>
        <a:bodyPr/>
        <a:lstStyle/>
        <a:p>
          <a:endParaRPr lang="en-US"/>
        </a:p>
      </dgm:t>
    </dgm:pt>
    <dgm:pt modelId="{F489B544-95F7-4350-9C3F-DAA7AD120E51}">
      <dgm:prSet custT="1"/>
      <dgm:spPr/>
      <dgm:t>
        <a:bodyPr vert="vert270"/>
        <a:lstStyle/>
        <a:p>
          <a:r>
            <a:rPr lang="en-GB" sz="1000" dirty="0">
              <a:solidFill>
                <a:schemeClr val="bg2"/>
              </a:solidFill>
            </a:rPr>
            <a:t>Regional Marketing</a:t>
          </a:r>
          <a:endParaRPr lang="en-US" sz="1000" dirty="0">
            <a:solidFill>
              <a:schemeClr val="bg2"/>
            </a:solidFill>
          </a:endParaRPr>
        </a:p>
      </dgm:t>
    </dgm:pt>
    <dgm:pt modelId="{A1A2C96F-9251-48DC-AFBE-BDF20B632ED6}" type="parTrans" cxnId="{59AE9ACB-D628-404D-B537-4BB9E73B9E69}">
      <dgm:prSet/>
      <dgm:spPr/>
      <dgm:t>
        <a:bodyPr/>
        <a:lstStyle/>
        <a:p>
          <a:endParaRPr lang="en-US"/>
        </a:p>
      </dgm:t>
    </dgm:pt>
    <dgm:pt modelId="{6B7E90CB-7A6D-40CE-9B5C-6A68AC8C3A78}" type="sibTrans" cxnId="{59AE9ACB-D628-404D-B537-4BB9E73B9E69}">
      <dgm:prSet/>
      <dgm:spPr/>
      <dgm:t>
        <a:bodyPr/>
        <a:lstStyle/>
        <a:p>
          <a:endParaRPr lang="en-US"/>
        </a:p>
      </dgm:t>
    </dgm:pt>
    <dgm:pt modelId="{4C5544EA-E292-483D-9FE4-D42D44B5755C}">
      <dgm:prSet custT="1"/>
      <dgm:spPr/>
      <dgm:t>
        <a:bodyPr/>
        <a:lstStyle/>
        <a:p>
          <a:r>
            <a:rPr lang="en-GB" sz="1000" dirty="0">
              <a:solidFill>
                <a:schemeClr val="bg2"/>
              </a:solidFill>
            </a:rPr>
            <a:t>Global Comms</a:t>
          </a:r>
          <a:endParaRPr lang="en-US" sz="1000" dirty="0">
            <a:solidFill>
              <a:schemeClr val="bg2"/>
            </a:solidFill>
          </a:endParaRPr>
        </a:p>
      </dgm:t>
    </dgm:pt>
    <dgm:pt modelId="{9AFEBED0-C49A-480A-AE75-2085539392A5}" type="parTrans" cxnId="{5E603472-143C-4632-BE38-A5C045F0885E}">
      <dgm:prSet/>
      <dgm:spPr/>
      <dgm:t>
        <a:bodyPr/>
        <a:lstStyle/>
        <a:p>
          <a:endParaRPr lang="en-US"/>
        </a:p>
      </dgm:t>
    </dgm:pt>
    <dgm:pt modelId="{F293DF7C-85CC-46C8-83FF-CEE67C1045AE}" type="sibTrans" cxnId="{5E603472-143C-4632-BE38-A5C045F0885E}">
      <dgm:prSet/>
      <dgm:spPr/>
      <dgm:t>
        <a:bodyPr/>
        <a:lstStyle/>
        <a:p>
          <a:endParaRPr lang="en-US"/>
        </a:p>
      </dgm:t>
    </dgm:pt>
    <dgm:pt modelId="{0FA8C2CC-2F96-4695-ADBC-7F4917DA1101}">
      <dgm:prSet custT="1"/>
      <dgm:spPr/>
      <dgm:t>
        <a:bodyPr/>
        <a:lstStyle/>
        <a:p>
          <a:r>
            <a:rPr lang="en-GB" sz="1000">
              <a:solidFill>
                <a:schemeClr val="bg2"/>
              </a:solidFill>
            </a:rPr>
            <a:t>Cisco Capitol</a:t>
          </a:r>
          <a:endParaRPr lang="en-US" sz="1000">
            <a:solidFill>
              <a:schemeClr val="bg2"/>
            </a:solidFill>
          </a:endParaRPr>
        </a:p>
      </dgm:t>
    </dgm:pt>
    <dgm:pt modelId="{A7748679-F209-442A-8B12-50B575D1A510}" type="parTrans" cxnId="{280B973A-49F3-4743-BD2F-1AF2DF3E1B89}">
      <dgm:prSet/>
      <dgm:spPr/>
      <dgm:t>
        <a:bodyPr/>
        <a:lstStyle/>
        <a:p>
          <a:endParaRPr lang="en-US"/>
        </a:p>
      </dgm:t>
    </dgm:pt>
    <dgm:pt modelId="{3CF90B04-9857-4D0A-BE42-CD8EAC79BC2D}" type="sibTrans" cxnId="{280B973A-49F3-4743-BD2F-1AF2DF3E1B89}">
      <dgm:prSet/>
      <dgm:spPr/>
      <dgm:t>
        <a:bodyPr/>
        <a:lstStyle/>
        <a:p>
          <a:endParaRPr lang="en-US"/>
        </a:p>
      </dgm:t>
    </dgm:pt>
    <dgm:pt modelId="{E43561B7-CEA7-4CB8-A67D-0D55D8359107}" type="pres">
      <dgm:prSet presAssocID="{00060CE3-75CA-44D1-BEAB-CAAD1C036196}" presName="diagram" presStyleCnt="0">
        <dgm:presLayoutVars>
          <dgm:dir/>
          <dgm:resizeHandles val="exact"/>
        </dgm:presLayoutVars>
      </dgm:prSet>
      <dgm:spPr/>
    </dgm:pt>
    <dgm:pt modelId="{038EA608-AECD-4F91-A309-EE72D85F3E87}" type="pres">
      <dgm:prSet presAssocID="{7E400314-F639-4DAE-B499-C1A162CA2197}" presName="arrow" presStyleLbl="node1" presStyleIdx="0" presStyleCnt="6" custRadScaleRad="300359" custRadScaleInc="-117793">
        <dgm:presLayoutVars>
          <dgm:bulletEnabled val="1"/>
        </dgm:presLayoutVars>
      </dgm:prSet>
      <dgm:spPr/>
    </dgm:pt>
    <dgm:pt modelId="{5E9A879D-BF56-471F-83FE-FEB8355C6BC7}" type="pres">
      <dgm:prSet presAssocID="{AE950B43-0C1C-42E0-9EF5-07B8305DDC53}" presName="arrow" presStyleLbl="node1" presStyleIdx="1" presStyleCnt="6" custRadScaleRad="200583" custRadScaleInc="-227207">
        <dgm:presLayoutVars>
          <dgm:bulletEnabled val="1"/>
        </dgm:presLayoutVars>
      </dgm:prSet>
      <dgm:spPr/>
    </dgm:pt>
    <dgm:pt modelId="{CF7779C8-4C77-44FB-AE09-C8515851F57A}" type="pres">
      <dgm:prSet presAssocID="{E2ADDD17-69EE-4B79-BBBC-1A4255122DA8}" presName="arrow" presStyleLbl="node1" presStyleIdx="2" presStyleCnt="6" custRadScaleRad="201863" custRadScaleInc="224838">
        <dgm:presLayoutVars>
          <dgm:bulletEnabled val="1"/>
        </dgm:presLayoutVars>
      </dgm:prSet>
      <dgm:spPr/>
    </dgm:pt>
    <dgm:pt modelId="{DE6A05C0-5BB9-4D4E-912C-B3D6D05B387F}" type="pres">
      <dgm:prSet presAssocID="{F489B544-95F7-4350-9C3F-DAA7AD120E51}" presName="arrow" presStyleLbl="node1" presStyleIdx="3" presStyleCnt="6" custRadScaleRad="299605" custRadScaleInc="116631">
        <dgm:presLayoutVars>
          <dgm:bulletEnabled val="1"/>
        </dgm:presLayoutVars>
      </dgm:prSet>
      <dgm:spPr/>
    </dgm:pt>
    <dgm:pt modelId="{22069F43-FAE7-447F-9BAC-73978C1E25E1}" type="pres">
      <dgm:prSet presAssocID="{4C5544EA-E292-483D-9FE4-D42D44B5755C}" presName="arrow" presStyleLbl="node1" presStyleIdx="4" presStyleCnt="6" custRadScaleRad="371837" custRadScaleInc="36452">
        <dgm:presLayoutVars>
          <dgm:bulletEnabled val="1"/>
        </dgm:presLayoutVars>
      </dgm:prSet>
      <dgm:spPr/>
    </dgm:pt>
    <dgm:pt modelId="{314A7373-E004-4911-BB39-CA6247C73483}" type="pres">
      <dgm:prSet presAssocID="{0FA8C2CC-2F96-4695-ADBC-7F4917DA1101}" presName="arrow" presStyleLbl="node1" presStyleIdx="5" presStyleCnt="6" custRadScaleRad="371143" custRadScaleInc="-37765">
        <dgm:presLayoutVars>
          <dgm:bulletEnabled val="1"/>
        </dgm:presLayoutVars>
      </dgm:prSet>
      <dgm:spPr/>
    </dgm:pt>
  </dgm:ptLst>
  <dgm:cxnLst>
    <dgm:cxn modelId="{EF7A0907-0DE1-47BF-9287-29453C24D36C}" type="presOf" srcId="{7E400314-F639-4DAE-B499-C1A162CA2197}" destId="{038EA608-AECD-4F91-A309-EE72D85F3E87}" srcOrd="0" destOrd="0" presId="urn:microsoft.com/office/officeart/2005/8/layout/arrow5"/>
    <dgm:cxn modelId="{3343240D-C33B-4B11-9000-4DC85720CC88}" type="presOf" srcId="{F489B544-95F7-4350-9C3F-DAA7AD120E51}" destId="{DE6A05C0-5BB9-4D4E-912C-B3D6D05B387F}" srcOrd="0" destOrd="0" presId="urn:microsoft.com/office/officeart/2005/8/layout/arrow5"/>
    <dgm:cxn modelId="{E176D814-AD7F-4DA2-B254-19BB67BEAA52}" type="presOf" srcId="{AE950B43-0C1C-42E0-9EF5-07B8305DDC53}" destId="{5E9A879D-BF56-471F-83FE-FEB8355C6BC7}" srcOrd="0" destOrd="0" presId="urn:microsoft.com/office/officeart/2005/8/layout/arrow5"/>
    <dgm:cxn modelId="{0DCC6C19-0E56-43DB-B60D-9B2C0DA886F2}" srcId="{00060CE3-75CA-44D1-BEAB-CAAD1C036196}" destId="{7E400314-F639-4DAE-B499-C1A162CA2197}" srcOrd="0" destOrd="0" parTransId="{73A96A5C-D7EE-4621-AB3D-8841BCC191BB}" sibTransId="{7232EFE5-C85B-4372-A233-8861B6F33F3C}"/>
    <dgm:cxn modelId="{63E9272B-FDDE-48F2-B6FD-7B285D1F3C3B}" srcId="{00060CE3-75CA-44D1-BEAB-CAAD1C036196}" destId="{AE950B43-0C1C-42E0-9EF5-07B8305DDC53}" srcOrd="1" destOrd="0" parTransId="{B75FC597-A0F7-41D7-9DCF-12077DF854A0}" sibTransId="{35BD313D-D775-4CF2-8CDD-D824D500D41E}"/>
    <dgm:cxn modelId="{280B973A-49F3-4743-BD2F-1AF2DF3E1B89}" srcId="{00060CE3-75CA-44D1-BEAB-CAAD1C036196}" destId="{0FA8C2CC-2F96-4695-ADBC-7F4917DA1101}" srcOrd="5" destOrd="0" parTransId="{A7748679-F209-442A-8B12-50B575D1A510}" sibTransId="{3CF90B04-9857-4D0A-BE42-CD8EAC79BC2D}"/>
    <dgm:cxn modelId="{3AE52B6B-7F78-4CA9-B348-33A101D533A1}" srcId="{00060CE3-75CA-44D1-BEAB-CAAD1C036196}" destId="{E2ADDD17-69EE-4B79-BBBC-1A4255122DA8}" srcOrd="2" destOrd="0" parTransId="{FF9F97BE-DCC2-4297-B299-E9A8512BADF9}" sibTransId="{67932DDC-2D28-440A-97B7-4D86BBE7F5C8}"/>
    <dgm:cxn modelId="{1AACA34C-D4FC-498D-B45F-E3CCE79794FB}" type="presOf" srcId="{00060CE3-75CA-44D1-BEAB-CAAD1C036196}" destId="{E43561B7-CEA7-4CB8-A67D-0D55D8359107}" srcOrd="0" destOrd="0" presId="urn:microsoft.com/office/officeart/2005/8/layout/arrow5"/>
    <dgm:cxn modelId="{5E603472-143C-4632-BE38-A5C045F0885E}" srcId="{00060CE3-75CA-44D1-BEAB-CAAD1C036196}" destId="{4C5544EA-E292-483D-9FE4-D42D44B5755C}" srcOrd="4" destOrd="0" parTransId="{9AFEBED0-C49A-480A-AE75-2085539392A5}" sibTransId="{F293DF7C-85CC-46C8-83FF-CEE67C1045AE}"/>
    <dgm:cxn modelId="{07E78C86-1C6D-477E-940E-D6C07889C7C9}" type="presOf" srcId="{0FA8C2CC-2F96-4695-ADBC-7F4917DA1101}" destId="{314A7373-E004-4911-BB39-CA6247C73483}" srcOrd="0" destOrd="0" presId="urn:microsoft.com/office/officeart/2005/8/layout/arrow5"/>
    <dgm:cxn modelId="{1E9AC8C1-DF90-435B-AE6D-64893C57C9FC}" type="presOf" srcId="{E2ADDD17-69EE-4B79-BBBC-1A4255122DA8}" destId="{CF7779C8-4C77-44FB-AE09-C8515851F57A}" srcOrd="0" destOrd="0" presId="urn:microsoft.com/office/officeart/2005/8/layout/arrow5"/>
    <dgm:cxn modelId="{59AE9ACB-D628-404D-B537-4BB9E73B9E69}" srcId="{00060CE3-75CA-44D1-BEAB-CAAD1C036196}" destId="{F489B544-95F7-4350-9C3F-DAA7AD120E51}" srcOrd="3" destOrd="0" parTransId="{A1A2C96F-9251-48DC-AFBE-BDF20B632ED6}" sibTransId="{6B7E90CB-7A6D-40CE-9B5C-6A68AC8C3A78}"/>
    <dgm:cxn modelId="{F23CD5EF-96FA-4BD9-A425-6FEDFD599A2F}" type="presOf" srcId="{4C5544EA-E292-483D-9FE4-D42D44B5755C}" destId="{22069F43-FAE7-447F-9BAC-73978C1E25E1}" srcOrd="0" destOrd="0" presId="urn:microsoft.com/office/officeart/2005/8/layout/arrow5"/>
    <dgm:cxn modelId="{7BC4E002-4372-4917-AF83-471345B937EE}" type="presParOf" srcId="{E43561B7-CEA7-4CB8-A67D-0D55D8359107}" destId="{038EA608-AECD-4F91-A309-EE72D85F3E87}" srcOrd="0" destOrd="0" presId="urn:microsoft.com/office/officeart/2005/8/layout/arrow5"/>
    <dgm:cxn modelId="{92C57D43-0FCE-4F19-9E9F-2FC290D70575}" type="presParOf" srcId="{E43561B7-CEA7-4CB8-A67D-0D55D8359107}" destId="{5E9A879D-BF56-471F-83FE-FEB8355C6BC7}" srcOrd="1" destOrd="0" presId="urn:microsoft.com/office/officeart/2005/8/layout/arrow5"/>
    <dgm:cxn modelId="{72608296-2BC3-4241-9260-7A0B4C2EB0A9}" type="presParOf" srcId="{E43561B7-CEA7-4CB8-A67D-0D55D8359107}" destId="{CF7779C8-4C77-44FB-AE09-C8515851F57A}" srcOrd="2" destOrd="0" presId="urn:microsoft.com/office/officeart/2005/8/layout/arrow5"/>
    <dgm:cxn modelId="{8D254485-E1E2-42B1-AADE-667FFF395C61}" type="presParOf" srcId="{E43561B7-CEA7-4CB8-A67D-0D55D8359107}" destId="{DE6A05C0-5BB9-4D4E-912C-B3D6D05B387F}" srcOrd="3" destOrd="0" presId="urn:microsoft.com/office/officeart/2005/8/layout/arrow5"/>
    <dgm:cxn modelId="{F517D156-4D8F-483E-89F2-434F2BC55764}" type="presParOf" srcId="{E43561B7-CEA7-4CB8-A67D-0D55D8359107}" destId="{22069F43-FAE7-447F-9BAC-73978C1E25E1}" srcOrd="4" destOrd="0" presId="urn:microsoft.com/office/officeart/2005/8/layout/arrow5"/>
    <dgm:cxn modelId="{42C1C07A-721C-4727-BC9E-1B4D6331ACA8}" type="presParOf" srcId="{E43561B7-CEA7-4CB8-A67D-0D55D8359107}" destId="{314A7373-E004-4911-BB39-CA6247C73483}" srcOrd="5" destOrd="0" presId="urn:microsoft.com/office/officeart/2005/8/layout/arrow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00060CE3-75CA-44D1-BEAB-CAAD1C036196}" type="doc">
      <dgm:prSet loTypeId="urn:microsoft.com/office/officeart/2005/8/layout/arrow5" loCatId="relationship" qsTypeId="urn:microsoft.com/office/officeart/2005/8/quickstyle/simple1" qsCatId="simple" csTypeId="urn:microsoft.com/office/officeart/2005/8/colors/accent1_2" csCatId="accent1" phldr="1"/>
      <dgm:spPr/>
      <dgm:t>
        <a:bodyPr/>
        <a:lstStyle/>
        <a:p>
          <a:endParaRPr lang="en-US"/>
        </a:p>
      </dgm:t>
    </dgm:pt>
    <dgm:pt modelId="{7E400314-F639-4DAE-B499-C1A162CA2197}">
      <dgm:prSet custT="1"/>
      <dgm:spPr/>
      <dgm:t>
        <a:bodyPr vert="vert270"/>
        <a:lstStyle/>
        <a:p>
          <a:r>
            <a:rPr lang="en-GB" sz="1000" dirty="0">
              <a:solidFill>
                <a:schemeClr val="bg2"/>
              </a:solidFill>
            </a:rPr>
            <a:t>Campaigns Team</a:t>
          </a:r>
          <a:endParaRPr lang="en-US" sz="1000" dirty="0">
            <a:solidFill>
              <a:schemeClr val="bg2"/>
            </a:solidFill>
          </a:endParaRPr>
        </a:p>
      </dgm:t>
    </dgm:pt>
    <dgm:pt modelId="{73A96A5C-D7EE-4621-AB3D-8841BCC191BB}" type="parTrans" cxnId="{0DCC6C19-0E56-43DB-B60D-9B2C0DA886F2}">
      <dgm:prSet/>
      <dgm:spPr/>
      <dgm:t>
        <a:bodyPr/>
        <a:lstStyle/>
        <a:p>
          <a:endParaRPr lang="en-US"/>
        </a:p>
      </dgm:t>
    </dgm:pt>
    <dgm:pt modelId="{7232EFE5-C85B-4372-A233-8861B6F33F3C}" type="sibTrans" cxnId="{0DCC6C19-0E56-43DB-B60D-9B2C0DA886F2}">
      <dgm:prSet/>
      <dgm:spPr/>
      <dgm:t>
        <a:bodyPr/>
        <a:lstStyle/>
        <a:p>
          <a:endParaRPr lang="en-US"/>
        </a:p>
      </dgm:t>
    </dgm:pt>
    <dgm:pt modelId="{AE950B43-0C1C-42E0-9EF5-07B8305DDC53}">
      <dgm:prSet custT="1"/>
      <dgm:spPr/>
      <dgm:t>
        <a:bodyPr/>
        <a:lstStyle/>
        <a:p>
          <a:r>
            <a:rPr lang="en-GB" sz="1000">
              <a:solidFill>
                <a:schemeClr val="bg2"/>
              </a:solidFill>
            </a:rPr>
            <a:t>CSM</a:t>
          </a:r>
          <a:endParaRPr lang="en-US" sz="1000">
            <a:solidFill>
              <a:schemeClr val="bg2"/>
            </a:solidFill>
          </a:endParaRPr>
        </a:p>
      </dgm:t>
    </dgm:pt>
    <dgm:pt modelId="{B75FC597-A0F7-41D7-9DCF-12077DF854A0}" type="parTrans" cxnId="{63E9272B-FDDE-48F2-B6FD-7B285D1F3C3B}">
      <dgm:prSet/>
      <dgm:spPr/>
      <dgm:t>
        <a:bodyPr/>
        <a:lstStyle/>
        <a:p>
          <a:endParaRPr lang="en-US"/>
        </a:p>
      </dgm:t>
    </dgm:pt>
    <dgm:pt modelId="{35BD313D-D775-4CF2-8CDD-D824D500D41E}" type="sibTrans" cxnId="{63E9272B-FDDE-48F2-B6FD-7B285D1F3C3B}">
      <dgm:prSet/>
      <dgm:spPr/>
      <dgm:t>
        <a:bodyPr/>
        <a:lstStyle/>
        <a:p>
          <a:endParaRPr lang="en-US"/>
        </a:p>
      </dgm:t>
    </dgm:pt>
    <dgm:pt modelId="{E2ADDD17-69EE-4B79-BBBC-1A4255122DA8}">
      <dgm:prSet custT="1"/>
      <dgm:spPr/>
      <dgm:t>
        <a:bodyPr/>
        <a:lstStyle/>
        <a:p>
          <a:r>
            <a:rPr lang="en-GB" sz="1000" dirty="0">
              <a:solidFill>
                <a:schemeClr val="bg2"/>
              </a:solidFill>
            </a:rPr>
            <a:t>Customer Marketing</a:t>
          </a:r>
          <a:endParaRPr lang="en-US" sz="1000" dirty="0">
            <a:solidFill>
              <a:schemeClr val="bg2"/>
            </a:solidFill>
          </a:endParaRPr>
        </a:p>
      </dgm:t>
    </dgm:pt>
    <dgm:pt modelId="{FF9F97BE-DCC2-4297-B299-E9A8512BADF9}" type="parTrans" cxnId="{3AE52B6B-7F78-4CA9-B348-33A101D533A1}">
      <dgm:prSet/>
      <dgm:spPr/>
      <dgm:t>
        <a:bodyPr/>
        <a:lstStyle/>
        <a:p>
          <a:endParaRPr lang="en-US"/>
        </a:p>
      </dgm:t>
    </dgm:pt>
    <dgm:pt modelId="{67932DDC-2D28-440A-97B7-4D86BBE7F5C8}" type="sibTrans" cxnId="{3AE52B6B-7F78-4CA9-B348-33A101D533A1}">
      <dgm:prSet/>
      <dgm:spPr/>
      <dgm:t>
        <a:bodyPr/>
        <a:lstStyle/>
        <a:p>
          <a:endParaRPr lang="en-US"/>
        </a:p>
      </dgm:t>
    </dgm:pt>
    <dgm:pt modelId="{F489B544-95F7-4350-9C3F-DAA7AD120E51}">
      <dgm:prSet custT="1"/>
      <dgm:spPr/>
      <dgm:t>
        <a:bodyPr vert="vert270"/>
        <a:lstStyle/>
        <a:p>
          <a:r>
            <a:rPr lang="en-GB" sz="1000" dirty="0">
              <a:solidFill>
                <a:schemeClr val="bg2"/>
              </a:solidFill>
            </a:rPr>
            <a:t>Regional Marketing</a:t>
          </a:r>
          <a:endParaRPr lang="en-US" sz="1000" dirty="0">
            <a:solidFill>
              <a:schemeClr val="bg2"/>
            </a:solidFill>
          </a:endParaRPr>
        </a:p>
      </dgm:t>
    </dgm:pt>
    <dgm:pt modelId="{A1A2C96F-9251-48DC-AFBE-BDF20B632ED6}" type="parTrans" cxnId="{59AE9ACB-D628-404D-B537-4BB9E73B9E69}">
      <dgm:prSet/>
      <dgm:spPr/>
      <dgm:t>
        <a:bodyPr/>
        <a:lstStyle/>
        <a:p>
          <a:endParaRPr lang="en-US"/>
        </a:p>
      </dgm:t>
    </dgm:pt>
    <dgm:pt modelId="{6B7E90CB-7A6D-40CE-9B5C-6A68AC8C3A78}" type="sibTrans" cxnId="{59AE9ACB-D628-404D-B537-4BB9E73B9E69}">
      <dgm:prSet/>
      <dgm:spPr/>
      <dgm:t>
        <a:bodyPr/>
        <a:lstStyle/>
        <a:p>
          <a:endParaRPr lang="en-US"/>
        </a:p>
      </dgm:t>
    </dgm:pt>
    <dgm:pt modelId="{4C5544EA-E292-483D-9FE4-D42D44B5755C}">
      <dgm:prSet custT="1"/>
      <dgm:spPr/>
      <dgm:t>
        <a:bodyPr/>
        <a:lstStyle/>
        <a:p>
          <a:r>
            <a:rPr lang="en-GB" sz="1000" dirty="0">
              <a:solidFill>
                <a:schemeClr val="bg2"/>
              </a:solidFill>
            </a:rPr>
            <a:t>Global Comms</a:t>
          </a:r>
          <a:endParaRPr lang="en-US" sz="1000" dirty="0">
            <a:solidFill>
              <a:schemeClr val="bg2"/>
            </a:solidFill>
          </a:endParaRPr>
        </a:p>
      </dgm:t>
    </dgm:pt>
    <dgm:pt modelId="{9AFEBED0-C49A-480A-AE75-2085539392A5}" type="parTrans" cxnId="{5E603472-143C-4632-BE38-A5C045F0885E}">
      <dgm:prSet/>
      <dgm:spPr/>
      <dgm:t>
        <a:bodyPr/>
        <a:lstStyle/>
        <a:p>
          <a:endParaRPr lang="en-US"/>
        </a:p>
      </dgm:t>
    </dgm:pt>
    <dgm:pt modelId="{F293DF7C-85CC-46C8-83FF-CEE67C1045AE}" type="sibTrans" cxnId="{5E603472-143C-4632-BE38-A5C045F0885E}">
      <dgm:prSet/>
      <dgm:spPr/>
      <dgm:t>
        <a:bodyPr/>
        <a:lstStyle/>
        <a:p>
          <a:endParaRPr lang="en-US"/>
        </a:p>
      </dgm:t>
    </dgm:pt>
    <dgm:pt modelId="{0FA8C2CC-2F96-4695-ADBC-7F4917DA1101}">
      <dgm:prSet custT="1"/>
      <dgm:spPr/>
      <dgm:t>
        <a:bodyPr/>
        <a:lstStyle/>
        <a:p>
          <a:r>
            <a:rPr lang="en-GB" sz="1000">
              <a:solidFill>
                <a:schemeClr val="bg2"/>
              </a:solidFill>
            </a:rPr>
            <a:t>Cisco Capitol</a:t>
          </a:r>
          <a:endParaRPr lang="en-US" sz="1000">
            <a:solidFill>
              <a:schemeClr val="bg2"/>
            </a:solidFill>
          </a:endParaRPr>
        </a:p>
      </dgm:t>
    </dgm:pt>
    <dgm:pt modelId="{A7748679-F209-442A-8B12-50B575D1A510}" type="parTrans" cxnId="{280B973A-49F3-4743-BD2F-1AF2DF3E1B89}">
      <dgm:prSet/>
      <dgm:spPr/>
      <dgm:t>
        <a:bodyPr/>
        <a:lstStyle/>
        <a:p>
          <a:endParaRPr lang="en-US"/>
        </a:p>
      </dgm:t>
    </dgm:pt>
    <dgm:pt modelId="{3CF90B04-9857-4D0A-BE42-CD8EAC79BC2D}" type="sibTrans" cxnId="{280B973A-49F3-4743-BD2F-1AF2DF3E1B89}">
      <dgm:prSet/>
      <dgm:spPr/>
      <dgm:t>
        <a:bodyPr/>
        <a:lstStyle/>
        <a:p>
          <a:endParaRPr lang="en-US"/>
        </a:p>
      </dgm:t>
    </dgm:pt>
    <dgm:pt modelId="{E43561B7-CEA7-4CB8-A67D-0D55D8359107}" type="pres">
      <dgm:prSet presAssocID="{00060CE3-75CA-44D1-BEAB-CAAD1C036196}" presName="diagram" presStyleCnt="0">
        <dgm:presLayoutVars>
          <dgm:dir/>
          <dgm:resizeHandles val="exact"/>
        </dgm:presLayoutVars>
      </dgm:prSet>
      <dgm:spPr/>
    </dgm:pt>
    <dgm:pt modelId="{038EA608-AECD-4F91-A309-EE72D85F3E87}" type="pres">
      <dgm:prSet presAssocID="{7E400314-F639-4DAE-B499-C1A162CA2197}" presName="arrow" presStyleLbl="node1" presStyleIdx="0" presStyleCnt="6" custRadScaleRad="297881" custRadScaleInc="-118183">
        <dgm:presLayoutVars>
          <dgm:bulletEnabled val="1"/>
        </dgm:presLayoutVars>
      </dgm:prSet>
      <dgm:spPr/>
    </dgm:pt>
    <dgm:pt modelId="{5E9A879D-BF56-471F-83FE-FEB8355C6BC7}" type="pres">
      <dgm:prSet presAssocID="{AE950B43-0C1C-42E0-9EF5-07B8305DDC53}" presName="arrow" presStyleLbl="node1" presStyleIdx="1" presStyleCnt="6" custRadScaleRad="200583" custRadScaleInc="-227207">
        <dgm:presLayoutVars>
          <dgm:bulletEnabled val="1"/>
        </dgm:presLayoutVars>
      </dgm:prSet>
      <dgm:spPr/>
    </dgm:pt>
    <dgm:pt modelId="{CF7779C8-4C77-44FB-AE09-C8515851F57A}" type="pres">
      <dgm:prSet presAssocID="{E2ADDD17-69EE-4B79-BBBC-1A4255122DA8}" presName="arrow" presStyleLbl="node1" presStyleIdx="2" presStyleCnt="6" custRadScaleRad="201863" custRadScaleInc="224838">
        <dgm:presLayoutVars>
          <dgm:bulletEnabled val="1"/>
        </dgm:presLayoutVars>
      </dgm:prSet>
      <dgm:spPr/>
    </dgm:pt>
    <dgm:pt modelId="{DE6A05C0-5BB9-4D4E-912C-B3D6D05B387F}" type="pres">
      <dgm:prSet presAssocID="{F489B544-95F7-4350-9C3F-DAA7AD120E51}" presName="arrow" presStyleLbl="node1" presStyleIdx="3" presStyleCnt="6" custRadScaleRad="299605" custRadScaleInc="116631">
        <dgm:presLayoutVars>
          <dgm:bulletEnabled val="1"/>
        </dgm:presLayoutVars>
      </dgm:prSet>
      <dgm:spPr/>
    </dgm:pt>
    <dgm:pt modelId="{22069F43-FAE7-447F-9BAC-73978C1E25E1}" type="pres">
      <dgm:prSet presAssocID="{4C5544EA-E292-483D-9FE4-D42D44B5755C}" presName="arrow" presStyleLbl="node1" presStyleIdx="4" presStyleCnt="6" custRadScaleRad="371837" custRadScaleInc="36452">
        <dgm:presLayoutVars>
          <dgm:bulletEnabled val="1"/>
        </dgm:presLayoutVars>
      </dgm:prSet>
      <dgm:spPr/>
    </dgm:pt>
    <dgm:pt modelId="{314A7373-E004-4911-BB39-CA6247C73483}" type="pres">
      <dgm:prSet presAssocID="{0FA8C2CC-2F96-4695-ADBC-7F4917DA1101}" presName="arrow" presStyleLbl="node1" presStyleIdx="5" presStyleCnt="6" custRadScaleRad="371143" custRadScaleInc="-37765">
        <dgm:presLayoutVars>
          <dgm:bulletEnabled val="1"/>
        </dgm:presLayoutVars>
      </dgm:prSet>
      <dgm:spPr/>
    </dgm:pt>
  </dgm:ptLst>
  <dgm:cxnLst>
    <dgm:cxn modelId="{EF7A0907-0DE1-47BF-9287-29453C24D36C}" type="presOf" srcId="{7E400314-F639-4DAE-B499-C1A162CA2197}" destId="{038EA608-AECD-4F91-A309-EE72D85F3E87}" srcOrd="0" destOrd="0" presId="urn:microsoft.com/office/officeart/2005/8/layout/arrow5"/>
    <dgm:cxn modelId="{3343240D-C33B-4B11-9000-4DC85720CC88}" type="presOf" srcId="{F489B544-95F7-4350-9C3F-DAA7AD120E51}" destId="{DE6A05C0-5BB9-4D4E-912C-B3D6D05B387F}" srcOrd="0" destOrd="0" presId="urn:microsoft.com/office/officeart/2005/8/layout/arrow5"/>
    <dgm:cxn modelId="{E176D814-AD7F-4DA2-B254-19BB67BEAA52}" type="presOf" srcId="{AE950B43-0C1C-42E0-9EF5-07B8305DDC53}" destId="{5E9A879D-BF56-471F-83FE-FEB8355C6BC7}" srcOrd="0" destOrd="0" presId="urn:microsoft.com/office/officeart/2005/8/layout/arrow5"/>
    <dgm:cxn modelId="{0DCC6C19-0E56-43DB-B60D-9B2C0DA886F2}" srcId="{00060CE3-75CA-44D1-BEAB-CAAD1C036196}" destId="{7E400314-F639-4DAE-B499-C1A162CA2197}" srcOrd="0" destOrd="0" parTransId="{73A96A5C-D7EE-4621-AB3D-8841BCC191BB}" sibTransId="{7232EFE5-C85B-4372-A233-8861B6F33F3C}"/>
    <dgm:cxn modelId="{63E9272B-FDDE-48F2-B6FD-7B285D1F3C3B}" srcId="{00060CE3-75CA-44D1-BEAB-CAAD1C036196}" destId="{AE950B43-0C1C-42E0-9EF5-07B8305DDC53}" srcOrd="1" destOrd="0" parTransId="{B75FC597-A0F7-41D7-9DCF-12077DF854A0}" sibTransId="{35BD313D-D775-4CF2-8CDD-D824D500D41E}"/>
    <dgm:cxn modelId="{280B973A-49F3-4743-BD2F-1AF2DF3E1B89}" srcId="{00060CE3-75CA-44D1-BEAB-CAAD1C036196}" destId="{0FA8C2CC-2F96-4695-ADBC-7F4917DA1101}" srcOrd="5" destOrd="0" parTransId="{A7748679-F209-442A-8B12-50B575D1A510}" sibTransId="{3CF90B04-9857-4D0A-BE42-CD8EAC79BC2D}"/>
    <dgm:cxn modelId="{3AE52B6B-7F78-4CA9-B348-33A101D533A1}" srcId="{00060CE3-75CA-44D1-BEAB-CAAD1C036196}" destId="{E2ADDD17-69EE-4B79-BBBC-1A4255122DA8}" srcOrd="2" destOrd="0" parTransId="{FF9F97BE-DCC2-4297-B299-E9A8512BADF9}" sibTransId="{67932DDC-2D28-440A-97B7-4D86BBE7F5C8}"/>
    <dgm:cxn modelId="{1AACA34C-D4FC-498D-B45F-E3CCE79794FB}" type="presOf" srcId="{00060CE3-75CA-44D1-BEAB-CAAD1C036196}" destId="{E43561B7-CEA7-4CB8-A67D-0D55D8359107}" srcOrd="0" destOrd="0" presId="urn:microsoft.com/office/officeart/2005/8/layout/arrow5"/>
    <dgm:cxn modelId="{5E603472-143C-4632-BE38-A5C045F0885E}" srcId="{00060CE3-75CA-44D1-BEAB-CAAD1C036196}" destId="{4C5544EA-E292-483D-9FE4-D42D44B5755C}" srcOrd="4" destOrd="0" parTransId="{9AFEBED0-C49A-480A-AE75-2085539392A5}" sibTransId="{F293DF7C-85CC-46C8-83FF-CEE67C1045AE}"/>
    <dgm:cxn modelId="{07E78C86-1C6D-477E-940E-D6C07889C7C9}" type="presOf" srcId="{0FA8C2CC-2F96-4695-ADBC-7F4917DA1101}" destId="{314A7373-E004-4911-BB39-CA6247C73483}" srcOrd="0" destOrd="0" presId="urn:microsoft.com/office/officeart/2005/8/layout/arrow5"/>
    <dgm:cxn modelId="{1E9AC8C1-DF90-435B-AE6D-64893C57C9FC}" type="presOf" srcId="{E2ADDD17-69EE-4B79-BBBC-1A4255122DA8}" destId="{CF7779C8-4C77-44FB-AE09-C8515851F57A}" srcOrd="0" destOrd="0" presId="urn:microsoft.com/office/officeart/2005/8/layout/arrow5"/>
    <dgm:cxn modelId="{59AE9ACB-D628-404D-B537-4BB9E73B9E69}" srcId="{00060CE3-75CA-44D1-BEAB-CAAD1C036196}" destId="{F489B544-95F7-4350-9C3F-DAA7AD120E51}" srcOrd="3" destOrd="0" parTransId="{A1A2C96F-9251-48DC-AFBE-BDF20B632ED6}" sibTransId="{6B7E90CB-7A6D-40CE-9B5C-6A68AC8C3A78}"/>
    <dgm:cxn modelId="{F23CD5EF-96FA-4BD9-A425-6FEDFD599A2F}" type="presOf" srcId="{4C5544EA-E292-483D-9FE4-D42D44B5755C}" destId="{22069F43-FAE7-447F-9BAC-73978C1E25E1}" srcOrd="0" destOrd="0" presId="urn:microsoft.com/office/officeart/2005/8/layout/arrow5"/>
    <dgm:cxn modelId="{7BC4E002-4372-4917-AF83-471345B937EE}" type="presParOf" srcId="{E43561B7-CEA7-4CB8-A67D-0D55D8359107}" destId="{038EA608-AECD-4F91-A309-EE72D85F3E87}" srcOrd="0" destOrd="0" presId="urn:microsoft.com/office/officeart/2005/8/layout/arrow5"/>
    <dgm:cxn modelId="{92C57D43-0FCE-4F19-9E9F-2FC290D70575}" type="presParOf" srcId="{E43561B7-CEA7-4CB8-A67D-0D55D8359107}" destId="{5E9A879D-BF56-471F-83FE-FEB8355C6BC7}" srcOrd="1" destOrd="0" presId="urn:microsoft.com/office/officeart/2005/8/layout/arrow5"/>
    <dgm:cxn modelId="{72608296-2BC3-4241-9260-7A0B4C2EB0A9}" type="presParOf" srcId="{E43561B7-CEA7-4CB8-A67D-0D55D8359107}" destId="{CF7779C8-4C77-44FB-AE09-C8515851F57A}" srcOrd="2" destOrd="0" presId="urn:microsoft.com/office/officeart/2005/8/layout/arrow5"/>
    <dgm:cxn modelId="{8D254485-E1E2-42B1-AADE-667FFF395C61}" type="presParOf" srcId="{E43561B7-CEA7-4CB8-A67D-0D55D8359107}" destId="{DE6A05C0-5BB9-4D4E-912C-B3D6D05B387F}" srcOrd="3" destOrd="0" presId="urn:microsoft.com/office/officeart/2005/8/layout/arrow5"/>
    <dgm:cxn modelId="{F517D156-4D8F-483E-89F2-434F2BC55764}" type="presParOf" srcId="{E43561B7-CEA7-4CB8-A67D-0D55D8359107}" destId="{22069F43-FAE7-447F-9BAC-73978C1E25E1}" srcOrd="4" destOrd="0" presId="urn:microsoft.com/office/officeart/2005/8/layout/arrow5"/>
    <dgm:cxn modelId="{42C1C07A-721C-4727-BC9E-1B4D6331ACA8}" type="presParOf" srcId="{E43561B7-CEA7-4CB8-A67D-0D55D8359107}" destId="{314A7373-E004-4911-BB39-CA6247C73483}" srcOrd="5" destOrd="0" presId="urn:microsoft.com/office/officeart/2005/8/layout/arrow5"/>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8EA608-AECD-4F91-A309-EE72D85F3E87}">
      <dsp:nvSpPr>
        <dsp:cNvPr id="0" name=""/>
        <dsp:cNvSpPr/>
      </dsp:nvSpPr>
      <dsp:spPr>
        <a:xfrm>
          <a:off x="1286369" y="8894"/>
          <a:ext cx="1201591" cy="1201591"/>
        </a:xfrm>
        <a:prstGeom prst="downArrow">
          <a:avLst>
            <a:gd name="adj1" fmla="val 50000"/>
            <a:gd name="adj2" fmla="val 35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vert270" wrap="square" lIns="71120" tIns="71120" rIns="71120" bIns="71120" numCol="1" spcCol="1270" anchor="ctr" anchorCtr="0">
          <a:noAutofit/>
        </a:bodyPr>
        <a:lstStyle/>
        <a:p>
          <a:pPr marL="0" lvl="0" indent="0" algn="ctr" defTabSz="444500">
            <a:lnSpc>
              <a:spcPct val="90000"/>
            </a:lnSpc>
            <a:spcBef>
              <a:spcPct val="0"/>
            </a:spcBef>
            <a:spcAft>
              <a:spcPct val="35000"/>
            </a:spcAft>
            <a:buNone/>
          </a:pPr>
          <a:r>
            <a:rPr lang="en-GB" sz="1000" kern="1200" dirty="0">
              <a:solidFill>
                <a:schemeClr val="bg2"/>
              </a:solidFill>
            </a:rPr>
            <a:t>Campaigns Team</a:t>
          </a:r>
          <a:endParaRPr lang="en-US" sz="1000" kern="1200" dirty="0">
            <a:solidFill>
              <a:schemeClr val="bg2"/>
            </a:solidFill>
          </a:endParaRPr>
        </a:p>
      </dsp:txBody>
      <dsp:txXfrm>
        <a:off x="1586767" y="8894"/>
        <a:ext cx="600795" cy="991313"/>
      </dsp:txXfrm>
    </dsp:sp>
    <dsp:sp modelId="{5E9A879D-BF56-471F-83FE-FEB8355C6BC7}">
      <dsp:nvSpPr>
        <dsp:cNvPr id="0" name=""/>
        <dsp:cNvSpPr/>
      </dsp:nvSpPr>
      <dsp:spPr>
        <a:xfrm rot="3600000">
          <a:off x="2408944" y="667793"/>
          <a:ext cx="1201591" cy="1201591"/>
        </a:xfrm>
        <a:prstGeom prst="downArrow">
          <a:avLst>
            <a:gd name="adj1" fmla="val 50000"/>
            <a:gd name="adj2" fmla="val 35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1120" tIns="71120" rIns="71120" bIns="71120" numCol="1" spcCol="1270" anchor="ctr" anchorCtr="0">
          <a:noAutofit/>
        </a:bodyPr>
        <a:lstStyle/>
        <a:p>
          <a:pPr marL="0" lvl="0" indent="0" algn="ctr" defTabSz="444500">
            <a:lnSpc>
              <a:spcPct val="90000"/>
            </a:lnSpc>
            <a:spcBef>
              <a:spcPct val="0"/>
            </a:spcBef>
            <a:spcAft>
              <a:spcPct val="35000"/>
            </a:spcAft>
            <a:buNone/>
          </a:pPr>
          <a:r>
            <a:rPr lang="en-GB" sz="1000" kern="1200" dirty="0">
              <a:solidFill>
                <a:schemeClr val="bg2"/>
              </a:solidFill>
            </a:rPr>
            <a:t>CSM</a:t>
          </a:r>
          <a:endParaRPr lang="en-US" sz="1000" kern="1200" dirty="0">
            <a:solidFill>
              <a:schemeClr val="bg2"/>
            </a:solidFill>
          </a:endParaRPr>
        </a:p>
      </dsp:txBody>
      <dsp:txXfrm rot="-5400000">
        <a:off x="2605136" y="915622"/>
        <a:ext cx="991313" cy="600795"/>
      </dsp:txXfrm>
    </dsp:sp>
    <dsp:sp modelId="{CF7779C8-4C77-44FB-AE09-C8515851F57A}">
      <dsp:nvSpPr>
        <dsp:cNvPr id="0" name=""/>
        <dsp:cNvSpPr/>
      </dsp:nvSpPr>
      <dsp:spPr>
        <a:xfrm rot="7200000">
          <a:off x="2408951" y="1935655"/>
          <a:ext cx="1201591" cy="1201591"/>
        </a:xfrm>
        <a:prstGeom prst="downArrow">
          <a:avLst>
            <a:gd name="adj1" fmla="val 50000"/>
            <a:gd name="adj2" fmla="val 35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1120" tIns="71120" rIns="71120" bIns="71120" numCol="1" spcCol="1270" anchor="ctr" anchorCtr="0">
          <a:noAutofit/>
        </a:bodyPr>
        <a:lstStyle/>
        <a:p>
          <a:pPr marL="0" lvl="0" indent="0" algn="ctr" defTabSz="444500">
            <a:lnSpc>
              <a:spcPct val="90000"/>
            </a:lnSpc>
            <a:spcBef>
              <a:spcPct val="0"/>
            </a:spcBef>
            <a:spcAft>
              <a:spcPct val="35000"/>
            </a:spcAft>
            <a:buNone/>
          </a:pPr>
          <a:r>
            <a:rPr lang="en-GB" sz="1000" kern="1200" dirty="0">
              <a:solidFill>
                <a:schemeClr val="bg2"/>
              </a:solidFill>
            </a:rPr>
            <a:t>Customer Marketing</a:t>
          </a:r>
          <a:endParaRPr lang="en-US" sz="1000" kern="1200" dirty="0">
            <a:solidFill>
              <a:schemeClr val="bg2"/>
            </a:solidFill>
          </a:endParaRPr>
        </a:p>
      </dsp:txBody>
      <dsp:txXfrm rot="-5400000">
        <a:off x="2605143" y="2288623"/>
        <a:ext cx="991313" cy="600795"/>
      </dsp:txXfrm>
    </dsp:sp>
    <dsp:sp modelId="{DE6A05C0-5BB9-4D4E-912C-B3D6D05B387F}">
      <dsp:nvSpPr>
        <dsp:cNvPr id="0" name=""/>
        <dsp:cNvSpPr/>
      </dsp:nvSpPr>
      <dsp:spPr>
        <a:xfrm rot="10800000">
          <a:off x="1310951" y="2538112"/>
          <a:ext cx="1201591" cy="1201591"/>
        </a:xfrm>
        <a:prstGeom prst="downArrow">
          <a:avLst>
            <a:gd name="adj1" fmla="val 50000"/>
            <a:gd name="adj2" fmla="val 35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vert270" wrap="square" lIns="71120" tIns="71120" rIns="71120" bIns="71120" numCol="1" spcCol="1270" anchor="ctr" anchorCtr="0">
          <a:noAutofit/>
        </a:bodyPr>
        <a:lstStyle/>
        <a:p>
          <a:pPr marL="0" lvl="0" indent="0" algn="ctr" defTabSz="444500">
            <a:lnSpc>
              <a:spcPct val="90000"/>
            </a:lnSpc>
            <a:spcBef>
              <a:spcPct val="0"/>
            </a:spcBef>
            <a:spcAft>
              <a:spcPct val="35000"/>
            </a:spcAft>
            <a:buNone/>
          </a:pPr>
          <a:r>
            <a:rPr lang="en-GB" sz="1000" kern="1200" dirty="0">
              <a:solidFill>
                <a:schemeClr val="bg2"/>
              </a:solidFill>
            </a:rPr>
            <a:t>Regional Marketing</a:t>
          </a:r>
          <a:endParaRPr lang="en-US" sz="1000" kern="1200" dirty="0">
            <a:solidFill>
              <a:schemeClr val="bg2"/>
            </a:solidFill>
          </a:endParaRPr>
        </a:p>
      </dsp:txBody>
      <dsp:txXfrm rot="10800000">
        <a:off x="1611349" y="2748390"/>
        <a:ext cx="600795" cy="991313"/>
      </dsp:txXfrm>
    </dsp:sp>
    <dsp:sp modelId="{22069F43-FAE7-447F-9BAC-73978C1E25E1}">
      <dsp:nvSpPr>
        <dsp:cNvPr id="0" name=""/>
        <dsp:cNvSpPr/>
      </dsp:nvSpPr>
      <dsp:spPr>
        <a:xfrm rot="14400000">
          <a:off x="212948" y="1935663"/>
          <a:ext cx="1201591" cy="1201591"/>
        </a:xfrm>
        <a:prstGeom prst="downArrow">
          <a:avLst>
            <a:gd name="adj1" fmla="val 50000"/>
            <a:gd name="adj2" fmla="val 35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1120" tIns="71120" rIns="71120" bIns="71120" numCol="1" spcCol="1270" anchor="ctr" anchorCtr="0">
          <a:noAutofit/>
        </a:bodyPr>
        <a:lstStyle/>
        <a:p>
          <a:pPr marL="0" lvl="0" indent="0" algn="ctr" defTabSz="444500">
            <a:lnSpc>
              <a:spcPct val="90000"/>
            </a:lnSpc>
            <a:spcBef>
              <a:spcPct val="0"/>
            </a:spcBef>
            <a:spcAft>
              <a:spcPct val="35000"/>
            </a:spcAft>
            <a:buNone/>
          </a:pPr>
          <a:r>
            <a:rPr lang="en-GB" sz="1000" kern="1200" dirty="0">
              <a:solidFill>
                <a:schemeClr val="bg2"/>
              </a:solidFill>
            </a:rPr>
            <a:t>Global Comms</a:t>
          </a:r>
          <a:endParaRPr lang="en-US" sz="1000" kern="1200" dirty="0">
            <a:solidFill>
              <a:schemeClr val="bg2"/>
            </a:solidFill>
          </a:endParaRPr>
        </a:p>
      </dsp:txBody>
      <dsp:txXfrm rot="5400000">
        <a:off x="227034" y="2288631"/>
        <a:ext cx="991313" cy="600795"/>
      </dsp:txXfrm>
    </dsp:sp>
    <dsp:sp modelId="{314A7373-E004-4911-BB39-CA6247C73483}">
      <dsp:nvSpPr>
        <dsp:cNvPr id="0" name=""/>
        <dsp:cNvSpPr/>
      </dsp:nvSpPr>
      <dsp:spPr>
        <a:xfrm rot="18000000">
          <a:off x="219906" y="667803"/>
          <a:ext cx="1201591" cy="1201591"/>
        </a:xfrm>
        <a:prstGeom prst="downArrow">
          <a:avLst>
            <a:gd name="adj1" fmla="val 50000"/>
            <a:gd name="adj2" fmla="val 35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1120" tIns="71120" rIns="71120" bIns="71120" numCol="1" spcCol="1270" anchor="ctr" anchorCtr="0">
          <a:noAutofit/>
        </a:bodyPr>
        <a:lstStyle/>
        <a:p>
          <a:pPr marL="0" lvl="0" indent="0" algn="ctr" defTabSz="444500">
            <a:lnSpc>
              <a:spcPct val="90000"/>
            </a:lnSpc>
            <a:spcBef>
              <a:spcPct val="0"/>
            </a:spcBef>
            <a:spcAft>
              <a:spcPct val="35000"/>
            </a:spcAft>
            <a:buNone/>
          </a:pPr>
          <a:r>
            <a:rPr lang="en-GB" sz="1000" kern="1200">
              <a:solidFill>
                <a:schemeClr val="bg2"/>
              </a:solidFill>
            </a:rPr>
            <a:t>Cisco Capitol</a:t>
          </a:r>
          <a:endParaRPr lang="en-US" sz="1000" kern="1200">
            <a:solidFill>
              <a:schemeClr val="bg2"/>
            </a:solidFill>
          </a:endParaRPr>
        </a:p>
      </dsp:txBody>
      <dsp:txXfrm rot="5400000">
        <a:off x="233992" y="915632"/>
        <a:ext cx="991313" cy="600795"/>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8EA608-AECD-4F91-A309-EE72D85F3E87}">
      <dsp:nvSpPr>
        <dsp:cNvPr id="0" name=""/>
        <dsp:cNvSpPr/>
      </dsp:nvSpPr>
      <dsp:spPr>
        <a:xfrm>
          <a:off x="1310942" y="33856"/>
          <a:ext cx="1201591" cy="1201591"/>
        </a:xfrm>
        <a:prstGeom prst="downArrow">
          <a:avLst>
            <a:gd name="adj1" fmla="val 50000"/>
            <a:gd name="adj2" fmla="val 35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vert270" wrap="square" lIns="71120" tIns="71120" rIns="71120" bIns="71120" numCol="1" spcCol="1270" anchor="ctr" anchorCtr="0">
          <a:noAutofit/>
        </a:bodyPr>
        <a:lstStyle/>
        <a:p>
          <a:pPr marL="0" lvl="0" indent="0" algn="ctr" defTabSz="444500">
            <a:lnSpc>
              <a:spcPct val="90000"/>
            </a:lnSpc>
            <a:spcBef>
              <a:spcPct val="0"/>
            </a:spcBef>
            <a:spcAft>
              <a:spcPct val="35000"/>
            </a:spcAft>
            <a:buNone/>
          </a:pPr>
          <a:r>
            <a:rPr lang="en-GB" sz="1000" kern="1200" dirty="0">
              <a:solidFill>
                <a:schemeClr val="bg2"/>
              </a:solidFill>
            </a:rPr>
            <a:t>Campaigns Team</a:t>
          </a:r>
          <a:endParaRPr lang="en-US" sz="1000" kern="1200" dirty="0">
            <a:solidFill>
              <a:schemeClr val="bg2"/>
            </a:solidFill>
          </a:endParaRPr>
        </a:p>
      </dsp:txBody>
      <dsp:txXfrm>
        <a:off x="1611340" y="33856"/>
        <a:ext cx="600795" cy="991313"/>
      </dsp:txXfrm>
    </dsp:sp>
    <dsp:sp modelId="{5E9A879D-BF56-471F-83FE-FEB8355C6BC7}">
      <dsp:nvSpPr>
        <dsp:cNvPr id="0" name=""/>
        <dsp:cNvSpPr/>
      </dsp:nvSpPr>
      <dsp:spPr>
        <a:xfrm rot="3600000">
          <a:off x="2408944" y="667793"/>
          <a:ext cx="1201591" cy="1201591"/>
        </a:xfrm>
        <a:prstGeom prst="downArrow">
          <a:avLst>
            <a:gd name="adj1" fmla="val 50000"/>
            <a:gd name="adj2" fmla="val 35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1120" tIns="71120" rIns="71120" bIns="71120" numCol="1" spcCol="1270" anchor="ctr" anchorCtr="0">
          <a:noAutofit/>
        </a:bodyPr>
        <a:lstStyle/>
        <a:p>
          <a:pPr marL="0" lvl="0" indent="0" algn="ctr" defTabSz="444500">
            <a:lnSpc>
              <a:spcPct val="90000"/>
            </a:lnSpc>
            <a:spcBef>
              <a:spcPct val="0"/>
            </a:spcBef>
            <a:spcAft>
              <a:spcPct val="35000"/>
            </a:spcAft>
            <a:buNone/>
          </a:pPr>
          <a:r>
            <a:rPr lang="en-GB" sz="1000" kern="1200">
              <a:solidFill>
                <a:schemeClr val="bg2"/>
              </a:solidFill>
            </a:rPr>
            <a:t>CSM</a:t>
          </a:r>
          <a:endParaRPr lang="en-US" sz="1000" kern="1200">
            <a:solidFill>
              <a:schemeClr val="bg2"/>
            </a:solidFill>
          </a:endParaRPr>
        </a:p>
      </dsp:txBody>
      <dsp:txXfrm rot="-5400000">
        <a:off x="2605136" y="915622"/>
        <a:ext cx="991313" cy="600795"/>
      </dsp:txXfrm>
    </dsp:sp>
    <dsp:sp modelId="{CF7779C8-4C77-44FB-AE09-C8515851F57A}">
      <dsp:nvSpPr>
        <dsp:cNvPr id="0" name=""/>
        <dsp:cNvSpPr/>
      </dsp:nvSpPr>
      <dsp:spPr>
        <a:xfrm rot="7200000">
          <a:off x="2408951" y="1935655"/>
          <a:ext cx="1201591" cy="1201591"/>
        </a:xfrm>
        <a:prstGeom prst="downArrow">
          <a:avLst>
            <a:gd name="adj1" fmla="val 50000"/>
            <a:gd name="adj2" fmla="val 35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1120" tIns="71120" rIns="71120" bIns="71120" numCol="1" spcCol="1270" anchor="ctr" anchorCtr="0">
          <a:noAutofit/>
        </a:bodyPr>
        <a:lstStyle/>
        <a:p>
          <a:pPr marL="0" lvl="0" indent="0" algn="ctr" defTabSz="444500">
            <a:lnSpc>
              <a:spcPct val="90000"/>
            </a:lnSpc>
            <a:spcBef>
              <a:spcPct val="0"/>
            </a:spcBef>
            <a:spcAft>
              <a:spcPct val="35000"/>
            </a:spcAft>
            <a:buNone/>
          </a:pPr>
          <a:r>
            <a:rPr lang="en-GB" sz="1000" kern="1200" dirty="0">
              <a:solidFill>
                <a:schemeClr val="bg2"/>
              </a:solidFill>
            </a:rPr>
            <a:t>Customer Marketing</a:t>
          </a:r>
          <a:endParaRPr lang="en-US" sz="1000" kern="1200" dirty="0">
            <a:solidFill>
              <a:schemeClr val="bg2"/>
            </a:solidFill>
          </a:endParaRPr>
        </a:p>
      </dsp:txBody>
      <dsp:txXfrm rot="-5400000">
        <a:off x="2605143" y="2288623"/>
        <a:ext cx="991313" cy="600795"/>
      </dsp:txXfrm>
    </dsp:sp>
    <dsp:sp modelId="{DE6A05C0-5BB9-4D4E-912C-B3D6D05B387F}">
      <dsp:nvSpPr>
        <dsp:cNvPr id="0" name=""/>
        <dsp:cNvSpPr/>
      </dsp:nvSpPr>
      <dsp:spPr>
        <a:xfrm rot="10800000">
          <a:off x="1310951" y="2538112"/>
          <a:ext cx="1201591" cy="1201591"/>
        </a:xfrm>
        <a:prstGeom prst="downArrow">
          <a:avLst>
            <a:gd name="adj1" fmla="val 50000"/>
            <a:gd name="adj2" fmla="val 35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vert270" wrap="square" lIns="71120" tIns="71120" rIns="71120" bIns="71120" numCol="1" spcCol="1270" anchor="ctr" anchorCtr="0">
          <a:noAutofit/>
        </a:bodyPr>
        <a:lstStyle/>
        <a:p>
          <a:pPr marL="0" lvl="0" indent="0" algn="ctr" defTabSz="444500">
            <a:lnSpc>
              <a:spcPct val="90000"/>
            </a:lnSpc>
            <a:spcBef>
              <a:spcPct val="0"/>
            </a:spcBef>
            <a:spcAft>
              <a:spcPct val="35000"/>
            </a:spcAft>
            <a:buNone/>
          </a:pPr>
          <a:r>
            <a:rPr lang="en-GB" sz="1000" kern="1200" dirty="0">
              <a:solidFill>
                <a:schemeClr val="bg2"/>
              </a:solidFill>
            </a:rPr>
            <a:t>Regional Marketing</a:t>
          </a:r>
          <a:endParaRPr lang="en-US" sz="1000" kern="1200" dirty="0">
            <a:solidFill>
              <a:schemeClr val="bg2"/>
            </a:solidFill>
          </a:endParaRPr>
        </a:p>
      </dsp:txBody>
      <dsp:txXfrm rot="10800000">
        <a:off x="1611349" y="2748390"/>
        <a:ext cx="600795" cy="991313"/>
      </dsp:txXfrm>
    </dsp:sp>
    <dsp:sp modelId="{22069F43-FAE7-447F-9BAC-73978C1E25E1}">
      <dsp:nvSpPr>
        <dsp:cNvPr id="0" name=""/>
        <dsp:cNvSpPr/>
      </dsp:nvSpPr>
      <dsp:spPr>
        <a:xfrm rot="14400000">
          <a:off x="212948" y="1935663"/>
          <a:ext cx="1201591" cy="1201591"/>
        </a:xfrm>
        <a:prstGeom prst="downArrow">
          <a:avLst>
            <a:gd name="adj1" fmla="val 50000"/>
            <a:gd name="adj2" fmla="val 35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1120" tIns="71120" rIns="71120" bIns="71120" numCol="1" spcCol="1270" anchor="ctr" anchorCtr="0">
          <a:noAutofit/>
        </a:bodyPr>
        <a:lstStyle/>
        <a:p>
          <a:pPr marL="0" lvl="0" indent="0" algn="ctr" defTabSz="444500">
            <a:lnSpc>
              <a:spcPct val="90000"/>
            </a:lnSpc>
            <a:spcBef>
              <a:spcPct val="0"/>
            </a:spcBef>
            <a:spcAft>
              <a:spcPct val="35000"/>
            </a:spcAft>
            <a:buNone/>
          </a:pPr>
          <a:r>
            <a:rPr lang="en-GB" sz="1000" kern="1200" dirty="0">
              <a:solidFill>
                <a:schemeClr val="bg2"/>
              </a:solidFill>
            </a:rPr>
            <a:t>Global Comms</a:t>
          </a:r>
          <a:endParaRPr lang="en-US" sz="1000" kern="1200" dirty="0">
            <a:solidFill>
              <a:schemeClr val="bg2"/>
            </a:solidFill>
          </a:endParaRPr>
        </a:p>
      </dsp:txBody>
      <dsp:txXfrm rot="5400000">
        <a:off x="227034" y="2288631"/>
        <a:ext cx="991313" cy="600795"/>
      </dsp:txXfrm>
    </dsp:sp>
    <dsp:sp modelId="{314A7373-E004-4911-BB39-CA6247C73483}">
      <dsp:nvSpPr>
        <dsp:cNvPr id="0" name=""/>
        <dsp:cNvSpPr/>
      </dsp:nvSpPr>
      <dsp:spPr>
        <a:xfrm rot="18000000">
          <a:off x="219906" y="667803"/>
          <a:ext cx="1201591" cy="1201591"/>
        </a:xfrm>
        <a:prstGeom prst="downArrow">
          <a:avLst>
            <a:gd name="adj1" fmla="val 50000"/>
            <a:gd name="adj2" fmla="val 35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1120" tIns="71120" rIns="71120" bIns="71120" numCol="1" spcCol="1270" anchor="ctr" anchorCtr="0">
          <a:noAutofit/>
        </a:bodyPr>
        <a:lstStyle/>
        <a:p>
          <a:pPr marL="0" lvl="0" indent="0" algn="ctr" defTabSz="444500">
            <a:lnSpc>
              <a:spcPct val="90000"/>
            </a:lnSpc>
            <a:spcBef>
              <a:spcPct val="0"/>
            </a:spcBef>
            <a:spcAft>
              <a:spcPct val="35000"/>
            </a:spcAft>
            <a:buNone/>
          </a:pPr>
          <a:r>
            <a:rPr lang="en-GB" sz="1000" kern="1200">
              <a:solidFill>
                <a:schemeClr val="bg2"/>
              </a:solidFill>
            </a:rPr>
            <a:t>Cisco Capitol</a:t>
          </a:r>
          <a:endParaRPr lang="en-US" sz="1000" kern="1200">
            <a:solidFill>
              <a:schemeClr val="bg2"/>
            </a:solidFill>
          </a:endParaRPr>
        </a:p>
      </dsp:txBody>
      <dsp:txXfrm rot="5400000">
        <a:off x="233992" y="915632"/>
        <a:ext cx="991313" cy="600795"/>
      </dsp:txXfrm>
    </dsp:sp>
  </dsp:spTree>
</dsp:drawing>
</file>

<file path=ppt/diagrams/layout1.xml><?xml version="1.0" encoding="utf-8"?>
<dgm:layoutDef xmlns:dgm="http://schemas.openxmlformats.org/drawingml/2006/diagram" xmlns:a="http://schemas.openxmlformats.org/drawingml/2006/main" uniqueId="urn:microsoft.com/office/officeart/2005/8/layout/arrow5">
  <dgm:title val=""/>
  <dgm:desc val=""/>
  <dgm:catLst>
    <dgm:cat type="relationship" pri="6000"/>
    <dgm:cat type="process" pri="31000"/>
  </dgm:catLst>
  <dgm:sampData>
    <dgm:dataModel>
      <dgm:ptLst>
        <dgm:pt modelId="0" type="doc"/>
        <dgm:pt modelId="1">
          <dgm:prSet phldr="1"/>
        </dgm:pt>
        <dgm:pt modelId="2">
          <dgm:prSet phldr="1"/>
        </dgm:pt>
      </dgm:ptLst>
      <dgm:cxnLst>
        <dgm:cxn modelId="4" srcId="0" destId="1" srcOrd="0" destOrd="0"/>
        <dgm:cxn modelId="5" srcId="0" destId="2" srcOrd="1"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diagram">
    <dgm:varLst>
      <dgm:dir/>
      <dgm:resizeHandles val="exact"/>
    </dgm:varLst>
    <dgm:choose name="Name0">
      <dgm:if name="Name1" axis="ch" ptType="node" func="cnt" op="equ" val="2">
        <dgm:choose name="Name2">
          <dgm:if name="Name3" func="var" arg="dir" op="equ" val="norm">
            <dgm:alg type="cycle">
              <dgm:param type="rotPath" val="alongPath"/>
              <dgm:param type="stAng" val="270"/>
            </dgm:alg>
          </dgm:if>
          <dgm:else name="Name4">
            <dgm:alg type="cycle">
              <dgm:param type="rotPath" val="alongPath"/>
              <dgm:param type="stAng" val="90"/>
              <dgm:param type="spanAng" val="-360"/>
            </dgm:alg>
          </dgm:else>
        </dgm:choose>
      </dgm:if>
      <dgm:else name="Name5">
        <dgm:choose name="Name6">
          <dgm:if name="Name7" func="var" arg="dir" op="equ" val="norm">
            <dgm:alg type="cycle">
              <dgm:param type="rotPath" val="alongPath"/>
            </dgm:alg>
          </dgm:if>
          <dgm:else name="Name8">
            <dgm:alg type="cycle">
              <dgm:param type="rotPath" val="alongPath"/>
              <dgm:param type="spanAng" val="-360"/>
            </dgm:alg>
          </dgm:else>
        </dgm:choose>
      </dgm:else>
    </dgm:choose>
    <dgm:shape xmlns:r="http://schemas.openxmlformats.org/officeDocument/2006/relationships" r:blip="">
      <dgm:adjLst/>
    </dgm:shape>
    <dgm:presOf/>
    <dgm:choose name="Name9">
      <dgm:if name="Name10" axis="ch" ptType="node" func="cnt" op="lte" val="2">
        <dgm:constrLst>
          <dgm:constr type="primFontSz" for="ch" ptType="node" op="equ" val="65"/>
          <dgm:constr type="w" for="ch" ptType="node" refType="w"/>
          <dgm:constr type="h" for="ch" ptType="node" refType="w" refFor="ch" refPtType="node" op="equ"/>
          <dgm:constr type="sibSp" refType="w" refFor="ch" refPtType="node" fact="0.1"/>
          <dgm:constr type="sibSp" refType="h" op="lte" fact="0.1"/>
          <dgm:constr type="diam" refType="w" refFor="ch" refPtType="node" op="equ" fact="1.1"/>
        </dgm:constrLst>
      </dgm:if>
      <dgm:if name="Name11" axis="ch" ptType="node" func="cnt" op="equ" val="5">
        <dgm:constrLst>
          <dgm:constr type="primFontSz" for="ch" ptType="node" op="equ" val="65"/>
          <dgm:constr type="w" for="ch" ptType="node" refType="w"/>
          <dgm:constr type="h" for="ch" ptType="node" refType="w" refFor="ch" refPtType="node" op="equ"/>
          <dgm:constr type="sibSp" refType="w" refFor="ch" refPtType="node" fact="-0.2"/>
          <dgm:constr type="sibSp" refType="h" op="lte" fact="0.1"/>
        </dgm:constrLst>
      </dgm:if>
      <dgm:if name="Name12" axis="ch" ptType="node" func="cnt" op="equ" val="6">
        <dgm:constrLst>
          <dgm:constr type="primFontSz" for="ch" ptType="node" op="equ" val="65"/>
          <dgm:constr type="w" for="ch" ptType="node" refType="w"/>
          <dgm:constr type="h" for="ch" ptType="node" refType="w" refFor="ch" refPtType="node" op="equ"/>
          <dgm:constr type="sibSp" refType="w" refFor="ch" refPtType="node" fact="-0.1"/>
          <dgm:constr type="sibSp" refType="h" op="lte" fact="0.1"/>
        </dgm:constrLst>
      </dgm:if>
      <dgm:if name="Name13" axis="ch" ptType="node" func="cnt" op="equ" val="7">
        <dgm:constrLst>
          <dgm:constr type="primFontSz" for="ch" ptType="node" op="equ" val="65"/>
          <dgm:constr type="w" for="ch" ptType="node" refType="w"/>
          <dgm:constr type="h" for="ch" ptType="node" refType="w" refFor="ch" refPtType="node" op="equ"/>
          <dgm:constr type="sibSp" refType="w" refFor="ch" refPtType="node" fact="-0.1"/>
          <dgm:constr type="sibSp" refType="h" op="lte" fact="0.1"/>
        </dgm:constrLst>
      </dgm:if>
      <dgm:if name="Name14" axis="ch" ptType="node" func="cnt" op="equ" val="8">
        <dgm:constrLst>
          <dgm:constr type="primFontSz" for="ch" ptType="node" op="equ" val="65"/>
          <dgm:constr type="w" for="ch" ptType="node" refType="w"/>
          <dgm:constr type="h" for="ch" ptType="node" refType="w" refFor="ch" refPtType="node" op="equ"/>
          <dgm:constr type="sibSp"/>
          <dgm:constr type="sibSp" refType="h" op="lte" fact="0.1"/>
        </dgm:constrLst>
      </dgm:if>
      <dgm:if name="Name15" axis="ch" ptType="node" func="cnt" op="gte" val="9">
        <dgm:constrLst>
          <dgm:constr type="primFontSz" for="ch" ptType="node" op="equ" val="65"/>
          <dgm:constr type="w" for="ch" ptType="node" refType="w"/>
          <dgm:constr type="h" for="ch" ptType="node" refType="w" refFor="ch" refPtType="node" op="equ"/>
          <dgm:constr type="sibSp" refType="w" refFor="ch" refPtType="node" fact="-0.1"/>
          <dgm:constr type="sibSp" refType="h" op="lte" fact="0.1"/>
        </dgm:constrLst>
      </dgm:if>
      <dgm:else name="Name16">
        <dgm:constrLst>
          <dgm:constr type="primFontSz" for="ch" ptType="node" op="equ" val="65"/>
          <dgm:constr type="w" for="ch" ptType="node" refType="w"/>
          <dgm:constr type="h" for="ch" ptType="node" refType="w" refFor="ch" refPtType="node" op="equ"/>
          <dgm:constr type="sibSp" refType="w" refFor="ch" refPtType="node" fact="-0.35"/>
        </dgm:constrLst>
      </dgm:else>
    </dgm:choose>
    <dgm:ruleLst/>
    <dgm:forEach name="Name17" axis="ch" ptType="node">
      <dgm:layoutNode name="arrow">
        <dgm:varLst>
          <dgm:bulletEnabled val="1"/>
        </dgm:varLst>
        <dgm:alg type="tx"/>
        <dgm:shape xmlns:r="http://schemas.openxmlformats.org/officeDocument/2006/relationships" type="downArrow" r:blip="">
          <dgm:adjLst>
            <dgm:adj idx="2" val="0.35"/>
          </dgm:adjLst>
        </dgm:shape>
        <dgm:presOf axis="desOrSelf" ptType="node"/>
        <dgm:constrLst/>
        <dgm:ruleLst>
          <dgm:rule type="primFontSz" val="5" fact="NaN" max="NaN"/>
        </dgm:ruleLst>
      </dgm:layoutNode>
    </dgm:forEach>
  </dgm:layoutNode>
</dgm:layoutDef>
</file>

<file path=ppt/diagrams/layout2.xml><?xml version="1.0" encoding="utf-8"?>
<dgm:layoutDef xmlns:dgm="http://schemas.openxmlformats.org/drawingml/2006/diagram" xmlns:a="http://schemas.openxmlformats.org/drawingml/2006/main" uniqueId="urn:microsoft.com/office/officeart/2005/8/layout/arrow5">
  <dgm:title val=""/>
  <dgm:desc val=""/>
  <dgm:catLst>
    <dgm:cat type="relationship" pri="6000"/>
    <dgm:cat type="process" pri="31000"/>
  </dgm:catLst>
  <dgm:sampData>
    <dgm:dataModel>
      <dgm:ptLst>
        <dgm:pt modelId="0" type="doc"/>
        <dgm:pt modelId="1">
          <dgm:prSet phldr="1"/>
        </dgm:pt>
        <dgm:pt modelId="2">
          <dgm:prSet phldr="1"/>
        </dgm:pt>
      </dgm:ptLst>
      <dgm:cxnLst>
        <dgm:cxn modelId="4" srcId="0" destId="1" srcOrd="0" destOrd="0"/>
        <dgm:cxn modelId="5" srcId="0" destId="2" srcOrd="1"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diagram">
    <dgm:varLst>
      <dgm:dir/>
      <dgm:resizeHandles val="exact"/>
    </dgm:varLst>
    <dgm:choose name="Name0">
      <dgm:if name="Name1" axis="ch" ptType="node" func="cnt" op="equ" val="2">
        <dgm:choose name="Name2">
          <dgm:if name="Name3" func="var" arg="dir" op="equ" val="norm">
            <dgm:alg type="cycle">
              <dgm:param type="rotPath" val="alongPath"/>
              <dgm:param type="stAng" val="270"/>
            </dgm:alg>
          </dgm:if>
          <dgm:else name="Name4">
            <dgm:alg type="cycle">
              <dgm:param type="rotPath" val="alongPath"/>
              <dgm:param type="stAng" val="90"/>
              <dgm:param type="spanAng" val="-360"/>
            </dgm:alg>
          </dgm:else>
        </dgm:choose>
      </dgm:if>
      <dgm:else name="Name5">
        <dgm:choose name="Name6">
          <dgm:if name="Name7" func="var" arg="dir" op="equ" val="norm">
            <dgm:alg type="cycle">
              <dgm:param type="rotPath" val="alongPath"/>
            </dgm:alg>
          </dgm:if>
          <dgm:else name="Name8">
            <dgm:alg type="cycle">
              <dgm:param type="rotPath" val="alongPath"/>
              <dgm:param type="spanAng" val="-360"/>
            </dgm:alg>
          </dgm:else>
        </dgm:choose>
      </dgm:else>
    </dgm:choose>
    <dgm:shape xmlns:r="http://schemas.openxmlformats.org/officeDocument/2006/relationships" r:blip="">
      <dgm:adjLst/>
    </dgm:shape>
    <dgm:presOf/>
    <dgm:choose name="Name9">
      <dgm:if name="Name10" axis="ch" ptType="node" func="cnt" op="lte" val="2">
        <dgm:constrLst>
          <dgm:constr type="primFontSz" for="ch" ptType="node" op="equ" val="65"/>
          <dgm:constr type="w" for="ch" ptType="node" refType="w"/>
          <dgm:constr type="h" for="ch" ptType="node" refType="w" refFor="ch" refPtType="node" op="equ"/>
          <dgm:constr type="sibSp" refType="w" refFor="ch" refPtType="node" fact="0.1"/>
          <dgm:constr type="sibSp" refType="h" op="lte" fact="0.1"/>
          <dgm:constr type="diam" refType="w" refFor="ch" refPtType="node" op="equ" fact="1.1"/>
        </dgm:constrLst>
      </dgm:if>
      <dgm:if name="Name11" axis="ch" ptType="node" func="cnt" op="equ" val="5">
        <dgm:constrLst>
          <dgm:constr type="primFontSz" for="ch" ptType="node" op="equ" val="65"/>
          <dgm:constr type="w" for="ch" ptType="node" refType="w"/>
          <dgm:constr type="h" for="ch" ptType="node" refType="w" refFor="ch" refPtType="node" op="equ"/>
          <dgm:constr type="sibSp" refType="w" refFor="ch" refPtType="node" fact="-0.2"/>
          <dgm:constr type="sibSp" refType="h" op="lte" fact="0.1"/>
        </dgm:constrLst>
      </dgm:if>
      <dgm:if name="Name12" axis="ch" ptType="node" func="cnt" op="equ" val="6">
        <dgm:constrLst>
          <dgm:constr type="primFontSz" for="ch" ptType="node" op="equ" val="65"/>
          <dgm:constr type="w" for="ch" ptType="node" refType="w"/>
          <dgm:constr type="h" for="ch" ptType="node" refType="w" refFor="ch" refPtType="node" op="equ"/>
          <dgm:constr type="sibSp" refType="w" refFor="ch" refPtType="node" fact="-0.1"/>
          <dgm:constr type="sibSp" refType="h" op="lte" fact="0.1"/>
        </dgm:constrLst>
      </dgm:if>
      <dgm:if name="Name13" axis="ch" ptType="node" func="cnt" op="equ" val="7">
        <dgm:constrLst>
          <dgm:constr type="primFontSz" for="ch" ptType="node" op="equ" val="65"/>
          <dgm:constr type="w" for="ch" ptType="node" refType="w"/>
          <dgm:constr type="h" for="ch" ptType="node" refType="w" refFor="ch" refPtType="node" op="equ"/>
          <dgm:constr type="sibSp" refType="w" refFor="ch" refPtType="node" fact="-0.1"/>
          <dgm:constr type="sibSp" refType="h" op="lte" fact="0.1"/>
        </dgm:constrLst>
      </dgm:if>
      <dgm:if name="Name14" axis="ch" ptType="node" func="cnt" op="equ" val="8">
        <dgm:constrLst>
          <dgm:constr type="primFontSz" for="ch" ptType="node" op="equ" val="65"/>
          <dgm:constr type="w" for="ch" ptType="node" refType="w"/>
          <dgm:constr type="h" for="ch" ptType="node" refType="w" refFor="ch" refPtType="node" op="equ"/>
          <dgm:constr type="sibSp"/>
          <dgm:constr type="sibSp" refType="h" op="lte" fact="0.1"/>
        </dgm:constrLst>
      </dgm:if>
      <dgm:if name="Name15" axis="ch" ptType="node" func="cnt" op="gte" val="9">
        <dgm:constrLst>
          <dgm:constr type="primFontSz" for="ch" ptType="node" op="equ" val="65"/>
          <dgm:constr type="w" for="ch" ptType="node" refType="w"/>
          <dgm:constr type="h" for="ch" ptType="node" refType="w" refFor="ch" refPtType="node" op="equ"/>
          <dgm:constr type="sibSp" refType="w" refFor="ch" refPtType="node" fact="-0.1"/>
          <dgm:constr type="sibSp" refType="h" op="lte" fact="0.1"/>
        </dgm:constrLst>
      </dgm:if>
      <dgm:else name="Name16">
        <dgm:constrLst>
          <dgm:constr type="primFontSz" for="ch" ptType="node" op="equ" val="65"/>
          <dgm:constr type="w" for="ch" ptType="node" refType="w"/>
          <dgm:constr type="h" for="ch" ptType="node" refType="w" refFor="ch" refPtType="node" op="equ"/>
          <dgm:constr type="sibSp" refType="w" refFor="ch" refPtType="node" fact="-0.35"/>
        </dgm:constrLst>
      </dgm:else>
    </dgm:choose>
    <dgm:ruleLst/>
    <dgm:forEach name="Name17" axis="ch" ptType="node">
      <dgm:layoutNode name="arrow">
        <dgm:varLst>
          <dgm:bulletEnabled val="1"/>
        </dgm:varLst>
        <dgm:alg type="tx"/>
        <dgm:shape xmlns:r="http://schemas.openxmlformats.org/officeDocument/2006/relationships" type="downArrow" r:blip="">
          <dgm:adjLst>
            <dgm:adj idx="2" val="0.35"/>
          </dgm:adjLst>
        </dgm:shape>
        <dgm:presOf axis="desOrSelf" ptType="node"/>
        <dgm:constrLst/>
        <dgm:ruleLst>
          <dgm:rule type="primFontSz" val="5" fact="NaN" max="NaN"/>
        </dgm:ruleLst>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7.sv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8.sv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9.sv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sv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7.sv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8.sv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2.sv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13.svg"/><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14.svg"/><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Midnight">
    <p:spTree>
      <p:nvGrpSpPr>
        <p:cNvPr id="1" name=""/>
        <p:cNvGrpSpPr/>
        <p:nvPr/>
      </p:nvGrpSpPr>
      <p:grpSpPr>
        <a:xfrm>
          <a:off x="0" y="0"/>
          <a:ext cx="0" cy="0"/>
          <a:chOff x="0" y="0"/>
          <a:chExt cx="0" cy="0"/>
        </a:xfrm>
      </p:grpSpPr>
      <p:pic>
        <p:nvPicPr>
          <p:cNvPr id="25" name="Picture 7">
            <a:extLst>
              <a:ext uri="{FF2B5EF4-FFF2-40B4-BE49-F238E27FC236}">
                <a16:creationId xmlns:a16="http://schemas.microsoft.com/office/drawing/2014/main" id="{C5A29C15-48D7-6644-9164-6F819B3D7D84}"/>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a:stretch/>
        </p:blipFill>
        <p:spPr>
          <a:xfrm>
            <a:off x="10868042" y="431800"/>
            <a:ext cx="714359" cy="375341"/>
          </a:xfrm>
          <a:prstGeom prst="rect">
            <a:avLst/>
          </a:prstGeom>
        </p:spPr>
      </p:pic>
      <p:sp>
        <p:nvSpPr>
          <p:cNvPr id="7" name="Title 1">
            <a:extLst>
              <a:ext uri="{FF2B5EF4-FFF2-40B4-BE49-F238E27FC236}">
                <a16:creationId xmlns:a16="http://schemas.microsoft.com/office/drawing/2014/main" id="{FB1806B9-59E1-8EE1-4B4C-90B4D0E1F8B6}"/>
              </a:ext>
            </a:extLst>
          </p:cNvPr>
          <p:cNvSpPr>
            <a:spLocks noGrp="1"/>
          </p:cNvSpPr>
          <p:nvPr>
            <p:ph type="ctrTitle" hasCustomPrompt="1"/>
          </p:nvPr>
        </p:nvSpPr>
        <p:spPr>
          <a:xfrm>
            <a:off x="609600" y="3200817"/>
            <a:ext cx="10972800" cy="1504200"/>
          </a:xfrm>
          <a:prstGeom prst="rect">
            <a:avLst/>
          </a:prstGeom>
        </p:spPr>
        <p:txBody>
          <a:bodyPr lIns="0" tIns="0" rIns="0" bIns="0" anchor="b" anchorCtr="0"/>
          <a:lstStyle>
            <a:lvl1pPr marL="0" indent="0" algn="r">
              <a:lnSpc>
                <a:spcPct val="90000"/>
              </a:lnSpc>
              <a:buFont typeface="Arial" panose="020B0604020202020204" pitchFamily="34" charset="0"/>
              <a:buNone/>
              <a:defRPr sz="5400" b="0" i="0" spc="0" baseline="0">
                <a:solidFill>
                  <a:schemeClr val="bg1"/>
                </a:solidFill>
                <a:latin typeface="CiscoSansTT ExtraLight" panose="020B0303020201020303" pitchFamily="34" charset="0"/>
                <a:cs typeface="CiscoSansTT ExtraLight"/>
              </a:defRPr>
            </a:lvl1pPr>
          </a:lstStyle>
          <a:p>
            <a:r>
              <a:rPr lang="en-GB" dirty="0"/>
              <a:t>Presentation title </a:t>
            </a:r>
            <a:br>
              <a:rPr lang="en-GB" dirty="0"/>
            </a:br>
            <a:r>
              <a:rPr lang="en-GB" dirty="0"/>
              <a:t>goes here</a:t>
            </a:r>
            <a:endParaRPr lang="en-US" dirty="0"/>
          </a:p>
        </p:txBody>
      </p:sp>
      <p:sp>
        <p:nvSpPr>
          <p:cNvPr id="11" name="Subtitle">
            <a:extLst>
              <a:ext uri="{FF2B5EF4-FFF2-40B4-BE49-F238E27FC236}">
                <a16:creationId xmlns:a16="http://schemas.microsoft.com/office/drawing/2014/main" id="{0752FE33-C659-2420-3AB6-DE44957C4B0C}"/>
              </a:ext>
            </a:extLst>
          </p:cNvPr>
          <p:cNvSpPr>
            <a:spLocks noGrp="1"/>
          </p:cNvSpPr>
          <p:nvPr>
            <p:ph type="body" sz="quarter" idx="13" hasCustomPrompt="1"/>
          </p:nvPr>
        </p:nvSpPr>
        <p:spPr>
          <a:xfrm>
            <a:off x="609600" y="4807254"/>
            <a:ext cx="10972800" cy="398668"/>
          </a:xfrm>
          <a:prstGeom prst="rect">
            <a:avLst/>
          </a:prstGeom>
        </p:spPr>
        <p:txBody>
          <a:bodyPr lIns="0" tIns="0" rIns="0" bIns="0"/>
          <a:lstStyle>
            <a:lvl1pPr marL="0" indent="0" algn="r">
              <a:buFont typeface="Arial" panose="020B0604020202020204" pitchFamily="34" charset="0"/>
              <a:buNone/>
              <a:defRPr sz="20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Subtitle goes here</a:t>
            </a:r>
          </a:p>
        </p:txBody>
      </p:sp>
      <p:sp>
        <p:nvSpPr>
          <p:cNvPr id="12" name="Speaker Name">
            <a:extLst>
              <a:ext uri="{FF2B5EF4-FFF2-40B4-BE49-F238E27FC236}">
                <a16:creationId xmlns:a16="http://schemas.microsoft.com/office/drawing/2014/main" id="{41F71C68-0397-BAD0-2DDC-F934B0E3B241}"/>
              </a:ext>
            </a:extLst>
          </p:cNvPr>
          <p:cNvSpPr>
            <a:spLocks noGrp="1"/>
          </p:cNvSpPr>
          <p:nvPr>
            <p:ph type="subTitle" idx="1" hasCustomPrompt="1"/>
          </p:nvPr>
        </p:nvSpPr>
        <p:spPr>
          <a:xfrm>
            <a:off x="609600" y="5314225"/>
            <a:ext cx="10972800" cy="807177"/>
          </a:xfrm>
          <a:prstGeom prst="rect">
            <a:avLst/>
          </a:prstGeom>
        </p:spPr>
        <p:txBody>
          <a:bodyPr lIns="0" tIns="0" rIns="0" bIns="0" anchor="t" anchorCtr="0">
            <a:noAutofit/>
          </a:bodyPr>
          <a:lstStyle>
            <a:lvl1pPr marL="0" indent="0" algn="r">
              <a:lnSpc>
                <a:spcPct val="100000"/>
              </a:lnSpc>
              <a:spcBef>
                <a:spcPts val="0"/>
              </a:spcBef>
              <a:spcAft>
                <a:spcPts val="1600"/>
              </a:spcAft>
              <a:buNone/>
              <a:defRPr sz="1300" b="0" i="0">
                <a:solidFill>
                  <a:schemeClr val="tx1"/>
                </a:solidFill>
                <a:latin typeface="CiscoSansTT Light" panose="020B0503020201020303" pitchFamily="34" charset="0"/>
                <a:cs typeface="CiscoSansTT Light" panose="020B0503020201020303" pitchFamily="34" charset="0"/>
              </a:defRPr>
            </a:lvl1pPr>
            <a:lvl2pPr marL="457138" indent="0" algn="ctr">
              <a:buNone/>
              <a:defRPr>
                <a:solidFill>
                  <a:schemeClr val="tx1">
                    <a:tint val="75000"/>
                  </a:schemeClr>
                </a:solidFill>
              </a:defRPr>
            </a:lvl2pPr>
            <a:lvl3pPr marL="914286" indent="0" algn="ctr">
              <a:buNone/>
              <a:defRPr>
                <a:solidFill>
                  <a:schemeClr val="tx1">
                    <a:tint val="75000"/>
                  </a:schemeClr>
                </a:solidFill>
              </a:defRPr>
            </a:lvl3pPr>
            <a:lvl4pPr marL="1371427" indent="0" algn="ctr">
              <a:buNone/>
              <a:defRPr>
                <a:solidFill>
                  <a:schemeClr val="tx1">
                    <a:tint val="75000"/>
                  </a:schemeClr>
                </a:solidFill>
              </a:defRPr>
            </a:lvl4pPr>
            <a:lvl5pPr marL="1828573" indent="0" algn="ctr">
              <a:buNone/>
              <a:defRPr>
                <a:solidFill>
                  <a:schemeClr val="tx1">
                    <a:tint val="75000"/>
                  </a:schemeClr>
                </a:solidFill>
              </a:defRPr>
            </a:lvl5pPr>
            <a:lvl6pPr marL="2285711" indent="0" algn="ctr">
              <a:buNone/>
              <a:defRPr>
                <a:solidFill>
                  <a:schemeClr val="tx1">
                    <a:tint val="75000"/>
                  </a:schemeClr>
                </a:solidFill>
              </a:defRPr>
            </a:lvl6pPr>
            <a:lvl7pPr marL="2742858" indent="0" algn="ctr">
              <a:buNone/>
              <a:defRPr>
                <a:solidFill>
                  <a:schemeClr val="tx1">
                    <a:tint val="75000"/>
                  </a:schemeClr>
                </a:solidFill>
              </a:defRPr>
            </a:lvl7pPr>
            <a:lvl8pPr marL="3200000" indent="0" algn="ctr">
              <a:buNone/>
              <a:defRPr>
                <a:solidFill>
                  <a:schemeClr val="tx1">
                    <a:tint val="75000"/>
                  </a:schemeClr>
                </a:solidFill>
              </a:defRPr>
            </a:lvl8pPr>
            <a:lvl9pPr marL="3657146" indent="0" algn="ctr">
              <a:buNone/>
              <a:defRPr>
                <a:solidFill>
                  <a:schemeClr val="tx1">
                    <a:tint val="75000"/>
                  </a:schemeClr>
                </a:solidFill>
              </a:defRPr>
            </a:lvl9pPr>
          </a:lstStyle>
          <a:p>
            <a:r>
              <a:rPr lang="en-GB" dirty="0"/>
              <a:t>Speaker name, Speaker title </a:t>
            </a:r>
            <a:br>
              <a:rPr lang="en-GB" dirty="0"/>
            </a:br>
            <a:r>
              <a:rPr lang="en-GB" dirty="0"/>
              <a:t>Department</a:t>
            </a:r>
          </a:p>
          <a:p>
            <a:r>
              <a:rPr lang="en-GB" dirty="0"/>
              <a:t>Date</a:t>
            </a:r>
            <a:endParaRPr lang="en-US" dirty="0"/>
          </a:p>
        </p:txBody>
      </p:sp>
      <p:pic>
        <p:nvPicPr>
          <p:cNvPr id="14" name="Picture 13" descr="A close up of a bicycle wheel&#10;&#10;Description automatically generated with medium confidence">
            <a:extLst>
              <a:ext uri="{FF2B5EF4-FFF2-40B4-BE49-F238E27FC236}">
                <a16:creationId xmlns:a16="http://schemas.microsoft.com/office/drawing/2014/main" id="{5AE25C7A-1249-BCF4-6A15-0E65F3B81FA1}"/>
              </a:ext>
            </a:extLst>
          </p:cNvPr>
          <p:cNvPicPr>
            <a:picLocks noChangeAspect="1"/>
          </p:cNvPicPr>
          <p:nvPr/>
        </p:nvPicPr>
        <p:blipFill rotWithShape="1">
          <a:blip r:embed="rId3"/>
          <a:srcRect l="36612" t="37880"/>
          <a:stretch/>
        </p:blipFill>
        <p:spPr>
          <a:xfrm>
            <a:off x="0" y="0"/>
            <a:ext cx="3302296" cy="3186368"/>
          </a:xfrm>
          <a:prstGeom prst="rect">
            <a:avLst/>
          </a:prstGeom>
        </p:spPr>
      </p:pic>
    </p:spTree>
    <p:extLst>
      <p:ext uri="{BB962C8B-B14F-4D97-AF65-F5344CB8AC3E}">
        <p14:creationId xmlns:p14="http://schemas.microsoft.com/office/powerpoint/2010/main" val="1250207692"/>
      </p:ext>
    </p:extLst>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Title Midnight 2">
    <p:spTree>
      <p:nvGrpSpPr>
        <p:cNvPr id="1" name=""/>
        <p:cNvGrpSpPr/>
        <p:nvPr/>
      </p:nvGrpSpPr>
      <p:grpSpPr>
        <a:xfrm>
          <a:off x="0" y="0"/>
          <a:ext cx="0" cy="0"/>
          <a:chOff x="0" y="0"/>
          <a:chExt cx="0" cy="0"/>
        </a:xfrm>
      </p:grpSpPr>
      <p:pic>
        <p:nvPicPr>
          <p:cNvPr id="11" name="Picture 7">
            <a:extLst>
              <a:ext uri="{FF2B5EF4-FFF2-40B4-BE49-F238E27FC236}">
                <a16:creationId xmlns:a16="http://schemas.microsoft.com/office/drawing/2014/main" id="{3E07EA67-4FBD-37ED-ACE3-23D90A302FCD}"/>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a:stretch/>
        </p:blipFill>
        <p:spPr>
          <a:xfrm>
            <a:off x="10868042" y="431800"/>
            <a:ext cx="714359" cy="375341"/>
          </a:xfrm>
          <a:prstGeom prst="rect">
            <a:avLst/>
          </a:prstGeom>
        </p:spPr>
      </p:pic>
      <p:sp>
        <p:nvSpPr>
          <p:cNvPr id="12" name="Title 1">
            <a:extLst>
              <a:ext uri="{FF2B5EF4-FFF2-40B4-BE49-F238E27FC236}">
                <a16:creationId xmlns:a16="http://schemas.microsoft.com/office/drawing/2014/main" id="{6C8A8D07-FD7D-5E31-8AB8-9278D8751FF2}"/>
              </a:ext>
            </a:extLst>
          </p:cNvPr>
          <p:cNvSpPr>
            <a:spLocks noGrp="1"/>
          </p:cNvSpPr>
          <p:nvPr>
            <p:ph type="ctrTitle" hasCustomPrompt="1"/>
          </p:nvPr>
        </p:nvSpPr>
        <p:spPr>
          <a:xfrm>
            <a:off x="609600" y="3200817"/>
            <a:ext cx="10972800" cy="1504200"/>
          </a:xfrm>
          <a:prstGeom prst="rect">
            <a:avLst/>
          </a:prstGeom>
        </p:spPr>
        <p:txBody>
          <a:bodyPr lIns="0" tIns="0" rIns="0" bIns="0" anchor="b" anchorCtr="0"/>
          <a:lstStyle>
            <a:lvl1pPr marL="0" indent="0" algn="r">
              <a:lnSpc>
                <a:spcPct val="90000"/>
              </a:lnSpc>
              <a:buFont typeface="Arial" panose="020B0604020202020204" pitchFamily="34" charset="0"/>
              <a:buNone/>
              <a:defRPr sz="5400" b="0" i="0" spc="0" baseline="0">
                <a:solidFill>
                  <a:schemeClr val="bg1"/>
                </a:solidFill>
                <a:latin typeface="CiscoSansTT ExtraLight" panose="020B0303020201020303" pitchFamily="34" charset="0"/>
                <a:cs typeface="CiscoSansTT ExtraLight"/>
              </a:defRPr>
            </a:lvl1pPr>
          </a:lstStyle>
          <a:p>
            <a:r>
              <a:rPr lang="en-GB" dirty="0"/>
              <a:t>Presentation title </a:t>
            </a:r>
            <a:br>
              <a:rPr lang="en-GB" dirty="0"/>
            </a:br>
            <a:r>
              <a:rPr lang="en-GB" dirty="0"/>
              <a:t>goes here</a:t>
            </a:r>
            <a:endParaRPr lang="en-US" dirty="0"/>
          </a:p>
        </p:txBody>
      </p:sp>
      <p:sp>
        <p:nvSpPr>
          <p:cNvPr id="13" name="Subtitle">
            <a:extLst>
              <a:ext uri="{FF2B5EF4-FFF2-40B4-BE49-F238E27FC236}">
                <a16:creationId xmlns:a16="http://schemas.microsoft.com/office/drawing/2014/main" id="{66F1F590-BFCB-FED9-A671-92A04C309DC6}"/>
              </a:ext>
            </a:extLst>
          </p:cNvPr>
          <p:cNvSpPr>
            <a:spLocks noGrp="1"/>
          </p:cNvSpPr>
          <p:nvPr>
            <p:ph type="body" sz="quarter" idx="13" hasCustomPrompt="1"/>
          </p:nvPr>
        </p:nvSpPr>
        <p:spPr>
          <a:xfrm>
            <a:off x="609600" y="4807254"/>
            <a:ext cx="10972800" cy="398668"/>
          </a:xfrm>
          <a:prstGeom prst="rect">
            <a:avLst/>
          </a:prstGeom>
        </p:spPr>
        <p:txBody>
          <a:bodyPr lIns="0" tIns="0" rIns="0" bIns="0"/>
          <a:lstStyle>
            <a:lvl1pPr marL="0" indent="0" algn="r">
              <a:buFont typeface="Arial" panose="020B0604020202020204" pitchFamily="34" charset="0"/>
              <a:buNone/>
              <a:defRPr sz="20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Subtitle goes here</a:t>
            </a:r>
          </a:p>
        </p:txBody>
      </p:sp>
      <p:sp>
        <p:nvSpPr>
          <p:cNvPr id="14" name="Speaker Name">
            <a:extLst>
              <a:ext uri="{FF2B5EF4-FFF2-40B4-BE49-F238E27FC236}">
                <a16:creationId xmlns:a16="http://schemas.microsoft.com/office/drawing/2014/main" id="{8A19B5E2-7CFA-E5A2-3774-526865A55811}"/>
              </a:ext>
            </a:extLst>
          </p:cNvPr>
          <p:cNvSpPr>
            <a:spLocks noGrp="1"/>
          </p:cNvSpPr>
          <p:nvPr>
            <p:ph type="subTitle" idx="1" hasCustomPrompt="1"/>
          </p:nvPr>
        </p:nvSpPr>
        <p:spPr>
          <a:xfrm>
            <a:off x="609600" y="5314225"/>
            <a:ext cx="10972800" cy="807177"/>
          </a:xfrm>
          <a:prstGeom prst="rect">
            <a:avLst/>
          </a:prstGeom>
        </p:spPr>
        <p:txBody>
          <a:bodyPr lIns="0" tIns="0" rIns="0" bIns="0" anchor="t" anchorCtr="0">
            <a:noAutofit/>
          </a:bodyPr>
          <a:lstStyle>
            <a:lvl1pPr marL="0" indent="0" algn="r">
              <a:lnSpc>
                <a:spcPct val="100000"/>
              </a:lnSpc>
              <a:spcBef>
                <a:spcPts val="0"/>
              </a:spcBef>
              <a:spcAft>
                <a:spcPts val="1600"/>
              </a:spcAft>
              <a:buNone/>
              <a:defRPr sz="1300" b="0" i="0">
                <a:solidFill>
                  <a:schemeClr val="tx1"/>
                </a:solidFill>
                <a:latin typeface="CiscoSansTT Light" panose="020B0503020201020303" pitchFamily="34" charset="0"/>
                <a:cs typeface="CiscoSansTT Light" panose="020B0503020201020303" pitchFamily="34" charset="0"/>
              </a:defRPr>
            </a:lvl1pPr>
            <a:lvl2pPr marL="457138" indent="0" algn="ctr">
              <a:buNone/>
              <a:defRPr>
                <a:solidFill>
                  <a:schemeClr val="tx1">
                    <a:tint val="75000"/>
                  </a:schemeClr>
                </a:solidFill>
              </a:defRPr>
            </a:lvl2pPr>
            <a:lvl3pPr marL="914286" indent="0" algn="ctr">
              <a:buNone/>
              <a:defRPr>
                <a:solidFill>
                  <a:schemeClr val="tx1">
                    <a:tint val="75000"/>
                  </a:schemeClr>
                </a:solidFill>
              </a:defRPr>
            </a:lvl3pPr>
            <a:lvl4pPr marL="1371427" indent="0" algn="ctr">
              <a:buNone/>
              <a:defRPr>
                <a:solidFill>
                  <a:schemeClr val="tx1">
                    <a:tint val="75000"/>
                  </a:schemeClr>
                </a:solidFill>
              </a:defRPr>
            </a:lvl4pPr>
            <a:lvl5pPr marL="1828573" indent="0" algn="ctr">
              <a:buNone/>
              <a:defRPr>
                <a:solidFill>
                  <a:schemeClr val="tx1">
                    <a:tint val="75000"/>
                  </a:schemeClr>
                </a:solidFill>
              </a:defRPr>
            </a:lvl5pPr>
            <a:lvl6pPr marL="2285711" indent="0" algn="ctr">
              <a:buNone/>
              <a:defRPr>
                <a:solidFill>
                  <a:schemeClr val="tx1">
                    <a:tint val="75000"/>
                  </a:schemeClr>
                </a:solidFill>
              </a:defRPr>
            </a:lvl6pPr>
            <a:lvl7pPr marL="2742858" indent="0" algn="ctr">
              <a:buNone/>
              <a:defRPr>
                <a:solidFill>
                  <a:schemeClr val="tx1">
                    <a:tint val="75000"/>
                  </a:schemeClr>
                </a:solidFill>
              </a:defRPr>
            </a:lvl7pPr>
            <a:lvl8pPr marL="3200000" indent="0" algn="ctr">
              <a:buNone/>
              <a:defRPr>
                <a:solidFill>
                  <a:schemeClr val="tx1">
                    <a:tint val="75000"/>
                  </a:schemeClr>
                </a:solidFill>
              </a:defRPr>
            </a:lvl8pPr>
            <a:lvl9pPr marL="3657146" indent="0" algn="ctr">
              <a:buNone/>
              <a:defRPr>
                <a:solidFill>
                  <a:schemeClr val="tx1">
                    <a:tint val="75000"/>
                  </a:schemeClr>
                </a:solidFill>
              </a:defRPr>
            </a:lvl9pPr>
          </a:lstStyle>
          <a:p>
            <a:r>
              <a:rPr lang="en-GB" dirty="0"/>
              <a:t>Speaker name, Speaker title </a:t>
            </a:r>
            <a:br>
              <a:rPr lang="en-GB" dirty="0"/>
            </a:br>
            <a:r>
              <a:rPr lang="en-GB" dirty="0"/>
              <a:t>Department</a:t>
            </a:r>
          </a:p>
          <a:p>
            <a:r>
              <a:rPr lang="en-GB" dirty="0"/>
              <a:t>Date</a:t>
            </a:r>
            <a:endParaRPr lang="en-US" dirty="0"/>
          </a:p>
        </p:txBody>
      </p:sp>
      <p:pic>
        <p:nvPicPr>
          <p:cNvPr id="17" name="Graphic 16">
            <a:extLst>
              <a:ext uri="{FF2B5EF4-FFF2-40B4-BE49-F238E27FC236}">
                <a16:creationId xmlns:a16="http://schemas.microsoft.com/office/drawing/2014/main" id="{B1556834-75D2-108A-B33C-79765E2C9CFB}"/>
              </a:ext>
            </a:extLst>
          </p:cNvPr>
          <p:cNvPicPr>
            <a:picLocks noChangeAspect="1"/>
          </p:cNvPicPr>
          <p:nvPr/>
        </p:nvPicPr>
        <p:blipFill rotWithShape="1">
          <a:blip>
            <a:extLst>
              <a:ext uri="{96DAC541-7B7A-43D3-8B79-37D633B846F1}">
                <asvg:svgBlip xmlns:asvg="http://schemas.microsoft.com/office/drawing/2016/SVG/main" r:embed="rId3"/>
              </a:ext>
            </a:extLst>
          </a:blip>
          <a:srcRect l="40057" t="41915" b="1534"/>
          <a:stretch/>
        </p:blipFill>
        <p:spPr>
          <a:xfrm>
            <a:off x="22034" y="-2219"/>
            <a:ext cx="7116956" cy="6720012"/>
          </a:xfrm>
          <a:prstGeom prst="rect">
            <a:avLst/>
          </a:prstGeom>
        </p:spPr>
      </p:pic>
    </p:spTree>
    <p:extLst>
      <p:ext uri="{BB962C8B-B14F-4D97-AF65-F5344CB8AC3E}">
        <p14:creationId xmlns:p14="http://schemas.microsoft.com/office/powerpoint/2010/main" val="1193917504"/>
      </p:ext>
    </p:extLst>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Sky Title Midnight Left">
    <p:bg>
      <p:bgPr>
        <a:solidFill>
          <a:schemeClr val="accent1"/>
        </a:solidFill>
        <a:effectLst/>
      </p:bgPr>
    </p:bg>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4C42D79D-196D-79B2-C9D9-9E420F6F7382}"/>
              </a:ext>
            </a:extLst>
          </p:cNvPr>
          <p:cNvSpPr>
            <a:spLocks noGrp="1"/>
          </p:cNvSpPr>
          <p:nvPr>
            <p:ph type="ctrTitle" hasCustomPrompt="1"/>
          </p:nvPr>
        </p:nvSpPr>
        <p:spPr>
          <a:xfrm>
            <a:off x="628011" y="3200817"/>
            <a:ext cx="10962553" cy="1504200"/>
          </a:xfrm>
          <a:prstGeom prst="rect">
            <a:avLst/>
          </a:prstGeom>
          <a:noFill/>
        </p:spPr>
        <p:txBody>
          <a:bodyPr lIns="0" tIns="0" rIns="0" bIns="0" anchor="b" anchorCtr="0"/>
          <a:lstStyle>
            <a:lvl1pPr marL="0" indent="0" algn="l">
              <a:lnSpc>
                <a:spcPct val="90000"/>
              </a:lnSpc>
              <a:buFont typeface="Arial" panose="020B0604020202020204" pitchFamily="34" charset="0"/>
              <a:buNone/>
              <a:defRPr sz="5400" b="0" i="0" spc="0" baseline="0">
                <a:solidFill>
                  <a:schemeClr val="bg1"/>
                </a:solidFill>
                <a:latin typeface="CiscoSansTT ExtraLight" panose="020B0303020201020303" pitchFamily="34" charset="0"/>
                <a:cs typeface="CiscoSansTT ExtraLight"/>
              </a:defRPr>
            </a:lvl1pPr>
          </a:lstStyle>
          <a:p>
            <a:r>
              <a:rPr lang="en-GB" dirty="0"/>
              <a:t>Presentation title </a:t>
            </a:r>
            <a:br>
              <a:rPr lang="en-GB" dirty="0"/>
            </a:br>
            <a:r>
              <a:rPr lang="en-GB" dirty="0"/>
              <a:t>goes here</a:t>
            </a:r>
            <a:endParaRPr lang="en-US" dirty="0"/>
          </a:p>
        </p:txBody>
      </p:sp>
      <p:sp>
        <p:nvSpPr>
          <p:cNvPr id="8" name="Subtitle">
            <a:extLst>
              <a:ext uri="{FF2B5EF4-FFF2-40B4-BE49-F238E27FC236}">
                <a16:creationId xmlns:a16="http://schemas.microsoft.com/office/drawing/2014/main" id="{8D946DB3-26D2-2EE1-728C-7D32C4930F2E}"/>
              </a:ext>
            </a:extLst>
          </p:cNvPr>
          <p:cNvSpPr>
            <a:spLocks noGrp="1"/>
          </p:cNvSpPr>
          <p:nvPr>
            <p:ph type="body" sz="quarter" idx="13" hasCustomPrompt="1"/>
          </p:nvPr>
        </p:nvSpPr>
        <p:spPr>
          <a:xfrm>
            <a:off x="628011" y="4807254"/>
            <a:ext cx="10962553" cy="398668"/>
          </a:xfrm>
          <a:prstGeom prst="rect">
            <a:avLst/>
          </a:prstGeom>
          <a:noFill/>
        </p:spPr>
        <p:txBody>
          <a:bodyPr lIns="0" tIns="0" rIns="0" bIns="0"/>
          <a:lstStyle>
            <a:lvl1pPr marL="0" indent="0" algn="l">
              <a:buFont typeface="Arial" panose="020B0604020202020204" pitchFamily="34" charset="0"/>
              <a:buNone/>
              <a:defRPr sz="2000" b="0" i="0" baseline="0">
                <a:solidFill>
                  <a:schemeClr val="bg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Subtitle goes here</a:t>
            </a:r>
          </a:p>
        </p:txBody>
      </p:sp>
      <p:sp>
        <p:nvSpPr>
          <p:cNvPr id="12" name="Subtitle 2">
            <a:extLst>
              <a:ext uri="{FF2B5EF4-FFF2-40B4-BE49-F238E27FC236}">
                <a16:creationId xmlns:a16="http://schemas.microsoft.com/office/drawing/2014/main" id="{E07CA8F8-C47B-50F4-9C65-C46111F86B86}"/>
              </a:ext>
            </a:extLst>
          </p:cNvPr>
          <p:cNvSpPr>
            <a:spLocks noGrp="1"/>
          </p:cNvSpPr>
          <p:nvPr>
            <p:ph type="subTitle" idx="1" hasCustomPrompt="1"/>
          </p:nvPr>
        </p:nvSpPr>
        <p:spPr>
          <a:xfrm>
            <a:off x="628011" y="5314225"/>
            <a:ext cx="10962553" cy="807177"/>
          </a:xfrm>
          <a:prstGeom prst="rect">
            <a:avLst/>
          </a:prstGeom>
          <a:noFill/>
        </p:spPr>
        <p:txBody>
          <a:bodyPr lIns="0" tIns="0" rIns="0" bIns="0" anchor="t" anchorCtr="0">
            <a:noAutofit/>
          </a:bodyPr>
          <a:lstStyle>
            <a:lvl1pPr marL="0" indent="0" algn="l">
              <a:lnSpc>
                <a:spcPct val="100000"/>
              </a:lnSpc>
              <a:spcBef>
                <a:spcPts val="0"/>
              </a:spcBef>
              <a:spcAft>
                <a:spcPts val="1600"/>
              </a:spcAft>
              <a:buNone/>
              <a:defRPr sz="1300" b="0" i="0">
                <a:solidFill>
                  <a:schemeClr val="bg1"/>
                </a:solidFill>
                <a:latin typeface="CiscoSansTT Light" panose="020B0503020201020303" pitchFamily="34" charset="0"/>
                <a:cs typeface="CiscoSansTT Light" panose="020B0503020201020303" pitchFamily="34" charset="0"/>
              </a:defRPr>
            </a:lvl1pPr>
            <a:lvl2pPr marL="457138" indent="0" algn="ctr">
              <a:buNone/>
              <a:defRPr>
                <a:solidFill>
                  <a:schemeClr val="tx1">
                    <a:tint val="75000"/>
                  </a:schemeClr>
                </a:solidFill>
              </a:defRPr>
            </a:lvl2pPr>
            <a:lvl3pPr marL="914286" indent="0" algn="ctr">
              <a:buNone/>
              <a:defRPr>
                <a:solidFill>
                  <a:schemeClr val="tx1">
                    <a:tint val="75000"/>
                  </a:schemeClr>
                </a:solidFill>
              </a:defRPr>
            </a:lvl3pPr>
            <a:lvl4pPr marL="1371427" indent="0" algn="ctr">
              <a:buNone/>
              <a:defRPr>
                <a:solidFill>
                  <a:schemeClr val="tx1">
                    <a:tint val="75000"/>
                  </a:schemeClr>
                </a:solidFill>
              </a:defRPr>
            </a:lvl4pPr>
            <a:lvl5pPr marL="1828573" indent="0" algn="ctr">
              <a:buNone/>
              <a:defRPr>
                <a:solidFill>
                  <a:schemeClr val="tx1">
                    <a:tint val="75000"/>
                  </a:schemeClr>
                </a:solidFill>
              </a:defRPr>
            </a:lvl5pPr>
            <a:lvl6pPr marL="2285711" indent="0" algn="ctr">
              <a:buNone/>
              <a:defRPr>
                <a:solidFill>
                  <a:schemeClr val="tx1">
                    <a:tint val="75000"/>
                  </a:schemeClr>
                </a:solidFill>
              </a:defRPr>
            </a:lvl6pPr>
            <a:lvl7pPr marL="2742858" indent="0" algn="ctr">
              <a:buNone/>
              <a:defRPr>
                <a:solidFill>
                  <a:schemeClr val="tx1">
                    <a:tint val="75000"/>
                  </a:schemeClr>
                </a:solidFill>
              </a:defRPr>
            </a:lvl7pPr>
            <a:lvl8pPr marL="3200000" indent="0" algn="ctr">
              <a:buNone/>
              <a:defRPr>
                <a:solidFill>
                  <a:schemeClr val="tx1">
                    <a:tint val="75000"/>
                  </a:schemeClr>
                </a:solidFill>
              </a:defRPr>
            </a:lvl8pPr>
            <a:lvl9pPr marL="3657146" indent="0" algn="ctr">
              <a:buNone/>
              <a:defRPr>
                <a:solidFill>
                  <a:schemeClr val="tx1">
                    <a:tint val="75000"/>
                  </a:schemeClr>
                </a:solidFill>
              </a:defRPr>
            </a:lvl9pPr>
          </a:lstStyle>
          <a:p>
            <a:r>
              <a:rPr lang="en-GB" dirty="0"/>
              <a:t>Speaker name, Speaker title </a:t>
            </a:r>
            <a:br>
              <a:rPr lang="en-GB" dirty="0"/>
            </a:br>
            <a:r>
              <a:rPr lang="en-GB" dirty="0"/>
              <a:t>Department</a:t>
            </a:r>
          </a:p>
          <a:p>
            <a:r>
              <a:rPr lang="en-GB" dirty="0"/>
              <a:t>Date</a:t>
            </a:r>
            <a:endParaRPr lang="en-US" dirty="0"/>
          </a:p>
        </p:txBody>
      </p:sp>
      <p:pic>
        <p:nvPicPr>
          <p:cNvPr id="25" name="Picture 7">
            <a:extLst>
              <a:ext uri="{FF2B5EF4-FFF2-40B4-BE49-F238E27FC236}">
                <a16:creationId xmlns:a16="http://schemas.microsoft.com/office/drawing/2014/main" id="{C5A29C15-48D7-6644-9164-6F819B3D7D84}"/>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a:stretch/>
        </p:blipFill>
        <p:spPr>
          <a:xfrm>
            <a:off x="609602" y="431800"/>
            <a:ext cx="714359" cy="375341"/>
          </a:xfrm>
          <a:prstGeom prst="rect">
            <a:avLst/>
          </a:prstGeom>
        </p:spPr>
      </p:pic>
      <p:pic>
        <p:nvPicPr>
          <p:cNvPr id="7" name="Graphic 6">
            <a:extLst>
              <a:ext uri="{FF2B5EF4-FFF2-40B4-BE49-F238E27FC236}">
                <a16:creationId xmlns:a16="http://schemas.microsoft.com/office/drawing/2014/main" id="{45E08A58-48AA-5A77-69A6-922023305F1F}"/>
              </a:ext>
            </a:extLst>
          </p:cNvPr>
          <p:cNvPicPr>
            <a:picLocks noChangeAspect="1"/>
          </p:cNvPicPr>
          <p:nvPr/>
        </p:nvPicPr>
        <p:blipFill rotWithShape="1">
          <a:blip>
            <a:extLst>
              <a:ext uri="{96DAC541-7B7A-43D3-8B79-37D633B846F1}">
                <asvg:svgBlip xmlns:asvg="http://schemas.microsoft.com/office/drawing/2016/SVG/main" r:embed="rId3"/>
              </a:ext>
            </a:extLst>
          </a:blip>
          <a:srcRect t="37725" r="36794"/>
          <a:stretch/>
        </p:blipFill>
        <p:spPr>
          <a:xfrm>
            <a:off x="8995972" y="0"/>
            <a:ext cx="3196029" cy="3148965"/>
          </a:xfrm>
          <a:prstGeom prst="rect">
            <a:avLst/>
          </a:prstGeom>
        </p:spPr>
      </p:pic>
    </p:spTree>
    <p:extLst>
      <p:ext uri="{BB962C8B-B14F-4D97-AF65-F5344CB8AC3E}">
        <p14:creationId xmlns:p14="http://schemas.microsoft.com/office/powerpoint/2010/main" val="773658642"/>
      </p:ext>
    </p:extLst>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Title Midnight Left">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4C42D79D-196D-79B2-C9D9-9E420F6F7382}"/>
              </a:ext>
            </a:extLst>
          </p:cNvPr>
          <p:cNvSpPr>
            <a:spLocks noGrp="1"/>
          </p:cNvSpPr>
          <p:nvPr>
            <p:ph type="ctrTitle" hasCustomPrompt="1"/>
          </p:nvPr>
        </p:nvSpPr>
        <p:spPr>
          <a:xfrm>
            <a:off x="628011" y="3200817"/>
            <a:ext cx="10962553" cy="1504200"/>
          </a:xfrm>
          <a:prstGeom prst="rect">
            <a:avLst/>
          </a:prstGeom>
          <a:noFill/>
        </p:spPr>
        <p:txBody>
          <a:bodyPr lIns="0" tIns="0" rIns="0" bIns="0" anchor="b" anchorCtr="0"/>
          <a:lstStyle>
            <a:lvl1pPr marL="0" indent="0" algn="l">
              <a:lnSpc>
                <a:spcPct val="90000"/>
              </a:lnSpc>
              <a:buFont typeface="Arial" panose="020B0604020202020204" pitchFamily="34" charset="0"/>
              <a:buNone/>
              <a:defRPr sz="5400" b="0" i="0" spc="0" baseline="0">
                <a:solidFill>
                  <a:schemeClr val="bg1"/>
                </a:solidFill>
                <a:latin typeface="CiscoSansTT ExtraLight" panose="020B0303020201020303" pitchFamily="34" charset="0"/>
                <a:cs typeface="CiscoSansTT ExtraLight"/>
              </a:defRPr>
            </a:lvl1pPr>
          </a:lstStyle>
          <a:p>
            <a:r>
              <a:rPr lang="en-GB" dirty="0"/>
              <a:t>Presentation title </a:t>
            </a:r>
            <a:br>
              <a:rPr lang="en-GB" dirty="0"/>
            </a:br>
            <a:r>
              <a:rPr lang="en-GB" dirty="0"/>
              <a:t>goes here</a:t>
            </a:r>
            <a:endParaRPr lang="en-US" dirty="0"/>
          </a:p>
        </p:txBody>
      </p:sp>
      <p:sp>
        <p:nvSpPr>
          <p:cNvPr id="8" name="Subtitle">
            <a:extLst>
              <a:ext uri="{FF2B5EF4-FFF2-40B4-BE49-F238E27FC236}">
                <a16:creationId xmlns:a16="http://schemas.microsoft.com/office/drawing/2014/main" id="{8D946DB3-26D2-2EE1-728C-7D32C4930F2E}"/>
              </a:ext>
            </a:extLst>
          </p:cNvPr>
          <p:cNvSpPr>
            <a:spLocks noGrp="1"/>
          </p:cNvSpPr>
          <p:nvPr>
            <p:ph type="body" sz="quarter" idx="13" hasCustomPrompt="1"/>
          </p:nvPr>
        </p:nvSpPr>
        <p:spPr>
          <a:xfrm>
            <a:off x="628011" y="4807254"/>
            <a:ext cx="10962553" cy="398668"/>
          </a:xfrm>
          <a:prstGeom prst="rect">
            <a:avLst/>
          </a:prstGeom>
          <a:noFill/>
        </p:spPr>
        <p:txBody>
          <a:bodyPr lIns="0" tIns="0" rIns="0" bIns="0"/>
          <a:lstStyle>
            <a:lvl1pPr marL="0" indent="0" algn="l">
              <a:buFont typeface="Arial" panose="020B0604020202020204" pitchFamily="34" charset="0"/>
              <a:buNone/>
              <a:defRPr sz="20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Subtitle goes here</a:t>
            </a:r>
          </a:p>
        </p:txBody>
      </p:sp>
      <p:sp>
        <p:nvSpPr>
          <p:cNvPr id="12" name="Subtitle 2">
            <a:extLst>
              <a:ext uri="{FF2B5EF4-FFF2-40B4-BE49-F238E27FC236}">
                <a16:creationId xmlns:a16="http://schemas.microsoft.com/office/drawing/2014/main" id="{E07CA8F8-C47B-50F4-9C65-C46111F86B86}"/>
              </a:ext>
            </a:extLst>
          </p:cNvPr>
          <p:cNvSpPr>
            <a:spLocks noGrp="1"/>
          </p:cNvSpPr>
          <p:nvPr>
            <p:ph type="subTitle" idx="1" hasCustomPrompt="1"/>
          </p:nvPr>
        </p:nvSpPr>
        <p:spPr>
          <a:xfrm>
            <a:off x="628011" y="5314225"/>
            <a:ext cx="10962553" cy="807177"/>
          </a:xfrm>
          <a:prstGeom prst="rect">
            <a:avLst/>
          </a:prstGeom>
          <a:noFill/>
        </p:spPr>
        <p:txBody>
          <a:bodyPr lIns="0" tIns="0" rIns="0" bIns="0" anchor="t" anchorCtr="0">
            <a:noAutofit/>
          </a:bodyPr>
          <a:lstStyle>
            <a:lvl1pPr marL="0" indent="0" algn="l">
              <a:lnSpc>
                <a:spcPct val="100000"/>
              </a:lnSpc>
              <a:spcBef>
                <a:spcPts val="0"/>
              </a:spcBef>
              <a:spcAft>
                <a:spcPts val="1600"/>
              </a:spcAft>
              <a:buNone/>
              <a:defRPr sz="1300" b="0" i="0">
                <a:solidFill>
                  <a:schemeClr val="tx1"/>
                </a:solidFill>
                <a:latin typeface="CiscoSansTT Light" panose="020B0503020201020303" pitchFamily="34" charset="0"/>
                <a:cs typeface="CiscoSansTT Light" panose="020B0503020201020303" pitchFamily="34" charset="0"/>
              </a:defRPr>
            </a:lvl1pPr>
            <a:lvl2pPr marL="457138" indent="0" algn="ctr">
              <a:buNone/>
              <a:defRPr>
                <a:solidFill>
                  <a:schemeClr val="tx1">
                    <a:tint val="75000"/>
                  </a:schemeClr>
                </a:solidFill>
              </a:defRPr>
            </a:lvl2pPr>
            <a:lvl3pPr marL="914286" indent="0" algn="ctr">
              <a:buNone/>
              <a:defRPr>
                <a:solidFill>
                  <a:schemeClr val="tx1">
                    <a:tint val="75000"/>
                  </a:schemeClr>
                </a:solidFill>
              </a:defRPr>
            </a:lvl3pPr>
            <a:lvl4pPr marL="1371427" indent="0" algn="ctr">
              <a:buNone/>
              <a:defRPr>
                <a:solidFill>
                  <a:schemeClr val="tx1">
                    <a:tint val="75000"/>
                  </a:schemeClr>
                </a:solidFill>
              </a:defRPr>
            </a:lvl4pPr>
            <a:lvl5pPr marL="1828573" indent="0" algn="ctr">
              <a:buNone/>
              <a:defRPr>
                <a:solidFill>
                  <a:schemeClr val="tx1">
                    <a:tint val="75000"/>
                  </a:schemeClr>
                </a:solidFill>
              </a:defRPr>
            </a:lvl5pPr>
            <a:lvl6pPr marL="2285711" indent="0" algn="ctr">
              <a:buNone/>
              <a:defRPr>
                <a:solidFill>
                  <a:schemeClr val="tx1">
                    <a:tint val="75000"/>
                  </a:schemeClr>
                </a:solidFill>
              </a:defRPr>
            </a:lvl6pPr>
            <a:lvl7pPr marL="2742858" indent="0" algn="ctr">
              <a:buNone/>
              <a:defRPr>
                <a:solidFill>
                  <a:schemeClr val="tx1">
                    <a:tint val="75000"/>
                  </a:schemeClr>
                </a:solidFill>
              </a:defRPr>
            </a:lvl7pPr>
            <a:lvl8pPr marL="3200000" indent="0" algn="ctr">
              <a:buNone/>
              <a:defRPr>
                <a:solidFill>
                  <a:schemeClr val="tx1">
                    <a:tint val="75000"/>
                  </a:schemeClr>
                </a:solidFill>
              </a:defRPr>
            </a:lvl8pPr>
            <a:lvl9pPr marL="3657146" indent="0" algn="ctr">
              <a:buNone/>
              <a:defRPr>
                <a:solidFill>
                  <a:schemeClr val="tx1">
                    <a:tint val="75000"/>
                  </a:schemeClr>
                </a:solidFill>
              </a:defRPr>
            </a:lvl9pPr>
          </a:lstStyle>
          <a:p>
            <a:r>
              <a:rPr lang="en-GB" dirty="0"/>
              <a:t>Speaker name, Speaker title </a:t>
            </a:r>
            <a:br>
              <a:rPr lang="en-GB" dirty="0"/>
            </a:br>
            <a:r>
              <a:rPr lang="en-GB" dirty="0"/>
              <a:t>Department</a:t>
            </a:r>
          </a:p>
          <a:p>
            <a:r>
              <a:rPr lang="en-GB" dirty="0"/>
              <a:t>Date</a:t>
            </a:r>
            <a:endParaRPr lang="en-US" dirty="0"/>
          </a:p>
        </p:txBody>
      </p:sp>
      <p:pic>
        <p:nvPicPr>
          <p:cNvPr id="25" name="Picture 7">
            <a:extLst>
              <a:ext uri="{FF2B5EF4-FFF2-40B4-BE49-F238E27FC236}">
                <a16:creationId xmlns:a16="http://schemas.microsoft.com/office/drawing/2014/main" id="{C5A29C15-48D7-6644-9164-6F819B3D7D84}"/>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a:stretch/>
        </p:blipFill>
        <p:spPr>
          <a:xfrm>
            <a:off x="609602" y="431800"/>
            <a:ext cx="714359" cy="375341"/>
          </a:xfrm>
          <a:prstGeom prst="rect">
            <a:avLst/>
          </a:prstGeom>
        </p:spPr>
      </p:pic>
      <p:pic>
        <p:nvPicPr>
          <p:cNvPr id="10" name="Graphic 9">
            <a:extLst>
              <a:ext uri="{FF2B5EF4-FFF2-40B4-BE49-F238E27FC236}">
                <a16:creationId xmlns:a16="http://schemas.microsoft.com/office/drawing/2014/main" id="{85B84F8A-4CB4-590D-0A8D-E932FEA97B8B}"/>
              </a:ext>
            </a:extLst>
          </p:cNvPr>
          <p:cNvPicPr>
            <a:picLocks noChangeAspect="1"/>
          </p:cNvPicPr>
          <p:nvPr/>
        </p:nvPicPr>
        <p:blipFill rotWithShape="1">
          <a:blip>
            <a:extLst>
              <a:ext uri="{96DAC541-7B7A-43D3-8B79-37D633B846F1}">
                <asvg:svgBlip xmlns:asvg="http://schemas.microsoft.com/office/drawing/2016/SVG/main" r:embed="rId3"/>
              </a:ext>
            </a:extLst>
          </a:blip>
          <a:srcRect t="37924" r="37399"/>
          <a:stretch/>
        </p:blipFill>
        <p:spPr>
          <a:xfrm>
            <a:off x="8934553" y="-1"/>
            <a:ext cx="3257447" cy="3230108"/>
          </a:xfrm>
          <a:prstGeom prst="rect">
            <a:avLst/>
          </a:prstGeom>
        </p:spPr>
      </p:pic>
    </p:spTree>
    <p:extLst>
      <p:ext uri="{BB962C8B-B14F-4D97-AF65-F5344CB8AC3E}">
        <p14:creationId xmlns:p14="http://schemas.microsoft.com/office/powerpoint/2010/main" val="945628823"/>
      </p:ext>
    </p:extLst>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Title Midnight Left Image">
    <p:spTree>
      <p:nvGrpSpPr>
        <p:cNvPr id="1" name=""/>
        <p:cNvGrpSpPr/>
        <p:nvPr/>
      </p:nvGrpSpPr>
      <p:grpSpPr>
        <a:xfrm>
          <a:off x="0" y="0"/>
          <a:ext cx="0" cy="0"/>
          <a:chOff x="0" y="0"/>
          <a:chExt cx="0" cy="0"/>
        </a:xfrm>
      </p:grpSpPr>
      <p:sp>
        <p:nvSpPr>
          <p:cNvPr id="7" name="Picture Placeholder 2">
            <a:extLst>
              <a:ext uri="{FF2B5EF4-FFF2-40B4-BE49-F238E27FC236}">
                <a16:creationId xmlns:a16="http://schemas.microsoft.com/office/drawing/2014/main" id="{8B79449B-D8FD-934A-BDBF-CDDC969F0C21}"/>
              </a:ext>
            </a:extLst>
          </p:cNvPr>
          <p:cNvSpPr>
            <a:spLocks noGrp="1"/>
          </p:cNvSpPr>
          <p:nvPr>
            <p:ph type="pic" sz="quarter" idx="10" hasCustomPrompt="1"/>
          </p:nvPr>
        </p:nvSpPr>
        <p:spPr>
          <a:xfrm>
            <a:off x="8186059" y="0"/>
            <a:ext cx="4005943" cy="6858000"/>
          </a:xfrm>
          <a:prstGeom prst="rect">
            <a:avLst/>
          </a:prstGeom>
          <a:solidFill>
            <a:schemeClr val="bg2">
              <a:alpha val="13000"/>
            </a:schemeClr>
          </a:solidFill>
        </p:spPr>
        <p:txBody>
          <a:bodyPr vert="horz" lIns="91420" tIns="45710" rIns="91420" bIns="45710" anchor="ctr"/>
          <a:lstStyle>
            <a:lvl1pPr marL="0" indent="0" algn="ctr">
              <a:buNone/>
              <a:defRPr sz="1333" b="0" i="0" baseline="0">
                <a:solidFill>
                  <a:schemeClr val="tx1"/>
                </a:solidFill>
                <a:latin typeface="CiscoSansTT ExtraLight" panose="020B0303020201020303" pitchFamily="34" charset="0"/>
                <a:cs typeface="CiscoSans ExtraLight"/>
              </a:defRPr>
            </a:lvl1pPr>
          </a:lstStyle>
          <a:p>
            <a:pPr lvl="0"/>
            <a:r>
              <a:rPr lang="en-US" noProof="0" dirty="0"/>
              <a:t>Click to add picture</a:t>
            </a:r>
          </a:p>
        </p:txBody>
      </p:sp>
      <p:pic>
        <p:nvPicPr>
          <p:cNvPr id="8" name="Picture 7">
            <a:extLst>
              <a:ext uri="{FF2B5EF4-FFF2-40B4-BE49-F238E27FC236}">
                <a16:creationId xmlns:a16="http://schemas.microsoft.com/office/drawing/2014/main" id="{D9C35F59-840A-4949-98EF-405713B32F8C}"/>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a:stretch/>
        </p:blipFill>
        <p:spPr>
          <a:xfrm>
            <a:off x="6829427" y="431800"/>
            <a:ext cx="714359" cy="375341"/>
          </a:xfrm>
          <a:prstGeom prst="rect">
            <a:avLst/>
          </a:prstGeom>
        </p:spPr>
      </p:pic>
      <p:sp>
        <p:nvSpPr>
          <p:cNvPr id="16" name="Title 1">
            <a:extLst>
              <a:ext uri="{FF2B5EF4-FFF2-40B4-BE49-F238E27FC236}">
                <a16:creationId xmlns:a16="http://schemas.microsoft.com/office/drawing/2014/main" id="{295FAFAD-F810-39BD-3A75-77D90AC7B4C4}"/>
              </a:ext>
            </a:extLst>
          </p:cNvPr>
          <p:cNvSpPr>
            <a:spLocks noGrp="1"/>
          </p:cNvSpPr>
          <p:nvPr>
            <p:ph type="ctrTitle" hasCustomPrompt="1"/>
          </p:nvPr>
        </p:nvSpPr>
        <p:spPr>
          <a:xfrm>
            <a:off x="628011" y="3200817"/>
            <a:ext cx="10962553" cy="1504200"/>
          </a:xfrm>
          <a:prstGeom prst="rect">
            <a:avLst/>
          </a:prstGeom>
          <a:noFill/>
        </p:spPr>
        <p:txBody>
          <a:bodyPr lIns="0" tIns="0" rIns="0" bIns="0" anchor="b" anchorCtr="0"/>
          <a:lstStyle>
            <a:lvl1pPr marL="0" indent="0" algn="l">
              <a:lnSpc>
                <a:spcPct val="90000"/>
              </a:lnSpc>
              <a:buFont typeface="Arial" panose="020B0604020202020204" pitchFamily="34" charset="0"/>
              <a:buNone/>
              <a:defRPr sz="5400" b="0" i="0" spc="0" baseline="0">
                <a:solidFill>
                  <a:schemeClr val="bg1"/>
                </a:solidFill>
                <a:latin typeface="CiscoSansTT ExtraLight" panose="020B0303020201020303" pitchFamily="34" charset="0"/>
                <a:cs typeface="CiscoSansTT ExtraLight"/>
              </a:defRPr>
            </a:lvl1pPr>
          </a:lstStyle>
          <a:p>
            <a:r>
              <a:rPr lang="en-GB" dirty="0"/>
              <a:t>Presentation title </a:t>
            </a:r>
            <a:br>
              <a:rPr lang="en-GB" dirty="0"/>
            </a:br>
            <a:r>
              <a:rPr lang="en-GB" dirty="0"/>
              <a:t>goes here</a:t>
            </a:r>
            <a:endParaRPr lang="en-US" dirty="0"/>
          </a:p>
        </p:txBody>
      </p:sp>
      <p:sp>
        <p:nvSpPr>
          <p:cNvPr id="17" name="Subtitle">
            <a:extLst>
              <a:ext uri="{FF2B5EF4-FFF2-40B4-BE49-F238E27FC236}">
                <a16:creationId xmlns:a16="http://schemas.microsoft.com/office/drawing/2014/main" id="{8C37E0F8-C5E2-7BED-8AAC-897D792BB038}"/>
              </a:ext>
            </a:extLst>
          </p:cNvPr>
          <p:cNvSpPr>
            <a:spLocks noGrp="1"/>
          </p:cNvSpPr>
          <p:nvPr>
            <p:ph type="body" sz="quarter" idx="13" hasCustomPrompt="1"/>
          </p:nvPr>
        </p:nvSpPr>
        <p:spPr>
          <a:xfrm>
            <a:off x="628011" y="4807254"/>
            <a:ext cx="10962553" cy="398668"/>
          </a:xfrm>
          <a:prstGeom prst="rect">
            <a:avLst/>
          </a:prstGeom>
          <a:noFill/>
        </p:spPr>
        <p:txBody>
          <a:bodyPr lIns="0" tIns="0" rIns="0" bIns="0"/>
          <a:lstStyle>
            <a:lvl1pPr marL="0" indent="0" algn="l">
              <a:buFont typeface="Arial" panose="020B0604020202020204" pitchFamily="34" charset="0"/>
              <a:buNone/>
              <a:defRPr sz="20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Subtitle goes here</a:t>
            </a:r>
          </a:p>
        </p:txBody>
      </p:sp>
      <p:sp>
        <p:nvSpPr>
          <p:cNvPr id="18" name="Subtitle 2">
            <a:extLst>
              <a:ext uri="{FF2B5EF4-FFF2-40B4-BE49-F238E27FC236}">
                <a16:creationId xmlns:a16="http://schemas.microsoft.com/office/drawing/2014/main" id="{CD577481-303C-6B3D-080C-D901A9CC28E2}"/>
              </a:ext>
            </a:extLst>
          </p:cNvPr>
          <p:cNvSpPr>
            <a:spLocks noGrp="1"/>
          </p:cNvSpPr>
          <p:nvPr>
            <p:ph type="subTitle" idx="1" hasCustomPrompt="1"/>
          </p:nvPr>
        </p:nvSpPr>
        <p:spPr>
          <a:xfrm>
            <a:off x="628011" y="5314225"/>
            <a:ext cx="10962553" cy="807177"/>
          </a:xfrm>
          <a:prstGeom prst="rect">
            <a:avLst/>
          </a:prstGeom>
          <a:noFill/>
        </p:spPr>
        <p:txBody>
          <a:bodyPr lIns="0" tIns="0" rIns="0" bIns="0" anchor="t" anchorCtr="0">
            <a:noAutofit/>
          </a:bodyPr>
          <a:lstStyle>
            <a:lvl1pPr marL="0" indent="0" algn="l">
              <a:lnSpc>
                <a:spcPct val="100000"/>
              </a:lnSpc>
              <a:spcBef>
                <a:spcPts val="0"/>
              </a:spcBef>
              <a:spcAft>
                <a:spcPts val="1600"/>
              </a:spcAft>
              <a:buNone/>
              <a:defRPr sz="1300" b="0" i="0">
                <a:solidFill>
                  <a:schemeClr val="tx1"/>
                </a:solidFill>
                <a:latin typeface="CiscoSansTT Light" panose="020B0503020201020303" pitchFamily="34" charset="0"/>
                <a:cs typeface="CiscoSansTT Light" panose="020B0503020201020303" pitchFamily="34" charset="0"/>
              </a:defRPr>
            </a:lvl1pPr>
            <a:lvl2pPr marL="457138" indent="0" algn="ctr">
              <a:buNone/>
              <a:defRPr>
                <a:solidFill>
                  <a:schemeClr val="tx1">
                    <a:tint val="75000"/>
                  </a:schemeClr>
                </a:solidFill>
              </a:defRPr>
            </a:lvl2pPr>
            <a:lvl3pPr marL="914286" indent="0" algn="ctr">
              <a:buNone/>
              <a:defRPr>
                <a:solidFill>
                  <a:schemeClr val="tx1">
                    <a:tint val="75000"/>
                  </a:schemeClr>
                </a:solidFill>
              </a:defRPr>
            </a:lvl3pPr>
            <a:lvl4pPr marL="1371427" indent="0" algn="ctr">
              <a:buNone/>
              <a:defRPr>
                <a:solidFill>
                  <a:schemeClr val="tx1">
                    <a:tint val="75000"/>
                  </a:schemeClr>
                </a:solidFill>
              </a:defRPr>
            </a:lvl4pPr>
            <a:lvl5pPr marL="1828573" indent="0" algn="ctr">
              <a:buNone/>
              <a:defRPr>
                <a:solidFill>
                  <a:schemeClr val="tx1">
                    <a:tint val="75000"/>
                  </a:schemeClr>
                </a:solidFill>
              </a:defRPr>
            </a:lvl5pPr>
            <a:lvl6pPr marL="2285711" indent="0" algn="ctr">
              <a:buNone/>
              <a:defRPr>
                <a:solidFill>
                  <a:schemeClr val="tx1">
                    <a:tint val="75000"/>
                  </a:schemeClr>
                </a:solidFill>
              </a:defRPr>
            </a:lvl6pPr>
            <a:lvl7pPr marL="2742858" indent="0" algn="ctr">
              <a:buNone/>
              <a:defRPr>
                <a:solidFill>
                  <a:schemeClr val="tx1">
                    <a:tint val="75000"/>
                  </a:schemeClr>
                </a:solidFill>
              </a:defRPr>
            </a:lvl7pPr>
            <a:lvl8pPr marL="3200000" indent="0" algn="ctr">
              <a:buNone/>
              <a:defRPr>
                <a:solidFill>
                  <a:schemeClr val="tx1">
                    <a:tint val="75000"/>
                  </a:schemeClr>
                </a:solidFill>
              </a:defRPr>
            </a:lvl8pPr>
            <a:lvl9pPr marL="3657146" indent="0" algn="ctr">
              <a:buNone/>
              <a:defRPr>
                <a:solidFill>
                  <a:schemeClr val="tx1">
                    <a:tint val="75000"/>
                  </a:schemeClr>
                </a:solidFill>
              </a:defRPr>
            </a:lvl9pPr>
          </a:lstStyle>
          <a:p>
            <a:r>
              <a:rPr lang="en-GB" dirty="0"/>
              <a:t>Speaker name, Speaker title </a:t>
            </a:r>
            <a:br>
              <a:rPr lang="en-GB" dirty="0"/>
            </a:br>
            <a:r>
              <a:rPr lang="en-GB" dirty="0"/>
              <a:t>Department</a:t>
            </a:r>
          </a:p>
          <a:p>
            <a:r>
              <a:rPr lang="en-GB" dirty="0"/>
              <a:t>Date</a:t>
            </a:r>
            <a:endParaRPr lang="en-US" dirty="0"/>
          </a:p>
        </p:txBody>
      </p:sp>
      <p:pic>
        <p:nvPicPr>
          <p:cNvPr id="19" name="Picture 18" descr="A close up of a bicycle wheel&#10;&#10;Description automatically generated with medium confidence">
            <a:extLst>
              <a:ext uri="{FF2B5EF4-FFF2-40B4-BE49-F238E27FC236}">
                <a16:creationId xmlns:a16="http://schemas.microsoft.com/office/drawing/2014/main" id="{3E944F94-13BC-6112-DD6F-F3014229F406}"/>
              </a:ext>
            </a:extLst>
          </p:cNvPr>
          <p:cNvPicPr>
            <a:picLocks noChangeAspect="1"/>
          </p:cNvPicPr>
          <p:nvPr/>
        </p:nvPicPr>
        <p:blipFill rotWithShape="1">
          <a:blip r:embed="rId3"/>
          <a:srcRect l="36612" t="37880"/>
          <a:stretch/>
        </p:blipFill>
        <p:spPr>
          <a:xfrm>
            <a:off x="0" y="0"/>
            <a:ext cx="3302296" cy="3186368"/>
          </a:xfrm>
          <a:prstGeom prst="rect">
            <a:avLst/>
          </a:prstGeom>
        </p:spPr>
      </p:pic>
    </p:spTree>
    <p:extLst>
      <p:ext uri="{BB962C8B-B14F-4D97-AF65-F5344CB8AC3E}">
        <p14:creationId xmlns:p14="http://schemas.microsoft.com/office/powerpoint/2010/main" val="947361895"/>
      </p:ext>
    </p:extLst>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ransition Right">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C4A31272-7678-5F4F-BF05-F087FA2FC8E9}"/>
              </a:ext>
            </a:extLst>
          </p:cNvPr>
          <p:cNvSpPr>
            <a:spLocks noGrp="1"/>
          </p:cNvSpPr>
          <p:nvPr>
            <p:ph type="ctrTitle" hasCustomPrompt="1"/>
          </p:nvPr>
        </p:nvSpPr>
        <p:spPr>
          <a:xfrm>
            <a:off x="609601" y="3101870"/>
            <a:ext cx="10972801" cy="1262529"/>
          </a:xfrm>
          <a:prstGeom prst="rect">
            <a:avLst/>
          </a:prstGeom>
        </p:spPr>
        <p:txBody>
          <a:bodyPr anchor="ctr"/>
          <a:lstStyle>
            <a:lvl1pPr marL="0" indent="0" algn="r">
              <a:lnSpc>
                <a:spcPts val="4800"/>
              </a:lnSpc>
              <a:buFont typeface="Arial" panose="020B0604020202020204" pitchFamily="34" charset="0"/>
              <a:buNone/>
              <a:defRPr sz="4200" b="0" i="0" spc="0" baseline="0">
                <a:solidFill>
                  <a:schemeClr val="bg1"/>
                </a:solidFill>
                <a:latin typeface="CiscoSansTT ExtraLight" panose="020B0303020201020303" pitchFamily="34" charset="0"/>
                <a:cs typeface="CiscoSansTT ExtraLight" panose="020B0303020201020303" pitchFamily="34" charset="0"/>
              </a:defRPr>
            </a:lvl1pPr>
          </a:lstStyle>
          <a:p>
            <a:r>
              <a:rPr lang="en-GB" dirty="0"/>
              <a:t>Transition slide goes here</a:t>
            </a:r>
            <a:endParaRPr lang="en-US" dirty="0"/>
          </a:p>
        </p:txBody>
      </p:sp>
      <p:sp>
        <p:nvSpPr>
          <p:cNvPr id="9" name="Text Placeholder 2">
            <a:extLst>
              <a:ext uri="{FF2B5EF4-FFF2-40B4-BE49-F238E27FC236}">
                <a16:creationId xmlns:a16="http://schemas.microsoft.com/office/drawing/2014/main" id="{DECC8AF0-3BE8-4648-B8CF-BE366F78ABFC}"/>
              </a:ext>
            </a:extLst>
          </p:cNvPr>
          <p:cNvSpPr>
            <a:spLocks noGrp="1"/>
          </p:cNvSpPr>
          <p:nvPr>
            <p:ph type="body" sz="quarter" idx="14" hasCustomPrompt="1"/>
          </p:nvPr>
        </p:nvSpPr>
        <p:spPr>
          <a:xfrm>
            <a:off x="609603" y="431802"/>
            <a:ext cx="10972800" cy="398668"/>
          </a:xfrm>
          <a:prstGeom prst="rect">
            <a:avLst/>
          </a:prstGeom>
        </p:spPr>
        <p:txBody>
          <a:bodyPr lIns="0" tIns="0" rIns="0" bIns="0"/>
          <a:lstStyle>
            <a:lvl1pPr marL="0" indent="0" algn="r">
              <a:buFont typeface="Arial" panose="020B0604020202020204" pitchFamily="34" charset="0"/>
              <a:buNone/>
              <a:defRPr sz="1333"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Section title</a:t>
            </a:r>
          </a:p>
        </p:txBody>
      </p:sp>
      <p:pic>
        <p:nvPicPr>
          <p:cNvPr id="11" name="Graphic 10">
            <a:extLst>
              <a:ext uri="{FF2B5EF4-FFF2-40B4-BE49-F238E27FC236}">
                <a16:creationId xmlns:a16="http://schemas.microsoft.com/office/drawing/2014/main" id="{51FF43AA-FA61-3439-F600-7BB34C936572}"/>
              </a:ext>
            </a:extLst>
          </p:cNvPr>
          <p:cNvPicPr>
            <a:picLocks noChangeAspect="1"/>
          </p:cNvPicPr>
          <p:nvPr/>
        </p:nvPicPr>
        <p:blipFill rotWithShape="1">
          <a:blip>
            <a:extLst>
              <a:ext uri="{96DAC541-7B7A-43D3-8B79-37D633B846F1}">
                <asvg:svgBlip xmlns:asvg="http://schemas.microsoft.com/office/drawing/2016/SVG/main" r:embed="rId2"/>
              </a:ext>
            </a:extLst>
          </a:blip>
          <a:srcRect l="45429" t="46981"/>
          <a:stretch/>
        </p:blipFill>
        <p:spPr>
          <a:xfrm>
            <a:off x="-12192" y="0"/>
            <a:ext cx="6388608" cy="6212306"/>
          </a:xfrm>
          <a:prstGeom prst="rect">
            <a:avLst/>
          </a:prstGeom>
        </p:spPr>
      </p:pic>
      <p:sp>
        <p:nvSpPr>
          <p:cNvPr id="13" name="TextBox 12">
            <a:extLst>
              <a:ext uri="{FF2B5EF4-FFF2-40B4-BE49-F238E27FC236}">
                <a16:creationId xmlns:a16="http://schemas.microsoft.com/office/drawing/2014/main" id="{C4D79563-9547-9B5C-F7F4-A016B119A7E7}"/>
              </a:ext>
            </a:extLst>
          </p:cNvPr>
          <p:cNvSpPr txBox="1"/>
          <p:nvPr/>
        </p:nvSpPr>
        <p:spPr>
          <a:xfrm>
            <a:off x="4358642" y="-548640"/>
            <a:ext cx="184731" cy="369332"/>
          </a:xfrm>
          <a:prstGeom prst="rect">
            <a:avLst/>
          </a:prstGeom>
          <a:noFill/>
        </p:spPr>
        <p:txBody>
          <a:bodyPr wrap="none" rtlCol="0">
            <a:spAutoFit/>
          </a:bodyPr>
          <a:lstStyle/>
          <a:p>
            <a:endParaRPr lang="en-US" dirty="0">
              <a:latin typeface="+mn-lt"/>
            </a:endParaRPr>
          </a:p>
        </p:txBody>
      </p:sp>
    </p:spTree>
    <p:extLst>
      <p:ext uri="{BB962C8B-B14F-4D97-AF65-F5344CB8AC3E}">
        <p14:creationId xmlns:p14="http://schemas.microsoft.com/office/powerpoint/2010/main" val="1550347348"/>
      </p:ext>
    </p:extLst>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ky Transition Right">
    <p:bg>
      <p:bgPr>
        <a:solidFill>
          <a:schemeClr val="accent1"/>
        </a:solid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C4A31272-7678-5F4F-BF05-F087FA2FC8E9}"/>
              </a:ext>
            </a:extLst>
          </p:cNvPr>
          <p:cNvSpPr>
            <a:spLocks noGrp="1"/>
          </p:cNvSpPr>
          <p:nvPr>
            <p:ph type="ctrTitle" hasCustomPrompt="1"/>
          </p:nvPr>
        </p:nvSpPr>
        <p:spPr>
          <a:xfrm>
            <a:off x="609601" y="3101870"/>
            <a:ext cx="10972801" cy="1262529"/>
          </a:xfrm>
          <a:prstGeom prst="rect">
            <a:avLst/>
          </a:prstGeom>
        </p:spPr>
        <p:txBody>
          <a:bodyPr anchor="ctr"/>
          <a:lstStyle>
            <a:lvl1pPr marL="0" indent="0" algn="r">
              <a:lnSpc>
                <a:spcPts val="4800"/>
              </a:lnSpc>
              <a:buFont typeface="Arial" panose="020B0604020202020204" pitchFamily="34" charset="0"/>
              <a:buNone/>
              <a:defRPr sz="4200" b="0" i="0" spc="0" baseline="0">
                <a:solidFill>
                  <a:schemeClr val="bg1"/>
                </a:solidFill>
                <a:latin typeface="CiscoSansTT ExtraLight" panose="020B0303020201020303" pitchFamily="34" charset="0"/>
                <a:cs typeface="CiscoSansTT ExtraLight" panose="020B0303020201020303" pitchFamily="34" charset="0"/>
              </a:defRPr>
            </a:lvl1pPr>
          </a:lstStyle>
          <a:p>
            <a:r>
              <a:rPr lang="en-GB" dirty="0"/>
              <a:t>Transition slide goes here</a:t>
            </a:r>
            <a:endParaRPr lang="en-US" dirty="0"/>
          </a:p>
        </p:txBody>
      </p:sp>
      <p:sp>
        <p:nvSpPr>
          <p:cNvPr id="9" name="Text Placeholder 2">
            <a:extLst>
              <a:ext uri="{FF2B5EF4-FFF2-40B4-BE49-F238E27FC236}">
                <a16:creationId xmlns:a16="http://schemas.microsoft.com/office/drawing/2014/main" id="{DECC8AF0-3BE8-4648-B8CF-BE366F78ABFC}"/>
              </a:ext>
            </a:extLst>
          </p:cNvPr>
          <p:cNvSpPr>
            <a:spLocks noGrp="1"/>
          </p:cNvSpPr>
          <p:nvPr>
            <p:ph type="body" sz="quarter" idx="14" hasCustomPrompt="1"/>
          </p:nvPr>
        </p:nvSpPr>
        <p:spPr>
          <a:xfrm>
            <a:off x="609603" y="431802"/>
            <a:ext cx="10972800" cy="398668"/>
          </a:xfrm>
          <a:prstGeom prst="rect">
            <a:avLst/>
          </a:prstGeom>
        </p:spPr>
        <p:txBody>
          <a:bodyPr lIns="0" tIns="0" rIns="0" bIns="0"/>
          <a:lstStyle>
            <a:lvl1pPr marL="0" indent="0" algn="r">
              <a:buFont typeface="Arial" panose="020B0604020202020204" pitchFamily="34" charset="0"/>
              <a:buNone/>
              <a:defRPr sz="1333"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Section title</a:t>
            </a:r>
          </a:p>
        </p:txBody>
      </p:sp>
      <p:sp>
        <p:nvSpPr>
          <p:cNvPr id="13" name="TextBox 12">
            <a:extLst>
              <a:ext uri="{FF2B5EF4-FFF2-40B4-BE49-F238E27FC236}">
                <a16:creationId xmlns:a16="http://schemas.microsoft.com/office/drawing/2014/main" id="{C4D79563-9547-9B5C-F7F4-A016B119A7E7}"/>
              </a:ext>
            </a:extLst>
          </p:cNvPr>
          <p:cNvSpPr txBox="1"/>
          <p:nvPr/>
        </p:nvSpPr>
        <p:spPr>
          <a:xfrm>
            <a:off x="4358642" y="-548640"/>
            <a:ext cx="184731" cy="369332"/>
          </a:xfrm>
          <a:prstGeom prst="rect">
            <a:avLst/>
          </a:prstGeom>
          <a:noFill/>
        </p:spPr>
        <p:txBody>
          <a:bodyPr wrap="none" rtlCol="0">
            <a:spAutoFit/>
          </a:bodyPr>
          <a:lstStyle/>
          <a:p>
            <a:endParaRPr lang="en-US" dirty="0">
              <a:latin typeface="+mn-lt"/>
            </a:endParaRPr>
          </a:p>
        </p:txBody>
      </p:sp>
      <p:pic>
        <p:nvPicPr>
          <p:cNvPr id="7" name="Graphic 6">
            <a:extLst>
              <a:ext uri="{FF2B5EF4-FFF2-40B4-BE49-F238E27FC236}">
                <a16:creationId xmlns:a16="http://schemas.microsoft.com/office/drawing/2014/main" id="{CD16E0A2-8320-C766-5D9E-53EC4EE09E2D}"/>
              </a:ext>
            </a:extLst>
          </p:cNvPr>
          <p:cNvPicPr>
            <a:picLocks noChangeAspect="1"/>
          </p:cNvPicPr>
          <p:nvPr/>
        </p:nvPicPr>
        <p:blipFill rotWithShape="1">
          <a:blip>
            <a:extLst>
              <a:ext uri="{96DAC541-7B7A-43D3-8B79-37D633B846F1}">
                <asvg:svgBlip xmlns:asvg="http://schemas.microsoft.com/office/drawing/2016/SVG/main" r:embed="rId2"/>
              </a:ext>
            </a:extLst>
          </a:blip>
          <a:srcRect l="45455" t="47214"/>
          <a:stretch/>
        </p:blipFill>
        <p:spPr>
          <a:xfrm>
            <a:off x="0" y="1"/>
            <a:ext cx="5374832" cy="5205984"/>
          </a:xfrm>
          <a:prstGeom prst="rect">
            <a:avLst/>
          </a:prstGeom>
        </p:spPr>
      </p:pic>
    </p:spTree>
    <p:extLst>
      <p:ext uri="{BB962C8B-B14F-4D97-AF65-F5344CB8AC3E}">
        <p14:creationId xmlns:p14="http://schemas.microsoft.com/office/powerpoint/2010/main" val="3648839887"/>
      </p:ext>
    </p:extLst>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Quote">
    <p:spTree>
      <p:nvGrpSpPr>
        <p:cNvPr id="1" name=""/>
        <p:cNvGrpSpPr/>
        <p:nvPr/>
      </p:nvGrpSpPr>
      <p:grpSpPr>
        <a:xfrm>
          <a:off x="0" y="0"/>
          <a:ext cx="0" cy="0"/>
          <a:chOff x="0" y="0"/>
          <a:chExt cx="0" cy="0"/>
        </a:xfrm>
      </p:grpSpPr>
      <p:sp>
        <p:nvSpPr>
          <p:cNvPr id="14" name="Subtitle 2">
            <a:extLst>
              <a:ext uri="{FF2B5EF4-FFF2-40B4-BE49-F238E27FC236}">
                <a16:creationId xmlns:a16="http://schemas.microsoft.com/office/drawing/2014/main" id="{055E4C37-FAD6-B449-9189-A035C0C9E88B}"/>
              </a:ext>
            </a:extLst>
          </p:cNvPr>
          <p:cNvSpPr>
            <a:spLocks noGrp="1"/>
          </p:cNvSpPr>
          <p:nvPr>
            <p:ph type="subTitle" idx="1" hasCustomPrompt="1"/>
          </p:nvPr>
        </p:nvSpPr>
        <p:spPr>
          <a:xfrm>
            <a:off x="609601" y="5658220"/>
            <a:ext cx="10972800" cy="465891"/>
          </a:xfrm>
          <a:prstGeom prst="rect">
            <a:avLst/>
          </a:prstGeom>
        </p:spPr>
        <p:txBody>
          <a:bodyPr lIns="91420" tIns="45710" rIns="91420" bIns="45710" anchor="t" anchorCtr="0">
            <a:noAutofit/>
          </a:bodyPr>
          <a:lstStyle>
            <a:lvl1pPr marL="0" indent="0" algn="ctr">
              <a:lnSpc>
                <a:spcPct val="150000"/>
              </a:lnSpc>
              <a:spcBef>
                <a:spcPts val="0"/>
              </a:spcBef>
              <a:spcAft>
                <a:spcPts val="0"/>
              </a:spcAft>
              <a:buNone/>
              <a:defRPr sz="1500" b="0" i="0">
                <a:solidFill>
                  <a:schemeClr val="tx1"/>
                </a:solidFill>
                <a:latin typeface="CiscoSansTT" panose="020B0503020201020303" pitchFamily="34" charset="0"/>
                <a:cs typeface="CiscoSansTT" panose="020B0503020201020303" pitchFamily="34" charset="0"/>
              </a:defRPr>
            </a:lvl1pPr>
            <a:lvl2pPr marL="457138" indent="0" algn="ctr">
              <a:buNone/>
              <a:defRPr>
                <a:solidFill>
                  <a:schemeClr val="tx1">
                    <a:tint val="75000"/>
                  </a:schemeClr>
                </a:solidFill>
              </a:defRPr>
            </a:lvl2pPr>
            <a:lvl3pPr marL="914286" indent="0" algn="ctr">
              <a:buNone/>
              <a:defRPr>
                <a:solidFill>
                  <a:schemeClr val="tx1">
                    <a:tint val="75000"/>
                  </a:schemeClr>
                </a:solidFill>
              </a:defRPr>
            </a:lvl3pPr>
            <a:lvl4pPr marL="1371427" indent="0" algn="ctr">
              <a:buNone/>
              <a:defRPr>
                <a:solidFill>
                  <a:schemeClr val="tx1">
                    <a:tint val="75000"/>
                  </a:schemeClr>
                </a:solidFill>
              </a:defRPr>
            </a:lvl4pPr>
            <a:lvl5pPr marL="1828573" indent="0" algn="ctr">
              <a:buNone/>
              <a:defRPr>
                <a:solidFill>
                  <a:schemeClr val="tx1">
                    <a:tint val="75000"/>
                  </a:schemeClr>
                </a:solidFill>
              </a:defRPr>
            </a:lvl5pPr>
            <a:lvl6pPr marL="2285711" indent="0" algn="ctr">
              <a:buNone/>
              <a:defRPr>
                <a:solidFill>
                  <a:schemeClr val="tx1">
                    <a:tint val="75000"/>
                  </a:schemeClr>
                </a:solidFill>
              </a:defRPr>
            </a:lvl6pPr>
            <a:lvl7pPr marL="2742858" indent="0" algn="ctr">
              <a:buNone/>
              <a:defRPr>
                <a:solidFill>
                  <a:schemeClr val="tx1">
                    <a:tint val="75000"/>
                  </a:schemeClr>
                </a:solidFill>
              </a:defRPr>
            </a:lvl7pPr>
            <a:lvl8pPr marL="3200000" indent="0" algn="ctr">
              <a:buNone/>
              <a:defRPr>
                <a:solidFill>
                  <a:schemeClr val="tx1">
                    <a:tint val="75000"/>
                  </a:schemeClr>
                </a:solidFill>
              </a:defRPr>
            </a:lvl8pPr>
            <a:lvl9pPr marL="3657146" indent="0" algn="ctr">
              <a:buNone/>
              <a:defRPr>
                <a:solidFill>
                  <a:schemeClr val="tx1">
                    <a:tint val="75000"/>
                  </a:schemeClr>
                </a:solidFill>
              </a:defRPr>
            </a:lvl9pPr>
          </a:lstStyle>
          <a:p>
            <a:r>
              <a:rPr lang="en-GB" dirty="0"/>
              <a:t>Speaker role</a:t>
            </a:r>
            <a:endParaRPr lang="en-US" dirty="0"/>
          </a:p>
        </p:txBody>
      </p:sp>
      <p:sp>
        <p:nvSpPr>
          <p:cNvPr id="15" name="Text Placeholder 2">
            <a:extLst>
              <a:ext uri="{FF2B5EF4-FFF2-40B4-BE49-F238E27FC236}">
                <a16:creationId xmlns:a16="http://schemas.microsoft.com/office/drawing/2014/main" id="{FEADEB85-EFB9-A048-BE6B-F1473C49995D}"/>
              </a:ext>
            </a:extLst>
          </p:cNvPr>
          <p:cNvSpPr>
            <a:spLocks noGrp="1"/>
          </p:cNvSpPr>
          <p:nvPr>
            <p:ph type="body" sz="quarter" idx="13" hasCustomPrompt="1"/>
          </p:nvPr>
        </p:nvSpPr>
        <p:spPr>
          <a:xfrm>
            <a:off x="609600" y="5233078"/>
            <a:ext cx="10972800" cy="398668"/>
          </a:xfrm>
          <a:prstGeom prst="rect">
            <a:avLst/>
          </a:prstGeom>
        </p:spPr>
        <p:txBody>
          <a:bodyPr lIns="91420" tIns="45710" rIns="91420" bIns="45710"/>
          <a:lstStyle>
            <a:lvl1pPr marL="0" indent="0" algn="ctr">
              <a:buFont typeface="Arial" panose="020B0604020202020204" pitchFamily="34" charset="0"/>
              <a:buNone/>
              <a:defRPr sz="24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Speaker name</a:t>
            </a:r>
          </a:p>
        </p:txBody>
      </p:sp>
      <p:sp>
        <p:nvSpPr>
          <p:cNvPr id="17" name="Title 1">
            <a:extLst>
              <a:ext uri="{FF2B5EF4-FFF2-40B4-BE49-F238E27FC236}">
                <a16:creationId xmlns:a16="http://schemas.microsoft.com/office/drawing/2014/main" id="{86E3EA5B-6C70-8F4D-9385-EC53B25066C1}"/>
              </a:ext>
            </a:extLst>
          </p:cNvPr>
          <p:cNvSpPr>
            <a:spLocks noGrp="1"/>
          </p:cNvSpPr>
          <p:nvPr>
            <p:ph type="ctrTitle" hasCustomPrompt="1"/>
          </p:nvPr>
        </p:nvSpPr>
        <p:spPr>
          <a:xfrm>
            <a:off x="899521" y="1398874"/>
            <a:ext cx="10376024" cy="3311089"/>
          </a:xfrm>
          <a:prstGeom prst="rect">
            <a:avLst/>
          </a:prstGeom>
        </p:spPr>
        <p:txBody>
          <a:bodyPr anchor="ctr"/>
          <a:lstStyle>
            <a:lvl1pPr marL="0" indent="0" algn="ctr">
              <a:lnSpc>
                <a:spcPts val="4800"/>
              </a:lnSpc>
              <a:buFont typeface="Arial" panose="020B0604020202020204" pitchFamily="34" charset="0"/>
              <a:buNone/>
              <a:defRPr sz="4200" b="0" i="0" spc="0" baseline="0">
                <a:solidFill>
                  <a:schemeClr val="bg1"/>
                </a:solidFill>
                <a:latin typeface="CiscoSansTT ExtraLight" panose="020B0303020201020303" pitchFamily="34" charset="0"/>
                <a:cs typeface="CiscoSansTT ExtraLight" panose="020B0303020201020303" pitchFamily="34" charset="0"/>
              </a:defRPr>
            </a:lvl1pPr>
          </a:lstStyle>
          <a:p>
            <a:r>
              <a:rPr lang="en-GB" dirty="0"/>
              <a:t>As the adoption of multi-cloud strategy grows, Ulla </a:t>
            </a:r>
            <a:r>
              <a:rPr lang="en-GB" dirty="0" err="1"/>
              <a:t>sitiora</a:t>
            </a:r>
            <a:r>
              <a:rPr lang="en-GB" dirty="0"/>
              <a:t> </a:t>
            </a:r>
            <a:r>
              <a:rPr lang="en-GB" dirty="0" err="1"/>
              <a:t>turest</a:t>
            </a:r>
            <a:r>
              <a:rPr lang="en-GB" dirty="0"/>
              <a:t> </a:t>
            </a:r>
            <a:r>
              <a:rPr lang="en-GB" dirty="0" err="1"/>
              <a:t>experibus</a:t>
            </a:r>
            <a:r>
              <a:rPr lang="en-GB" dirty="0"/>
              <a:t> </a:t>
            </a:r>
            <a:r>
              <a:rPr lang="en-GB" dirty="0" err="1"/>
              <a:t>ut</a:t>
            </a:r>
            <a:r>
              <a:rPr lang="en-GB" dirty="0"/>
              <a:t> pa </a:t>
            </a:r>
            <a:r>
              <a:rPr lang="en-GB" dirty="0" err="1"/>
              <a:t>dolor</a:t>
            </a:r>
            <a:r>
              <a:rPr lang="en-GB" dirty="0"/>
              <a:t> a </a:t>
            </a:r>
            <a:r>
              <a:rPr lang="en-GB" dirty="0" err="1"/>
              <a:t>conestia</a:t>
            </a:r>
            <a:r>
              <a:rPr lang="en-GB" dirty="0"/>
              <a:t> vent </a:t>
            </a:r>
            <a:r>
              <a:rPr lang="en-GB" dirty="0" err="1"/>
              <a:t>eosse</a:t>
            </a:r>
            <a:r>
              <a:rPr lang="en-GB" dirty="0"/>
              <a:t> non </a:t>
            </a:r>
            <a:r>
              <a:rPr lang="en-GB" dirty="0" err="1"/>
              <a:t>consequ</a:t>
            </a:r>
            <a:r>
              <a:rPr lang="en-GB" dirty="0"/>
              <a:t> </a:t>
            </a:r>
            <a:r>
              <a:rPr lang="en-GB" dirty="0" err="1"/>
              <a:t>aturit</a:t>
            </a:r>
            <a:r>
              <a:rPr lang="en-GB" dirty="0"/>
              <a:t> </a:t>
            </a:r>
            <a:r>
              <a:rPr lang="en-GB" dirty="0" err="1"/>
              <a:t>faccum</a:t>
            </a:r>
            <a:r>
              <a:rPr lang="en-GB" dirty="0"/>
              <a:t> qui </a:t>
            </a:r>
            <a:r>
              <a:rPr lang="en-GB" dirty="0" err="1"/>
              <a:t>dolor</a:t>
            </a:r>
            <a:r>
              <a:rPr lang="en-GB" dirty="0"/>
              <a:t> a </a:t>
            </a:r>
            <a:r>
              <a:rPr lang="en-GB" dirty="0" err="1"/>
              <a:t>num</a:t>
            </a:r>
            <a:endParaRPr lang="en-GB" dirty="0"/>
          </a:p>
        </p:txBody>
      </p:sp>
      <p:pic>
        <p:nvPicPr>
          <p:cNvPr id="8" name="Graphic 7">
            <a:extLst>
              <a:ext uri="{FF2B5EF4-FFF2-40B4-BE49-F238E27FC236}">
                <a16:creationId xmlns:a16="http://schemas.microsoft.com/office/drawing/2014/main" id="{8E18B2BC-5B8F-6442-A3B3-AB5D063112DC}"/>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341976" y="733891"/>
            <a:ext cx="1508048" cy="836396"/>
          </a:xfrm>
          <a:prstGeom prst="rect">
            <a:avLst/>
          </a:prstGeom>
        </p:spPr>
      </p:pic>
      <p:cxnSp>
        <p:nvCxnSpPr>
          <p:cNvPr id="3" name="Straight Connector 2">
            <a:extLst>
              <a:ext uri="{FF2B5EF4-FFF2-40B4-BE49-F238E27FC236}">
                <a16:creationId xmlns:a16="http://schemas.microsoft.com/office/drawing/2014/main" id="{7191B82D-853E-F074-193C-5B7F13F89D29}"/>
              </a:ext>
            </a:extLst>
          </p:cNvPr>
          <p:cNvCxnSpPr>
            <a:cxnSpLocks/>
          </p:cNvCxnSpPr>
          <p:nvPr/>
        </p:nvCxnSpPr>
        <p:spPr>
          <a:xfrm>
            <a:off x="4545877" y="4934857"/>
            <a:ext cx="3100252"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pic>
        <p:nvPicPr>
          <p:cNvPr id="11" name="Graphic 10">
            <a:extLst>
              <a:ext uri="{FF2B5EF4-FFF2-40B4-BE49-F238E27FC236}">
                <a16:creationId xmlns:a16="http://schemas.microsoft.com/office/drawing/2014/main" id="{BC971E1A-FF32-8218-BAD9-002E42B9E7A8}"/>
              </a:ext>
            </a:extLst>
          </p:cNvPr>
          <p:cNvPicPr>
            <a:picLocks noChangeAspect="1"/>
          </p:cNvPicPr>
          <p:nvPr/>
        </p:nvPicPr>
        <p:blipFill rotWithShape="1">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l="-4806" t="46981" r="50235"/>
          <a:stretch/>
        </p:blipFill>
        <p:spPr>
          <a:xfrm>
            <a:off x="8981440" y="0"/>
            <a:ext cx="3210560" cy="3121961"/>
          </a:xfrm>
          <a:prstGeom prst="rect">
            <a:avLst/>
          </a:prstGeom>
        </p:spPr>
      </p:pic>
    </p:spTree>
    <p:extLst>
      <p:ext uri="{BB962C8B-B14F-4D97-AF65-F5344CB8AC3E}">
        <p14:creationId xmlns:p14="http://schemas.microsoft.com/office/powerpoint/2010/main" val="3959234736"/>
      </p:ext>
    </p:extLst>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ky Quote">
    <p:bg>
      <p:bgPr>
        <a:solidFill>
          <a:schemeClr val="accent1"/>
        </a:solidFill>
        <a:effectLst/>
      </p:bgPr>
    </p:bg>
    <p:spTree>
      <p:nvGrpSpPr>
        <p:cNvPr id="1" name=""/>
        <p:cNvGrpSpPr/>
        <p:nvPr/>
      </p:nvGrpSpPr>
      <p:grpSpPr>
        <a:xfrm>
          <a:off x="0" y="0"/>
          <a:ext cx="0" cy="0"/>
          <a:chOff x="0" y="0"/>
          <a:chExt cx="0" cy="0"/>
        </a:xfrm>
      </p:grpSpPr>
      <p:sp>
        <p:nvSpPr>
          <p:cNvPr id="14" name="Subtitle 2">
            <a:extLst>
              <a:ext uri="{FF2B5EF4-FFF2-40B4-BE49-F238E27FC236}">
                <a16:creationId xmlns:a16="http://schemas.microsoft.com/office/drawing/2014/main" id="{055E4C37-FAD6-B449-9189-A035C0C9E88B}"/>
              </a:ext>
            </a:extLst>
          </p:cNvPr>
          <p:cNvSpPr>
            <a:spLocks noGrp="1"/>
          </p:cNvSpPr>
          <p:nvPr>
            <p:ph type="subTitle" idx="1" hasCustomPrompt="1"/>
          </p:nvPr>
        </p:nvSpPr>
        <p:spPr>
          <a:xfrm>
            <a:off x="609601" y="5658220"/>
            <a:ext cx="10972800" cy="465891"/>
          </a:xfrm>
          <a:prstGeom prst="rect">
            <a:avLst/>
          </a:prstGeom>
        </p:spPr>
        <p:txBody>
          <a:bodyPr lIns="91420" tIns="45710" rIns="91420" bIns="45710" anchor="t" anchorCtr="0">
            <a:noAutofit/>
          </a:bodyPr>
          <a:lstStyle>
            <a:lvl1pPr marL="0" indent="0" algn="ctr">
              <a:lnSpc>
                <a:spcPct val="150000"/>
              </a:lnSpc>
              <a:spcBef>
                <a:spcPts val="0"/>
              </a:spcBef>
              <a:spcAft>
                <a:spcPts val="0"/>
              </a:spcAft>
              <a:buNone/>
              <a:defRPr sz="1500" b="0" i="0">
                <a:solidFill>
                  <a:schemeClr val="bg1"/>
                </a:solidFill>
                <a:latin typeface="CiscoSansTT" panose="020B0503020201020303" pitchFamily="34" charset="0"/>
                <a:cs typeface="CiscoSansTT" panose="020B0503020201020303" pitchFamily="34" charset="0"/>
              </a:defRPr>
            </a:lvl1pPr>
            <a:lvl2pPr marL="457138" indent="0" algn="ctr">
              <a:buNone/>
              <a:defRPr>
                <a:solidFill>
                  <a:schemeClr val="tx1">
                    <a:tint val="75000"/>
                  </a:schemeClr>
                </a:solidFill>
              </a:defRPr>
            </a:lvl2pPr>
            <a:lvl3pPr marL="914286" indent="0" algn="ctr">
              <a:buNone/>
              <a:defRPr>
                <a:solidFill>
                  <a:schemeClr val="tx1">
                    <a:tint val="75000"/>
                  </a:schemeClr>
                </a:solidFill>
              </a:defRPr>
            </a:lvl3pPr>
            <a:lvl4pPr marL="1371427" indent="0" algn="ctr">
              <a:buNone/>
              <a:defRPr>
                <a:solidFill>
                  <a:schemeClr val="tx1">
                    <a:tint val="75000"/>
                  </a:schemeClr>
                </a:solidFill>
              </a:defRPr>
            </a:lvl4pPr>
            <a:lvl5pPr marL="1828573" indent="0" algn="ctr">
              <a:buNone/>
              <a:defRPr>
                <a:solidFill>
                  <a:schemeClr val="tx1">
                    <a:tint val="75000"/>
                  </a:schemeClr>
                </a:solidFill>
              </a:defRPr>
            </a:lvl5pPr>
            <a:lvl6pPr marL="2285711" indent="0" algn="ctr">
              <a:buNone/>
              <a:defRPr>
                <a:solidFill>
                  <a:schemeClr val="tx1">
                    <a:tint val="75000"/>
                  </a:schemeClr>
                </a:solidFill>
              </a:defRPr>
            </a:lvl6pPr>
            <a:lvl7pPr marL="2742858" indent="0" algn="ctr">
              <a:buNone/>
              <a:defRPr>
                <a:solidFill>
                  <a:schemeClr val="tx1">
                    <a:tint val="75000"/>
                  </a:schemeClr>
                </a:solidFill>
              </a:defRPr>
            </a:lvl7pPr>
            <a:lvl8pPr marL="3200000" indent="0" algn="ctr">
              <a:buNone/>
              <a:defRPr>
                <a:solidFill>
                  <a:schemeClr val="tx1">
                    <a:tint val="75000"/>
                  </a:schemeClr>
                </a:solidFill>
              </a:defRPr>
            </a:lvl8pPr>
            <a:lvl9pPr marL="3657146" indent="0" algn="ctr">
              <a:buNone/>
              <a:defRPr>
                <a:solidFill>
                  <a:schemeClr val="tx1">
                    <a:tint val="75000"/>
                  </a:schemeClr>
                </a:solidFill>
              </a:defRPr>
            </a:lvl9pPr>
          </a:lstStyle>
          <a:p>
            <a:r>
              <a:rPr lang="en-GB" dirty="0"/>
              <a:t>Speaker role</a:t>
            </a:r>
            <a:endParaRPr lang="en-US" dirty="0"/>
          </a:p>
        </p:txBody>
      </p:sp>
      <p:sp>
        <p:nvSpPr>
          <p:cNvPr id="15" name="Text Placeholder 2">
            <a:extLst>
              <a:ext uri="{FF2B5EF4-FFF2-40B4-BE49-F238E27FC236}">
                <a16:creationId xmlns:a16="http://schemas.microsoft.com/office/drawing/2014/main" id="{FEADEB85-EFB9-A048-BE6B-F1473C49995D}"/>
              </a:ext>
            </a:extLst>
          </p:cNvPr>
          <p:cNvSpPr>
            <a:spLocks noGrp="1"/>
          </p:cNvSpPr>
          <p:nvPr>
            <p:ph type="body" sz="quarter" idx="13" hasCustomPrompt="1"/>
          </p:nvPr>
        </p:nvSpPr>
        <p:spPr>
          <a:xfrm>
            <a:off x="609600" y="5233078"/>
            <a:ext cx="10972800" cy="398668"/>
          </a:xfrm>
          <a:prstGeom prst="rect">
            <a:avLst/>
          </a:prstGeom>
        </p:spPr>
        <p:txBody>
          <a:bodyPr lIns="91420" tIns="45710" rIns="91420" bIns="45710"/>
          <a:lstStyle>
            <a:lvl1pPr marL="0" indent="0" algn="ctr">
              <a:buFont typeface="Arial" panose="020B0604020202020204" pitchFamily="34" charset="0"/>
              <a:buNone/>
              <a:defRPr sz="2400" b="0" i="0" baseline="0">
                <a:solidFill>
                  <a:schemeClr val="bg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Speaker role</a:t>
            </a:r>
          </a:p>
        </p:txBody>
      </p:sp>
      <p:sp>
        <p:nvSpPr>
          <p:cNvPr id="17" name="Title 1">
            <a:extLst>
              <a:ext uri="{FF2B5EF4-FFF2-40B4-BE49-F238E27FC236}">
                <a16:creationId xmlns:a16="http://schemas.microsoft.com/office/drawing/2014/main" id="{86E3EA5B-6C70-8F4D-9385-EC53B25066C1}"/>
              </a:ext>
            </a:extLst>
          </p:cNvPr>
          <p:cNvSpPr>
            <a:spLocks noGrp="1"/>
          </p:cNvSpPr>
          <p:nvPr>
            <p:ph type="ctrTitle" hasCustomPrompt="1"/>
          </p:nvPr>
        </p:nvSpPr>
        <p:spPr>
          <a:xfrm>
            <a:off x="899521" y="1398874"/>
            <a:ext cx="10376024" cy="3311089"/>
          </a:xfrm>
          <a:prstGeom prst="rect">
            <a:avLst/>
          </a:prstGeom>
        </p:spPr>
        <p:txBody>
          <a:bodyPr anchor="ctr"/>
          <a:lstStyle>
            <a:lvl1pPr marL="0" indent="0" algn="ctr">
              <a:lnSpc>
                <a:spcPts val="4800"/>
              </a:lnSpc>
              <a:buFont typeface="Arial" panose="020B0604020202020204" pitchFamily="34" charset="0"/>
              <a:buNone/>
              <a:defRPr sz="4200" b="0" i="0" spc="0" baseline="0">
                <a:solidFill>
                  <a:schemeClr val="bg1"/>
                </a:solidFill>
                <a:latin typeface="CiscoSansTT ExtraLight" panose="020B0303020201020303" pitchFamily="34" charset="0"/>
                <a:cs typeface="CiscoSansTT ExtraLight" panose="020B0303020201020303" pitchFamily="34" charset="0"/>
              </a:defRPr>
            </a:lvl1pPr>
          </a:lstStyle>
          <a:p>
            <a:r>
              <a:rPr lang="en-GB" dirty="0"/>
              <a:t>As the adoption of multi-cloud strategy grows, Ulla </a:t>
            </a:r>
            <a:r>
              <a:rPr lang="en-GB" dirty="0" err="1"/>
              <a:t>sitiora</a:t>
            </a:r>
            <a:r>
              <a:rPr lang="en-GB" dirty="0"/>
              <a:t> </a:t>
            </a:r>
            <a:r>
              <a:rPr lang="en-GB" dirty="0" err="1"/>
              <a:t>turest</a:t>
            </a:r>
            <a:r>
              <a:rPr lang="en-GB" dirty="0"/>
              <a:t> </a:t>
            </a:r>
            <a:r>
              <a:rPr lang="en-GB" dirty="0" err="1"/>
              <a:t>experibus</a:t>
            </a:r>
            <a:r>
              <a:rPr lang="en-GB" dirty="0"/>
              <a:t> </a:t>
            </a:r>
            <a:r>
              <a:rPr lang="en-GB" dirty="0" err="1"/>
              <a:t>ut</a:t>
            </a:r>
            <a:r>
              <a:rPr lang="en-GB" dirty="0"/>
              <a:t> pa </a:t>
            </a:r>
            <a:r>
              <a:rPr lang="en-GB" dirty="0" err="1"/>
              <a:t>dolor</a:t>
            </a:r>
            <a:r>
              <a:rPr lang="en-GB" dirty="0"/>
              <a:t> a </a:t>
            </a:r>
            <a:r>
              <a:rPr lang="en-GB" dirty="0" err="1"/>
              <a:t>conestia</a:t>
            </a:r>
            <a:r>
              <a:rPr lang="en-GB" dirty="0"/>
              <a:t> vent </a:t>
            </a:r>
            <a:r>
              <a:rPr lang="en-GB" dirty="0" err="1"/>
              <a:t>eosse</a:t>
            </a:r>
            <a:r>
              <a:rPr lang="en-GB" dirty="0"/>
              <a:t> non </a:t>
            </a:r>
            <a:r>
              <a:rPr lang="en-GB" dirty="0" err="1"/>
              <a:t>consequ</a:t>
            </a:r>
            <a:r>
              <a:rPr lang="en-GB" dirty="0"/>
              <a:t> </a:t>
            </a:r>
            <a:r>
              <a:rPr lang="en-GB" dirty="0" err="1"/>
              <a:t>aturit</a:t>
            </a:r>
            <a:r>
              <a:rPr lang="en-GB" dirty="0"/>
              <a:t> </a:t>
            </a:r>
            <a:r>
              <a:rPr lang="en-GB" dirty="0" err="1"/>
              <a:t>faccum</a:t>
            </a:r>
            <a:r>
              <a:rPr lang="en-GB" dirty="0"/>
              <a:t> qui </a:t>
            </a:r>
            <a:r>
              <a:rPr lang="en-GB" dirty="0" err="1"/>
              <a:t>dolor</a:t>
            </a:r>
            <a:r>
              <a:rPr lang="en-GB" dirty="0"/>
              <a:t> a </a:t>
            </a:r>
            <a:r>
              <a:rPr lang="en-GB" dirty="0" err="1"/>
              <a:t>num</a:t>
            </a:r>
            <a:endParaRPr lang="en-GB" dirty="0"/>
          </a:p>
        </p:txBody>
      </p:sp>
      <p:pic>
        <p:nvPicPr>
          <p:cNvPr id="8" name="Graphic 7">
            <a:extLst>
              <a:ext uri="{FF2B5EF4-FFF2-40B4-BE49-F238E27FC236}">
                <a16:creationId xmlns:a16="http://schemas.microsoft.com/office/drawing/2014/main" id="{8E18B2BC-5B8F-6442-A3B3-AB5D063112DC}"/>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341976" y="733891"/>
            <a:ext cx="1508048" cy="836396"/>
          </a:xfrm>
          <a:prstGeom prst="rect">
            <a:avLst/>
          </a:prstGeom>
        </p:spPr>
      </p:pic>
      <p:pic>
        <p:nvPicPr>
          <p:cNvPr id="16" name="Graphic 15">
            <a:extLst>
              <a:ext uri="{FF2B5EF4-FFF2-40B4-BE49-F238E27FC236}">
                <a16:creationId xmlns:a16="http://schemas.microsoft.com/office/drawing/2014/main" id="{DF934E4D-2E37-A7A2-A96B-A43A1A9B1543}"/>
              </a:ext>
            </a:extLst>
          </p:cNvPr>
          <p:cNvPicPr>
            <a:picLocks noChangeAspect="1"/>
          </p:cNvPicPr>
          <p:nvPr/>
        </p:nvPicPr>
        <p:blipFill rotWithShape="1">
          <a:blip>
            <a:alphaModFix/>
            <a:extLst>
              <a:ext uri="{96DAC541-7B7A-43D3-8B79-37D633B846F1}">
                <asvg:svgBlip xmlns:asvg="http://schemas.microsoft.com/office/drawing/2016/SVG/main" r:embed="rId3"/>
              </a:ext>
            </a:extLst>
          </a:blip>
          <a:srcRect l="-6339" t="50000" r="47438" b="-7103"/>
          <a:stretch/>
        </p:blipFill>
        <p:spPr>
          <a:xfrm>
            <a:off x="8778240" y="-1"/>
            <a:ext cx="3413760" cy="3312384"/>
          </a:xfrm>
          <a:prstGeom prst="rect">
            <a:avLst/>
          </a:prstGeom>
        </p:spPr>
      </p:pic>
      <p:cxnSp>
        <p:nvCxnSpPr>
          <p:cNvPr id="3" name="Straight Connector 2">
            <a:extLst>
              <a:ext uri="{FF2B5EF4-FFF2-40B4-BE49-F238E27FC236}">
                <a16:creationId xmlns:a16="http://schemas.microsoft.com/office/drawing/2014/main" id="{7191B82D-853E-F074-193C-5B7F13F89D29}"/>
              </a:ext>
            </a:extLst>
          </p:cNvPr>
          <p:cNvCxnSpPr>
            <a:cxnSpLocks/>
          </p:cNvCxnSpPr>
          <p:nvPr/>
        </p:nvCxnSpPr>
        <p:spPr>
          <a:xfrm>
            <a:off x="4545877" y="4934857"/>
            <a:ext cx="3100252"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99267392"/>
      </p:ext>
    </p:extLst>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eque Left">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EFE63EB2-AC2A-7CCF-67A5-94304A46048C}"/>
              </a:ext>
            </a:extLst>
          </p:cNvPr>
          <p:cNvPicPr>
            <a:picLocks noChangeAspect="1"/>
          </p:cNvPicPr>
          <p:nvPr/>
        </p:nvPicPr>
        <p:blipFill rotWithShape="1">
          <a:blip>
            <a:extLst>
              <a:ext uri="{96DAC541-7B7A-43D3-8B79-37D633B846F1}">
                <asvg:svgBlip xmlns:asvg="http://schemas.microsoft.com/office/drawing/2016/SVG/main" r:embed="rId2"/>
              </a:ext>
            </a:extLst>
          </a:blip>
          <a:srcRect l="-4806" t="-1734" r="50235" b="48715"/>
          <a:stretch/>
        </p:blipFill>
        <p:spPr>
          <a:xfrm>
            <a:off x="4925568" y="-207905"/>
            <a:ext cx="7266432" cy="7065906"/>
          </a:xfrm>
          <a:prstGeom prst="rect">
            <a:avLst/>
          </a:prstGeom>
        </p:spPr>
      </p:pic>
      <p:sp>
        <p:nvSpPr>
          <p:cNvPr id="6" name="Title 1">
            <a:extLst>
              <a:ext uri="{FF2B5EF4-FFF2-40B4-BE49-F238E27FC236}">
                <a16:creationId xmlns:a16="http://schemas.microsoft.com/office/drawing/2014/main" id="{CBA1FD7D-7C93-E645-B2E9-AD2B9329C1E8}"/>
              </a:ext>
            </a:extLst>
          </p:cNvPr>
          <p:cNvSpPr>
            <a:spLocks noGrp="1"/>
          </p:cNvSpPr>
          <p:nvPr>
            <p:ph type="ctrTitle" hasCustomPrompt="1"/>
          </p:nvPr>
        </p:nvSpPr>
        <p:spPr>
          <a:xfrm>
            <a:off x="625930" y="2565402"/>
            <a:ext cx="10232589" cy="637377"/>
          </a:xfrm>
          <a:prstGeom prst="rect">
            <a:avLst/>
          </a:prstGeom>
        </p:spPr>
        <p:txBody>
          <a:bodyPr lIns="0" tIns="0" rIns="0" bIns="0" anchor="ctr"/>
          <a:lstStyle>
            <a:lvl1pPr marL="0" indent="0" algn="l">
              <a:lnSpc>
                <a:spcPts val="4800"/>
              </a:lnSpc>
              <a:buFont typeface="Arial" panose="020B0604020202020204" pitchFamily="34" charset="0"/>
              <a:buNone/>
              <a:defRPr sz="4200" b="0" i="0" spc="0" baseline="0">
                <a:solidFill>
                  <a:schemeClr val="bg1"/>
                </a:solidFill>
                <a:latin typeface="CiscoSansTT ExtraLight" panose="020B0303020201020303" pitchFamily="34" charset="0"/>
                <a:cs typeface="CiscoSansTT ExtraLight" panose="020B0303020201020303" pitchFamily="34" charset="0"/>
              </a:defRPr>
            </a:lvl1pPr>
          </a:lstStyle>
          <a:p>
            <a:r>
              <a:rPr lang="en-GB" dirty="0"/>
              <a:t>Segue slide copy goes here</a:t>
            </a:r>
            <a:endParaRPr lang="en-US" dirty="0"/>
          </a:p>
        </p:txBody>
      </p:sp>
    </p:spTree>
    <p:extLst>
      <p:ext uri="{BB962C8B-B14F-4D97-AF65-F5344CB8AC3E}">
        <p14:creationId xmlns:p14="http://schemas.microsoft.com/office/powerpoint/2010/main" val="1939232337"/>
      </p:ext>
    </p:extLst>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ky Seque Left">
    <p:bg>
      <p:bgPr>
        <a:solidFill>
          <a:schemeClr val="accent1"/>
        </a:solid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CBA1FD7D-7C93-E645-B2E9-AD2B9329C1E8}"/>
              </a:ext>
            </a:extLst>
          </p:cNvPr>
          <p:cNvSpPr>
            <a:spLocks noGrp="1"/>
          </p:cNvSpPr>
          <p:nvPr>
            <p:ph type="ctrTitle" hasCustomPrompt="1"/>
          </p:nvPr>
        </p:nvSpPr>
        <p:spPr>
          <a:xfrm>
            <a:off x="625930" y="2565402"/>
            <a:ext cx="10232589" cy="637377"/>
          </a:xfrm>
          <a:prstGeom prst="rect">
            <a:avLst/>
          </a:prstGeom>
        </p:spPr>
        <p:txBody>
          <a:bodyPr lIns="0" tIns="0" rIns="0" bIns="0" anchor="ctr"/>
          <a:lstStyle>
            <a:lvl1pPr marL="0" indent="0" algn="l">
              <a:lnSpc>
                <a:spcPts val="4800"/>
              </a:lnSpc>
              <a:buFont typeface="Arial" panose="020B0604020202020204" pitchFamily="34" charset="0"/>
              <a:buNone/>
              <a:defRPr sz="4200" b="0" i="0" spc="0" baseline="0">
                <a:solidFill>
                  <a:schemeClr val="bg1"/>
                </a:solidFill>
                <a:latin typeface="CiscoSansTT ExtraLight" panose="020B0303020201020303" pitchFamily="34" charset="0"/>
                <a:cs typeface="CiscoSansTT ExtraLight" panose="020B0303020201020303" pitchFamily="34" charset="0"/>
              </a:defRPr>
            </a:lvl1pPr>
          </a:lstStyle>
          <a:p>
            <a:r>
              <a:rPr lang="en-GB" dirty="0"/>
              <a:t>Segue slide copy goes here</a:t>
            </a:r>
            <a:endParaRPr lang="en-US" dirty="0"/>
          </a:p>
        </p:txBody>
      </p:sp>
      <p:pic>
        <p:nvPicPr>
          <p:cNvPr id="4" name="Graphic 3">
            <a:extLst>
              <a:ext uri="{FF2B5EF4-FFF2-40B4-BE49-F238E27FC236}">
                <a16:creationId xmlns:a16="http://schemas.microsoft.com/office/drawing/2014/main" id="{6BC94FF4-6CDA-6176-11AC-4CEBD21C85D6}"/>
              </a:ext>
            </a:extLst>
          </p:cNvPr>
          <p:cNvPicPr>
            <a:picLocks noChangeAspect="1"/>
          </p:cNvPicPr>
          <p:nvPr/>
        </p:nvPicPr>
        <p:blipFill rotWithShape="1">
          <a:blip>
            <a:extLst>
              <a:ext uri="{96DAC541-7B7A-43D3-8B79-37D633B846F1}">
                <asvg:svgBlip xmlns:asvg="http://schemas.microsoft.com/office/drawing/2016/SVG/main" r:embed="rId2"/>
              </a:ext>
            </a:extLst>
          </a:blip>
          <a:srcRect l="-3398" t="350" r="48853" b="46864"/>
          <a:stretch/>
        </p:blipFill>
        <p:spPr>
          <a:xfrm>
            <a:off x="6835927" y="1652016"/>
            <a:ext cx="5374832" cy="5205984"/>
          </a:xfrm>
          <a:prstGeom prst="rect">
            <a:avLst/>
          </a:prstGeom>
        </p:spPr>
      </p:pic>
    </p:spTree>
    <p:extLst>
      <p:ext uri="{BB962C8B-B14F-4D97-AF65-F5344CB8AC3E}">
        <p14:creationId xmlns:p14="http://schemas.microsoft.com/office/powerpoint/2010/main" val="2043323923"/>
      </p:ext>
    </p:extLst>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ext Left">
    <p:spTree>
      <p:nvGrpSpPr>
        <p:cNvPr id="1" name=""/>
        <p:cNvGrpSpPr/>
        <p:nvPr/>
      </p:nvGrpSpPr>
      <p:grpSpPr>
        <a:xfrm>
          <a:off x="0" y="0"/>
          <a:ext cx="0" cy="0"/>
          <a:chOff x="0" y="0"/>
          <a:chExt cx="0" cy="0"/>
        </a:xfrm>
      </p:grpSpPr>
      <p:sp>
        <p:nvSpPr>
          <p:cNvPr id="7" name="Text Placeholder 2">
            <a:extLst>
              <a:ext uri="{FF2B5EF4-FFF2-40B4-BE49-F238E27FC236}">
                <a16:creationId xmlns:a16="http://schemas.microsoft.com/office/drawing/2014/main" id="{288E9818-CDB2-294C-86DC-E17877CD33A8}"/>
              </a:ext>
            </a:extLst>
          </p:cNvPr>
          <p:cNvSpPr>
            <a:spLocks noGrp="1"/>
          </p:cNvSpPr>
          <p:nvPr>
            <p:ph type="body" sz="quarter" idx="15" hasCustomPrompt="1"/>
          </p:nvPr>
        </p:nvSpPr>
        <p:spPr>
          <a:xfrm>
            <a:off x="621965" y="2812144"/>
            <a:ext cx="3489235" cy="1078213"/>
          </a:xfrm>
          <a:prstGeom prst="rect">
            <a:avLst/>
          </a:prstGeom>
        </p:spPr>
        <p:txBody>
          <a:bodyPr lIns="0" tIns="0" rIns="0" bIns="0"/>
          <a:lstStyle>
            <a:lvl1pPr marL="0" marR="0" indent="0" algn="l" defTabSz="912276" rtl="0" eaLnBrk="1" fontAlgn="base" latinLnBrk="0" hangingPunct="1">
              <a:lnSpc>
                <a:spcPts val="1733"/>
              </a:lnSpc>
              <a:spcBef>
                <a:spcPts val="0"/>
              </a:spcBef>
              <a:spcAft>
                <a:spcPts val="800"/>
              </a:spcAft>
              <a:buClr>
                <a:schemeClr val="tx2"/>
              </a:buClr>
              <a:buSzPct val="90000"/>
              <a:buFont typeface="Arial" panose="020B0604020202020204" pitchFamily="34" charset="0"/>
              <a:buNone/>
              <a:tabLst/>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a:t>
            </a:r>
            <a:r>
              <a:rPr lang="en-GB" dirty="0" err="1"/>
              <a:t>labore</a:t>
            </a:r>
            <a:r>
              <a:rPr lang="en-GB" dirty="0"/>
              <a:t> et dolore. 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et dolore.</a:t>
            </a:r>
          </a:p>
          <a:p>
            <a:pPr lvl="0"/>
            <a:endParaRPr lang="en-GB" dirty="0"/>
          </a:p>
        </p:txBody>
      </p:sp>
      <p:sp>
        <p:nvSpPr>
          <p:cNvPr id="9" name="Text Placeholder 2">
            <a:extLst>
              <a:ext uri="{FF2B5EF4-FFF2-40B4-BE49-F238E27FC236}">
                <a16:creationId xmlns:a16="http://schemas.microsoft.com/office/drawing/2014/main" id="{355C6030-64DC-1C43-BC53-97F66AC982AB}"/>
              </a:ext>
            </a:extLst>
          </p:cNvPr>
          <p:cNvSpPr>
            <a:spLocks noGrp="1"/>
          </p:cNvSpPr>
          <p:nvPr>
            <p:ph type="body" sz="quarter" idx="16" hasCustomPrompt="1"/>
          </p:nvPr>
        </p:nvSpPr>
        <p:spPr>
          <a:xfrm>
            <a:off x="621965" y="2382521"/>
            <a:ext cx="3489235" cy="182881"/>
          </a:xfrm>
          <a:prstGeom prst="rect">
            <a:avLst/>
          </a:prstGeom>
        </p:spPr>
        <p:txBody>
          <a:bodyPr lIns="0" tIns="0" rIns="0" bIns="0"/>
          <a:lstStyle>
            <a:lvl1pPr marL="0" indent="0">
              <a:buFont typeface="Arial" panose="020B0604020202020204" pitchFamily="34" charset="0"/>
              <a:buNone/>
              <a:defRPr sz="16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Subtitle</a:t>
            </a:r>
          </a:p>
        </p:txBody>
      </p:sp>
      <p:sp>
        <p:nvSpPr>
          <p:cNvPr id="8" name="Title 1">
            <a:extLst>
              <a:ext uri="{FF2B5EF4-FFF2-40B4-BE49-F238E27FC236}">
                <a16:creationId xmlns:a16="http://schemas.microsoft.com/office/drawing/2014/main" id="{5FB0ED95-38E7-2A5D-7BFA-218DE01901E4}"/>
              </a:ext>
            </a:extLst>
          </p:cNvPr>
          <p:cNvSpPr>
            <a:spLocks noGrp="1"/>
          </p:cNvSpPr>
          <p:nvPr>
            <p:ph type="ctrTitle" hasCustomPrompt="1"/>
          </p:nvPr>
        </p:nvSpPr>
        <p:spPr>
          <a:xfrm>
            <a:off x="621967" y="1766048"/>
            <a:ext cx="3489235" cy="443753"/>
          </a:xfrm>
          <a:prstGeom prst="rect">
            <a:avLst/>
          </a:prstGeom>
        </p:spPr>
        <p:txBody>
          <a:bodyPr lIns="0" tIns="0" rIns="0" bIns="0" anchor="b"/>
          <a:lstStyle>
            <a:lvl1pPr marL="0" indent="0" algn="l">
              <a:lnSpc>
                <a:spcPct val="100000"/>
              </a:lnSpc>
              <a:buFont typeface="Arial" panose="020B0604020202020204" pitchFamily="34" charset="0"/>
              <a:buNone/>
              <a:defRPr sz="3200" b="0" i="0" spc="0" baseline="0">
                <a:solidFill>
                  <a:schemeClr val="bg1"/>
                </a:solidFill>
                <a:latin typeface="CiscoSansTT ExtraLight" panose="020B0303020201020303" pitchFamily="34" charset="0"/>
                <a:cs typeface="CiscoSansTT ExtraLight" panose="020B0303020201020303" pitchFamily="34" charset="0"/>
              </a:defRPr>
            </a:lvl1pPr>
          </a:lstStyle>
          <a:p>
            <a:r>
              <a:rPr lang="en-GB" dirty="0"/>
              <a:t>Heading</a:t>
            </a:r>
            <a:endParaRPr lang="en-US" dirty="0"/>
          </a:p>
        </p:txBody>
      </p:sp>
      <p:sp>
        <p:nvSpPr>
          <p:cNvPr id="11" name="Text Placeholder 2">
            <a:extLst>
              <a:ext uri="{FF2B5EF4-FFF2-40B4-BE49-F238E27FC236}">
                <a16:creationId xmlns:a16="http://schemas.microsoft.com/office/drawing/2014/main" id="{4D01B711-3A91-6FAB-F154-53DD712B5BD5}"/>
              </a:ext>
            </a:extLst>
          </p:cNvPr>
          <p:cNvSpPr>
            <a:spLocks noGrp="1"/>
          </p:cNvSpPr>
          <p:nvPr>
            <p:ph type="body" sz="quarter" idx="14" hasCustomPrompt="1"/>
          </p:nvPr>
        </p:nvSpPr>
        <p:spPr>
          <a:xfrm>
            <a:off x="625928" y="431801"/>
            <a:ext cx="3489235" cy="304800"/>
          </a:xfrm>
          <a:prstGeom prst="rect">
            <a:avLst/>
          </a:prstGeom>
        </p:spPr>
        <p:txBody>
          <a:bodyPr lIns="0" tIns="0" rIns="0" bIns="0"/>
          <a:lstStyle>
            <a:lvl1pPr marL="0" indent="0">
              <a:spcBef>
                <a:spcPts val="0"/>
              </a:spcBef>
              <a:buFont typeface="Arial" panose="020B0604020202020204" pitchFamily="34" charset="0"/>
              <a:buNone/>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Section title</a:t>
            </a:r>
          </a:p>
        </p:txBody>
      </p:sp>
    </p:spTree>
    <p:extLst>
      <p:ext uri="{BB962C8B-B14F-4D97-AF65-F5344CB8AC3E}">
        <p14:creationId xmlns:p14="http://schemas.microsoft.com/office/powerpoint/2010/main" val="147521000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ky Text Left">
    <p:bg>
      <p:bgPr>
        <a:solidFill>
          <a:schemeClr val="accent1"/>
        </a:solidFill>
        <a:effectLst/>
      </p:bgPr>
    </p:bg>
    <p:spTree>
      <p:nvGrpSpPr>
        <p:cNvPr id="1" name=""/>
        <p:cNvGrpSpPr/>
        <p:nvPr/>
      </p:nvGrpSpPr>
      <p:grpSpPr>
        <a:xfrm>
          <a:off x="0" y="0"/>
          <a:ext cx="0" cy="0"/>
          <a:chOff x="0" y="0"/>
          <a:chExt cx="0" cy="0"/>
        </a:xfrm>
      </p:grpSpPr>
      <p:sp>
        <p:nvSpPr>
          <p:cNvPr id="7" name="Text Placeholder 2">
            <a:extLst>
              <a:ext uri="{FF2B5EF4-FFF2-40B4-BE49-F238E27FC236}">
                <a16:creationId xmlns:a16="http://schemas.microsoft.com/office/drawing/2014/main" id="{288E9818-CDB2-294C-86DC-E17877CD33A8}"/>
              </a:ext>
            </a:extLst>
          </p:cNvPr>
          <p:cNvSpPr>
            <a:spLocks noGrp="1"/>
          </p:cNvSpPr>
          <p:nvPr>
            <p:ph type="body" sz="quarter" idx="15" hasCustomPrompt="1"/>
          </p:nvPr>
        </p:nvSpPr>
        <p:spPr>
          <a:xfrm>
            <a:off x="621965" y="2812144"/>
            <a:ext cx="3489235" cy="1078213"/>
          </a:xfrm>
          <a:prstGeom prst="rect">
            <a:avLst/>
          </a:prstGeom>
        </p:spPr>
        <p:txBody>
          <a:bodyPr lIns="0" tIns="0" rIns="0" bIns="0"/>
          <a:lstStyle>
            <a:lvl1pPr marL="0" marR="0" indent="0" algn="l" defTabSz="912276" rtl="0" eaLnBrk="1" fontAlgn="base" latinLnBrk="0" hangingPunct="1">
              <a:lnSpc>
                <a:spcPts val="1733"/>
              </a:lnSpc>
              <a:spcBef>
                <a:spcPts val="0"/>
              </a:spcBef>
              <a:spcAft>
                <a:spcPts val="800"/>
              </a:spcAft>
              <a:buClr>
                <a:schemeClr val="tx2"/>
              </a:buClr>
              <a:buSzPct val="90000"/>
              <a:buFont typeface="Arial" panose="020B0604020202020204" pitchFamily="34" charset="0"/>
              <a:buNone/>
              <a:tabLst/>
              <a:defRPr sz="1300" b="0" i="0" baseline="0">
                <a:solidFill>
                  <a:schemeClr val="bg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a:t>
            </a:r>
            <a:r>
              <a:rPr lang="en-GB" dirty="0" err="1"/>
              <a:t>labore</a:t>
            </a:r>
            <a:r>
              <a:rPr lang="en-GB" dirty="0"/>
              <a:t> et dolore. 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et dolore.</a:t>
            </a:r>
          </a:p>
          <a:p>
            <a:pPr lvl="0"/>
            <a:endParaRPr lang="en-GB" dirty="0"/>
          </a:p>
        </p:txBody>
      </p:sp>
      <p:sp>
        <p:nvSpPr>
          <p:cNvPr id="9" name="Text Placeholder 2">
            <a:extLst>
              <a:ext uri="{FF2B5EF4-FFF2-40B4-BE49-F238E27FC236}">
                <a16:creationId xmlns:a16="http://schemas.microsoft.com/office/drawing/2014/main" id="{355C6030-64DC-1C43-BC53-97F66AC982AB}"/>
              </a:ext>
            </a:extLst>
          </p:cNvPr>
          <p:cNvSpPr>
            <a:spLocks noGrp="1"/>
          </p:cNvSpPr>
          <p:nvPr>
            <p:ph type="body" sz="quarter" idx="16" hasCustomPrompt="1"/>
          </p:nvPr>
        </p:nvSpPr>
        <p:spPr>
          <a:xfrm>
            <a:off x="621965" y="2382521"/>
            <a:ext cx="3489235" cy="182881"/>
          </a:xfrm>
          <a:prstGeom prst="rect">
            <a:avLst/>
          </a:prstGeom>
        </p:spPr>
        <p:txBody>
          <a:bodyPr lIns="0" tIns="0" rIns="0" bIns="0"/>
          <a:lstStyle>
            <a:lvl1pPr marL="0" indent="0">
              <a:buFont typeface="Arial" panose="020B0604020202020204" pitchFamily="34" charset="0"/>
              <a:buNone/>
              <a:defRPr sz="1600" b="0" i="0" baseline="0">
                <a:solidFill>
                  <a:schemeClr val="bg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Subtitle</a:t>
            </a:r>
          </a:p>
        </p:txBody>
      </p:sp>
      <p:sp>
        <p:nvSpPr>
          <p:cNvPr id="8" name="Title 1">
            <a:extLst>
              <a:ext uri="{FF2B5EF4-FFF2-40B4-BE49-F238E27FC236}">
                <a16:creationId xmlns:a16="http://schemas.microsoft.com/office/drawing/2014/main" id="{5FB0ED95-38E7-2A5D-7BFA-218DE01901E4}"/>
              </a:ext>
            </a:extLst>
          </p:cNvPr>
          <p:cNvSpPr>
            <a:spLocks noGrp="1"/>
          </p:cNvSpPr>
          <p:nvPr>
            <p:ph type="ctrTitle" hasCustomPrompt="1"/>
          </p:nvPr>
        </p:nvSpPr>
        <p:spPr>
          <a:xfrm>
            <a:off x="621967" y="1766048"/>
            <a:ext cx="3489235" cy="443753"/>
          </a:xfrm>
          <a:prstGeom prst="rect">
            <a:avLst/>
          </a:prstGeom>
        </p:spPr>
        <p:txBody>
          <a:bodyPr lIns="0" tIns="0" rIns="0" bIns="0" anchor="b"/>
          <a:lstStyle>
            <a:lvl1pPr marL="0" indent="0" algn="l">
              <a:lnSpc>
                <a:spcPct val="100000"/>
              </a:lnSpc>
              <a:buFont typeface="Arial" panose="020B0604020202020204" pitchFamily="34" charset="0"/>
              <a:buNone/>
              <a:defRPr sz="3200" b="0" i="0" spc="0" baseline="0">
                <a:solidFill>
                  <a:schemeClr val="bg1"/>
                </a:solidFill>
                <a:latin typeface="CiscoSansTT ExtraLight" panose="020B0303020201020303" pitchFamily="34" charset="0"/>
                <a:cs typeface="CiscoSansTT ExtraLight" panose="020B0303020201020303" pitchFamily="34" charset="0"/>
              </a:defRPr>
            </a:lvl1pPr>
          </a:lstStyle>
          <a:p>
            <a:r>
              <a:rPr lang="en-GB" dirty="0"/>
              <a:t>Heading</a:t>
            </a:r>
            <a:endParaRPr lang="en-US" dirty="0"/>
          </a:p>
        </p:txBody>
      </p:sp>
      <p:sp>
        <p:nvSpPr>
          <p:cNvPr id="11" name="Text Placeholder 2">
            <a:extLst>
              <a:ext uri="{FF2B5EF4-FFF2-40B4-BE49-F238E27FC236}">
                <a16:creationId xmlns:a16="http://schemas.microsoft.com/office/drawing/2014/main" id="{4D01B711-3A91-6FAB-F154-53DD712B5BD5}"/>
              </a:ext>
            </a:extLst>
          </p:cNvPr>
          <p:cNvSpPr>
            <a:spLocks noGrp="1"/>
          </p:cNvSpPr>
          <p:nvPr>
            <p:ph type="body" sz="quarter" idx="14" hasCustomPrompt="1"/>
          </p:nvPr>
        </p:nvSpPr>
        <p:spPr>
          <a:xfrm>
            <a:off x="625928" y="431801"/>
            <a:ext cx="3489235" cy="304800"/>
          </a:xfrm>
          <a:prstGeom prst="rect">
            <a:avLst/>
          </a:prstGeom>
        </p:spPr>
        <p:txBody>
          <a:bodyPr lIns="0" tIns="0" rIns="0" bIns="0"/>
          <a:lstStyle>
            <a:lvl1pPr marL="0" indent="0">
              <a:spcBef>
                <a:spcPts val="0"/>
              </a:spcBef>
              <a:buFont typeface="Arial" panose="020B0604020202020204" pitchFamily="34" charset="0"/>
              <a:buNone/>
              <a:defRPr sz="1300" b="0" i="0" baseline="0">
                <a:solidFill>
                  <a:schemeClr val="bg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Section title</a:t>
            </a:r>
          </a:p>
        </p:txBody>
      </p:sp>
    </p:spTree>
    <p:extLst>
      <p:ext uri="{BB962C8B-B14F-4D97-AF65-F5344CB8AC3E}">
        <p14:creationId xmlns:p14="http://schemas.microsoft.com/office/powerpoint/2010/main" val="11652569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ext Left 2">
    <p:spTree>
      <p:nvGrpSpPr>
        <p:cNvPr id="1" name=""/>
        <p:cNvGrpSpPr/>
        <p:nvPr/>
      </p:nvGrpSpPr>
      <p:grpSpPr>
        <a:xfrm>
          <a:off x="0" y="0"/>
          <a:ext cx="0" cy="0"/>
          <a:chOff x="0" y="0"/>
          <a:chExt cx="0" cy="0"/>
        </a:xfrm>
      </p:grpSpPr>
      <p:sp>
        <p:nvSpPr>
          <p:cNvPr id="20" name="Text Placeholder 2">
            <a:extLst>
              <a:ext uri="{FF2B5EF4-FFF2-40B4-BE49-F238E27FC236}">
                <a16:creationId xmlns:a16="http://schemas.microsoft.com/office/drawing/2014/main" id="{D74462BA-6EBC-1140-992B-557518B13645}"/>
              </a:ext>
            </a:extLst>
          </p:cNvPr>
          <p:cNvSpPr>
            <a:spLocks noGrp="1"/>
          </p:cNvSpPr>
          <p:nvPr>
            <p:ph type="body" sz="quarter" idx="20" hasCustomPrompt="1"/>
          </p:nvPr>
        </p:nvSpPr>
        <p:spPr>
          <a:xfrm>
            <a:off x="621965" y="4226952"/>
            <a:ext cx="3489235" cy="182881"/>
          </a:xfrm>
          <a:prstGeom prst="rect">
            <a:avLst/>
          </a:prstGeom>
        </p:spPr>
        <p:txBody>
          <a:bodyPr lIns="0" tIns="0" rIns="0" bIns="0"/>
          <a:lstStyle>
            <a:lvl1pPr marL="0" indent="0">
              <a:buFont typeface="Arial" panose="020B0604020202020204" pitchFamily="34" charset="0"/>
              <a:buNone/>
              <a:defRPr sz="16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Subtitle</a:t>
            </a:r>
          </a:p>
        </p:txBody>
      </p:sp>
      <p:sp>
        <p:nvSpPr>
          <p:cNvPr id="11" name="Text Placeholder 2">
            <a:extLst>
              <a:ext uri="{FF2B5EF4-FFF2-40B4-BE49-F238E27FC236}">
                <a16:creationId xmlns:a16="http://schemas.microsoft.com/office/drawing/2014/main" id="{80F1C889-3D11-B94B-8DC7-F979FE6EE152}"/>
              </a:ext>
            </a:extLst>
          </p:cNvPr>
          <p:cNvSpPr>
            <a:spLocks noGrp="1"/>
          </p:cNvSpPr>
          <p:nvPr>
            <p:ph type="body" sz="quarter" idx="21" hasCustomPrompt="1"/>
          </p:nvPr>
        </p:nvSpPr>
        <p:spPr>
          <a:xfrm>
            <a:off x="621965" y="4630179"/>
            <a:ext cx="3489235" cy="1078213"/>
          </a:xfrm>
          <a:prstGeom prst="rect">
            <a:avLst/>
          </a:prstGeom>
        </p:spPr>
        <p:txBody>
          <a:bodyPr lIns="0" tIns="0" rIns="0" bIns="0"/>
          <a:lstStyle>
            <a:lvl1pPr marL="0" marR="0" indent="0" algn="l" defTabSz="912276" rtl="0" eaLnBrk="1" fontAlgn="base" latinLnBrk="0" hangingPunct="1">
              <a:lnSpc>
                <a:spcPts val="1733"/>
              </a:lnSpc>
              <a:spcBef>
                <a:spcPts val="0"/>
              </a:spcBef>
              <a:spcAft>
                <a:spcPts val="800"/>
              </a:spcAft>
              <a:buClr>
                <a:schemeClr val="tx2"/>
              </a:buClr>
              <a:buSzPct val="90000"/>
              <a:buFont typeface="Arial" panose="020B0604020202020204" pitchFamily="34" charset="0"/>
              <a:buNone/>
              <a:tabLst/>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labore et dolore. 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et dolore.</a:t>
            </a:r>
          </a:p>
          <a:p>
            <a:pPr lvl="0"/>
            <a:endParaRPr lang="en-GB" dirty="0"/>
          </a:p>
        </p:txBody>
      </p:sp>
      <p:sp>
        <p:nvSpPr>
          <p:cNvPr id="12" name="Text Placeholder 2">
            <a:extLst>
              <a:ext uri="{FF2B5EF4-FFF2-40B4-BE49-F238E27FC236}">
                <a16:creationId xmlns:a16="http://schemas.microsoft.com/office/drawing/2014/main" id="{ED42BE5F-6F6F-F37B-C64E-3CA0471064D5}"/>
              </a:ext>
            </a:extLst>
          </p:cNvPr>
          <p:cNvSpPr>
            <a:spLocks noGrp="1"/>
          </p:cNvSpPr>
          <p:nvPr>
            <p:ph type="body" sz="quarter" idx="14" hasCustomPrompt="1"/>
          </p:nvPr>
        </p:nvSpPr>
        <p:spPr>
          <a:xfrm>
            <a:off x="625928" y="431801"/>
            <a:ext cx="3489235" cy="304800"/>
          </a:xfrm>
          <a:prstGeom prst="rect">
            <a:avLst/>
          </a:prstGeom>
        </p:spPr>
        <p:txBody>
          <a:bodyPr lIns="0" tIns="0" rIns="0" bIns="0"/>
          <a:lstStyle>
            <a:lvl1pPr marL="0" indent="0">
              <a:spcBef>
                <a:spcPts val="0"/>
              </a:spcBef>
              <a:buFont typeface="Arial" panose="020B0604020202020204" pitchFamily="34" charset="0"/>
              <a:buNone/>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Section title</a:t>
            </a:r>
          </a:p>
        </p:txBody>
      </p:sp>
      <p:sp>
        <p:nvSpPr>
          <p:cNvPr id="15" name="Text Placeholder 2">
            <a:extLst>
              <a:ext uri="{FF2B5EF4-FFF2-40B4-BE49-F238E27FC236}">
                <a16:creationId xmlns:a16="http://schemas.microsoft.com/office/drawing/2014/main" id="{07CC7059-5853-40FD-F640-AA28414874BB}"/>
              </a:ext>
            </a:extLst>
          </p:cNvPr>
          <p:cNvSpPr>
            <a:spLocks noGrp="1"/>
          </p:cNvSpPr>
          <p:nvPr>
            <p:ph type="body" sz="quarter" idx="15" hasCustomPrompt="1"/>
          </p:nvPr>
        </p:nvSpPr>
        <p:spPr>
          <a:xfrm>
            <a:off x="621965" y="2812144"/>
            <a:ext cx="3489235" cy="1078213"/>
          </a:xfrm>
          <a:prstGeom prst="rect">
            <a:avLst/>
          </a:prstGeom>
        </p:spPr>
        <p:txBody>
          <a:bodyPr lIns="0" tIns="0" rIns="0" bIns="0"/>
          <a:lstStyle>
            <a:lvl1pPr marL="0" marR="0" indent="0" algn="l" defTabSz="912276" rtl="0" eaLnBrk="1" fontAlgn="base" latinLnBrk="0" hangingPunct="1">
              <a:lnSpc>
                <a:spcPts val="1733"/>
              </a:lnSpc>
              <a:spcBef>
                <a:spcPts val="0"/>
              </a:spcBef>
              <a:spcAft>
                <a:spcPts val="800"/>
              </a:spcAft>
              <a:buClr>
                <a:schemeClr val="tx2"/>
              </a:buClr>
              <a:buSzPct val="90000"/>
              <a:buFont typeface="Arial" panose="020B0604020202020204" pitchFamily="34" charset="0"/>
              <a:buNone/>
              <a:tabLst/>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a:t>
            </a:r>
            <a:r>
              <a:rPr lang="en-GB" dirty="0" err="1"/>
              <a:t>labore</a:t>
            </a:r>
            <a:r>
              <a:rPr lang="en-GB" dirty="0"/>
              <a:t> et dolore. 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et dolore.</a:t>
            </a:r>
          </a:p>
          <a:p>
            <a:pPr lvl="0"/>
            <a:endParaRPr lang="en-GB" dirty="0"/>
          </a:p>
        </p:txBody>
      </p:sp>
      <p:sp>
        <p:nvSpPr>
          <p:cNvPr id="16" name="Text Placeholder 2">
            <a:extLst>
              <a:ext uri="{FF2B5EF4-FFF2-40B4-BE49-F238E27FC236}">
                <a16:creationId xmlns:a16="http://schemas.microsoft.com/office/drawing/2014/main" id="{D5C82917-3C59-E329-4092-6FE5AC7EED56}"/>
              </a:ext>
            </a:extLst>
          </p:cNvPr>
          <p:cNvSpPr>
            <a:spLocks noGrp="1"/>
          </p:cNvSpPr>
          <p:nvPr>
            <p:ph type="body" sz="quarter" idx="16" hasCustomPrompt="1"/>
          </p:nvPr>
        </p:nvSpPr>
        <p:spPr>
          <a:xfrm>
            <a:off x="621965" y="2382521"/>
            <a:ext cx="3489235" cy="182881"/>
          </a:xfrm>
          <a:prstGeom prst="rect">
            <a:avLst/>
          </a:prstGeom>
        </p:spPr>
        <p:txBody>
          <a:bodyPr lIns="0" tIns="0" rIns="0" bIns="0"/>
          <a:lstStyle>
            <a:lvl1pPr marL="0" indent="0">
              <a:buFont typeface="Arial" panose="020B0604020202020204" pitchFamily="34" charset="0"/>
              <a:buNone/>
              <a:defRPr sz="16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Subtitle</a:t>
            </a:r>
          </a:p>
        </p:txBody>
      </p:sp>
      <p:sp>
        <p:nvSpPr>
          <p:cNvPr id="17" name="Title 1">
            <a:extLst>
              <a:ext uri="{FF2B5EF4-FFF2-40B4-BE49-F238E27FC236}">
                <a16:creationId xmlns:a16="http://schemas.microsoft.com/office/drawing/2014/main" id="{2D1E7E73-3E89-BA10-DC01-7E300E996439}"/>
              </a:ext>
            </a:extLst>
          </p:cNvPr>
          <p:cNvSpPr>
            <a:spLocks noGrp="1"/>
          </p:cNvSpPr>
          <p:nvPr>
            <p:ph type="ctrTitle" hasCustomPrompt="1"/>
          </p:nvPr>
        </p:nvSpPr>
        <p:spPr>
          <a:xfrm>
            <a:off x="621967" y="1766048"/>
            <a:ext cx="3489235" cy="443753"/>
          </a:xfrm>
          <a:prstGeom prst="rect">
            <a:avLst/>
          </a:prstGeom>
        </p:spPr>
        <p:txBody>
          <a:bodyPr lIns="0" tIns="0" rIns="0" bIns="0" anchor="b"/>
          <a:lstStyle>
            <a:lvl1pPr marL="0" indent="0" algn="l">
              <a:lnSpc>
                <a:spcPct val="100000"/>
              </a:lnSpc>
              <a:buFont typeface="Arial" panose="020B0604020202020204" pitchFamily="34" charset="0"/>
              <a:buNone/>
              <a:defRPr sz="3200" b="0" i="0" spc="0" baseline="0">
                <a:solidFill>
                  <a:schemeClr val="bg1"/>
                </a:solidFill>
                <a:latin typeface="CiscoSansTT ExtraLight" panose="020B0303020201020303" pitchFamily="34" charset="0"/>
                <a:cs typeface="CiscoSansTT ExtraLight" panose="020B0303020201020303" pitchFamily="34" charset="0"/>
              </a:defRPr>
            </a:lvl1pPr>
          </a:lstStyle>
          <a:p>
            <a:r>
              <a:rPr lang="en-GB" dirty="0"/>
              <a:t>Heading</a:t>
            </a:r>
            <a:endParaRPr lang="en-US" dirty="0"/>
          </a:p>
        </p:txBody>
      </p:sp>
    </p:spTree>
    <p:extLst>
      <p:ext uri="{BB962C8B-B14F-4D97-AF65-F5344CB8AC3E}">
        <p14:creationId xmlns:p14="http://schemas.microsoft.com/office/powerpoint/2010/main" val="172844150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Sky Text Left 2">
    <p:bg>
      <p:bgPr>
        <a:solidFill>
          <a:schemeClr val="accent1"/>
        </a:solidFill>
        <a:effectLst/>
      </p:bgPr>
    </p:bg>
    <p:spTree>
      <p:nvGrpSpPr>
        <p:cNvPr id="1" name=""/>
        <p:cNvGrpSpPr/>
        <p:nvPr/>
      </p:nvGrpSpPr>
      <p:grpSpPr>
        <a:xfrm>
          <a:off x="0" y="0"/>
          <a:ext cx="0" cy="0"/>
          <a:chOff x="0" y="0"/>
          <a:chExt cx="0" cy="0"/>
        </a:xfrm>
      </p:grpSpPr>
      <p:sp>
        <p:nvSpPr>
          <p:cNvPr id="20" name="Text Placeholder 2">
            <a:extLst>
              <a:ext uri="{FF2B5EF4-FFF2-40B4-BE49-F238E27FC236}">
                <a16:creationId xmlns:a16="http://schemas.microsoft.com/office/drawing/2014/main" id="{D74462BA-6EBC-1140-992B-557518B13645}"/>
              </a:ext>
            </a:extLst>
          </p:cNvPr>
          <p:cNvSpPr>
            <a:spLocks noGrp="1"/>
          </p:cNvSpPr>
          <p:nvPr>
            <p:ph type="body" sz="quarter" idx="20" hasCustomPrompt="1"/>
          </p:nvPr>
        </p:nvSpPr>
        <p:spPr>
          <a:xfrm>
            <a:off x="621965" y="4226952"/>
            <a:ext cx="3489235" cy="182881"/>
          </a:xfrm>
          <a:prstGeom prst="rect">
            <a:avLst/>
          </a:prstGeom>
        </p:spPr>
        <p:txBody>
          <a:bodyPr lIns="0" tIns="0" rIns="0" bIns="0"/>
          <a:lstStyle>
            <a:lvl1pPr marL="0" indent="0">
              <a:buFont typeface="Arial" panose="020B0604020202020204" pitchFamily="34" charset="0"/>
              <a:buNone/>
              <a:defRPr sz="1600" b="0" i="0" baseline="0">
                <a:solidFill>
                  <a:schemeClr val="bg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Subtitle</a:t>
            </a:r>
          </a:p>
        </p:txBody>
      </p:sp>
      <p:sp>
        <p:nvSpPr>
          <p:cNvPr id="11" name="Text Placeholder 2">
            <a:extLst>
              <a:ext uri="{FF2B5EF4-FFF2-40B4-BE49-F238E27FC236}">
                <a16:creationId xmlns:a16="http://schemas.microsoft.com/office/drawing/2014/main" id="{80F1C889-3D11-B94B-8DC7-F979FE6EE152}"/>
              </a:ext>
            </a:extLst>
          </p:cNvPr>
          <p:cNvSpPr>
            <a:spLocks noGrp="1"/>
          </p:cNvSpPr>
          <p:nvPr>
            <p:ph type="body" sz="quarter" idx="21" hasCustomPrompt="1"/>
          </p:nvPr>
        </p:nvSpPr>
        <p:spPr>
          <a:xfrm>
            <a:off x="621965" y="4630179"/>
            <a:ext cx="3489235" cy="1078213"/>
          </a:xfrm>
          <a:prstGeom prst="rect">
            <a:avLst/>
          </a:prstGeom>
        </p:spPr>
        <p:txBody>
          <a:bodyPr lIns="0" tIns="0" rIns="0" bIns="0"/>
          <a:lstStyle>
            <a:lvl1pPr marL="0" marR="0" indent="0" algn="l" defTabSz="912276" rtl="0" eaLnBrk="1" fontAlgn="base" latinLnBrk="0" hangingPunct="1">
              <a:lnSpc>
                <a:spcPts val="1733"/>
              </a:lnSpc>
              <a:spcBef>
                <a:spcPts val="0"/>
              </a:spcBef>
              <a:spcAft>
                <a:spcPts val="800"/>
              </a:spcAft>
              <a:buClr>
                <a:schemeClr val="tx2"/>
              </a:buClr>
              <a:buSzPct val="90000"/>
              <a:buFont typeface="Arial" panose="020B0604020202020204" pitchFamily="34" charset="0"/>
              <a:buNone/>
              <a:tabLst/>
              <a:defRPr sz="1300" b="0" i="0" baseline="0">
                <a:solidFill>
                  <a:schemeClr val="bg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labore et dolore. 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et dolore.</a:t>
            </a:r>
          </a:p>
          <a:p>
            <a:pPr lvl="0"/>
            <a:endParaRPr lang="en-GB" dirty="0"/>
          </a:p>
        </p:txBody>
      </p:sp>
      <p:sp>
        <p:nvSpPr>
          <p:cNvPr id="12" name="Text Placeholder 2">
            <a:extLst>
              <a:ext uri="{FF2B5EF4-FFF2-40B4-BE49-F238E27FC236}">
                <a16:creationId xmlns:a16="http://schemas.microsoft.com/office/drawing/2014/main" id="{ED42BE5F-6F6F-F37B-C64E-3CA0471064D5}"/>
              </a:ext>
            </a:extLst>
          </p:cNvPr>
          <p:cNvSpPr>
            <a:spLocks noGrp="1"/>
          </p:cNvSpPr>
          <p:nvPr>
            <p:ph type="body" sz="quarter" idx="14" hasCustomPrompt="1"/>
          </p:nvPr>
        </p:nvSpPr>
        <p:spPr>
          <a:xfrm>
            <a:off x="625928" y="431801"/>
            <a:ext cx="3489235" cy="304800"/>
          </a:xfrm>
          <a:prstGeom prst="rect">
            <a:avLst/>
          </a:prstGeom>
        </p:spPr>
        <p:txBody>
          <a:bodyPr lIns="0" tIns="0" rIns="0" bIns="0"/>
          <a:lstStyle>
            <a:lvl1pPr marL="0" indent="0">
              <a:spcBef>
                <a:spcPts val="0"/>
              </a:spcBef>
              <a:buFont typeface="Arial" panose="020B0604020202020204" pitchFamily="34" charset="0"/>
              <a:buNone/>
              <a:defRPr sz="1300" b="0" i="0" baseline="0">
                <a:solidFill>
                  <a:schemeClr val="bg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Section title</a:t>
            </a:r>
          </a:p>
        </p:txBody>
      </p:sp>
      <p:sp>
        <p:nvSpPr>
          <p:cNvPr id="15" name="Text Placeholder 2">
            <a:extLst>
              <a:ext uri="{FF2B5EF4-FFF2-40B4-BE49-F238E27FC236}">
                <a16:creationId xmlns:a16="http://schemas.microsoft.com/office/drawing/2014/main" id="{07CC7059-5853-40FD-F640-AA28414874BB}"/>
              </a:ext>
            </a:extLst>
          </p:cNvPr>
          <p:cNvSpPr>
            <a:spLocks noGrp="1"/>
          </p:cNvSpPr>
          <p:nvPr>
            <p:ph type="body" sz="quarter" idx="15" hasCustomPrompt="1"/>
          </p:nvPr>
        </p:nvSpPr>
        <p:spPr>
          <a:xfrm>
            <a:off x="621965" y="2812144"/>
            <a:ext cx="3489235" cy="1078213"/>
          </a:xfrm>
          <a:prstGeom prst="rect">
            <a:avLst/>
          </a:prstGeom>
        </p:spPr>
        <p:txBody>
          <a:bodyPr lIns="0" tIns="0" rIns="0" bIns="0"/>
          <a:lstStyle>
            <a:lvl1pPr marL="0" marR="0" indent="0" algn="l" defTabSz="912276" rtl="0" eaLnBrk="1" fontAlgn="base" latinLnBrk="0" hangingPunct="1">
              <a:lnSpc>
                <a:spcPts val="1733"/>
              </a:lnSpc>
              <a:spcBef>
                <a:spcPts val="0"/>
              </a:spcBef>
              <a:spcAft>
                <a:spcPts val="800"/>
              </a:spcAft>
              <a:buClr>
                <a:schemeClr val="tx2"/>
              </a:buClr>
              <a:buSzPct val="90000"/>
              <a:buFont typeface="Arial" panose="020B0604020202020204" pitchFamily="34" charset="0"/>
              <a:buNone/>
              <a:tabLst/>
              <a:defRPr sz="1300" b="0" i="0" baseline="0">
                <a:solidFill>
                  <a:schemeClr val="bg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a:t>
            </a:r>
            <a:r>
              <a:rPr lang="en-GB" dirty="0" err="1"/>
              <a:t>labore</a:t>
            </a:r>
            <a:r>
              <a:rPr lang="en-GB" dirty="0"/>
              <a:t> et dolore. 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et dolore.</a:t>
            </a:r>
          </a:p>
          <a:p>
            <a:pPr lvl="0"/>
            <a:endParaRPr lang="en-GB" dirty="0"/>
          </a:p>
        </p:txBody>
      </p:sp>
      <p:sp>
        <p:nvSpPr>
          <p:cNvPr id="16" name="Text Placeholder 2">
            <a:extLst>
              <a:ext uri="{FF2B5EF4-FFF2-40B4-BE49-F238E27FC236}">
                <a16:creationId xmlns:a16="http://schemas.microsoft.com/office/drawing/2014/main" id="{D5C82917-3C59-E329-4092-6FE5AC7EED56}"/>
              </a:ext>
            </a:extLst>
          </p:cNvPr>
          <p:cNvSpPr>
            <a:spLocks noGrp="1"/>
          </p:cNvSpPr>
          <p:nvPr>
            <p:ph type="body" sz="quarter" idx="16" hasCustomPrompt="1"/>
          </p:nvPr>
        </p:nvSpPr>
        <p:spPr>
          <a:xfrm>
            <a:off x="621965" y="2382521"/>
            <a:ext cx="3489235" cy="182881"/>
          </a:xfrm>
          <a:prstGeom prst="rect">
            <a:avLst/>
          </a:prstGeom>
        </p:spPr>
        <p:txBody>
          <a:bodyPr lIns="0" tIns="0" rIns="0" bIns="0"/>
          <a:lstStyle>
            <a:lvl1pPr marL="0" indent="0">
              <a:buFont typeface="Arial" panose="020B0604020202020204" pitchFamily="34" charset="0"/>
              <a:buNone/>
              <a:defRPr sz="1600" b="0" i="0" baseline="0">
                <a:solidFill>
                  <a:schemeClr val="bg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Subtitle</a:t>
            </a:r>
          </a:p>
        </p:txBody>
      </p:sp>
      <p:sp>
        <p:nvSpPr>
          <p:cNvPr id="17" name="Title 1">
            <a:extLst>
              <a:ext uri="{FF2B5EF4-FFF2-40B4-BE49-F238E27FC236}">
                <a16:creationId xmlns:a16="http://schemas.microsoft.com/office/drawing/2014/main" id="{2D1E7E73-3E89-BA10-DC01-7E300E996439}"/>
              </a:ext>
            </a:extLst>
          </p:cNvPr>
          <p:cNvSpPr>
            <a:spLocks noGrp="1"/>
          </p:cNvSpPr>
          <p:nvPr>
            <p:ph type="ctrTitle" hasCustomPrompt="1"/>
          </p:nvPr>
        </p:nvSpPr>
        <p:spPr>
          <a:xfrm>
            <a:off x="621967" y="1766048"/>
            <a:ext cx="3489235" cy="443753"/>
          </a:xfrm>
          <a:prstGeom prst="rect">
            <a:avLst/>
          </a:prstGeom>
        </p:spPr>
        <p:txBody>
          <a:bodyPr lIns="0" tIns="0" rIns="0" bIns="0" anchor="b"/>
          <a:lstStyle>
            <a:lvl1pPr marL="0" indent="0" algn="l">
              <a:lnSpc>
                <a:spcPct val="100000"/>
              </a:lnSpc>
              <a:buFont typeface="Arial" panose="020B0604020202020204" pitchFamily="34" charset="0"/>
              <a:buNone/>
              <a:defRPr sz="3200" b="0" i="0" spc="0" baseline="0">
                <a:solidFill>
                  <a:schemeClr val="bg1"/>
                </a:solidFill>
                <a:latin typeface="CiscoSansTT ExtraLight" panose="020B0303020201020303" pitchFamily="34" charset="0"/>
                <a:cs typeface="CiscoSansTT ExtraLight" panose="020B0303020201020303" pitchFamily="34" charset="0"/>
              </a:defRPr>
            </a:lvl1pPr>
          </a:lstStyle>
          <a:p>
            <a:r>
              <a:rPr lang="en-GB" dirty="0"/>
              <a:t>Heading</a:t>
            </a:r>
            <a:endParaRPr lang="en-US" dirty="0"/>
          </a:p>
        </p:txBody>
      </p:sp>
    </p:spTree>
    <p:extLst>
      <p:ext uri="{BB962C8B-B14F-4D97-AF65-F5344CB8AC3E}">
        <p14:creationId xmlns:p14="http://schemas.microsoft.com/office/powerpoint/2010/main" val="202417101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Text Two Column">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32E8BD34-9749-B741-B93E-2D7E0CB595D9}"/>
              </a:ext>
            </a:extLst>
          </p:cNvPr>
          <p:cNvSpPr>
            <a:spLocks noGrp="1"/>
          </p:cNvSpPr>
          <p:nvPr>
            <p:ph type="body" sz="quarter" idx="19" hasCustomPrompt="1"/>
          </p:nvPr>
        </p:nvSpPr>
        <p:spPr>
          <a:xfrm>
            <a:off x="6407661" y="1766048"/>
            <a:ext cx="5165819" cy="443754"/>
          </a:xfrm>
          <a:prstGeom prst="rect">
            <a:avLst/>
          </a:prstGeom>
        </p:spPr>
        <p:txBody>
          <a:bodyPr lIns="0" tIns="0" rIns="0" bIns="0" anchor="b" anchorCtr="0"/>
          <a:lstStyle>
            <a:lvl1pPr marL="0" indent="0">
              <a:lnSpc>
                <a:spcPct val="100000"/>
              </a:lnSpc>
              <a:spcBef>
                <a:spcPts val="0"/>
              </a:spcBef>
              <a:buNone/>
              <a:defRPr sz="3200" b="0" i="0">
                <a:solidFill>
                  <a:schemeClr val="bg1"/>
                </a:solidFill>
                <a:latin typeface="CiscoSansTT ExtraLight" panose="020B0303020201020303" pitchFamily="34" charset="0"/>
                <a:cs typeface="CiscoSansTT ExtraLight" panose="020B0303020201020303" pitchFamily="34" charset="0"/>
              </a:defRPr>
            </a:lvl1pPr>
          </a:lstStyle>
          <a:p>
            <a:r>
              <a:rPr lang="en-GB" dirty="0"/>
              <a:t>Heading</a:t>
            </a:r>
          </a:p>
        </p:txBody>
      </p:sp>
      <p:sp>
        <p:nvSpPr>
          <p:cNvPr id="26" name="Text Placeholder 2">
            <a:extLst>
              <a:ext uri="{FF2B5EF4-FFF2-40B4-BE49-F238E27FC236}">
                <a16:creationId xmlns:a16="http://schemas.microsoft.com/office/drawing/2014/main" id="{35059BF6-2F19-7F49-9CBE-82197BDDFC8C}"/>
              </a:ext>
            </a:extLst>
          </p:cNvPr>
          <p:cNvSpPr>
            <a:spLocks noGrp="1"/>
          </p:cNvSpPr>
          <p:nvPr>
            <p:ph type="body" sz="quarter" idx="24" hasCustomPrompt="1"/>
          </p:nvPr>
        </p:nvSpPr>
        <p:spPr>
          <a:xfrm>
            <a:off x="6410937" y="2382521"/>
            <a:ext cx="5169260" cy="182881"/>
          </a:xfrm>
          <a:prstGeom prst="rect">
            <a:avLst/>
          </a:prstGeom>
        </p:spPr>
        <p:txBody>
          <a:bodyPr lIns="0" tIns="0" rIns="0" bIns="0"/>
          <a:lstStyle>
            <a:lvl1pPr marL="0" indent="0">
              <a:spcBef>
                <a:spcPts val="0"/>
              </a:spcBef>
              <a:buFont typeface="Arial" panose="020B0604020202020204" pitchFamily="34" charset="0"/>
              <a:buNone/>
              <a:defRPr sz="16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Subtitle</a:t>
            </a:r>
          </a:p>
        </p:txBody>
      </p:sp>
      <p:sp>
        <p:nvSpPr>
          <p:cNvPr id="18" name="Text Placeholder 2">
            <a:extLst>
              <a:ext uri="{FF2B5EF4-FFF2-40B4-BE49-F238E27FC236}">
                <a16:creationId xmlns:a16="http://schemas.microsoft.com/office/drawing/2014/main" id="{65873738-C849-95A4-C52A-CD496785A3AA}"/>
              </a:ext>
            </a:extLst>
          </p:cNvPr>
          <p:cNvSpPr>
            <a:spLocks noGrp="1"/>
          </p:cNvSpPr>
          <p:nvPr>
            <p:ph type="body" sz="quarter" idx="27" hasCustomPrompt="1"/>
          </p:nvPr>
        </p:nvSpPr>
        <p:spPr>
          <a:xfrm>
            <a:off x="6410937" y="2812142"/>
            <a:ext cx="5169260" cy="1292187"/>
          </a:xfrm>
          <a:prstGeom prst="rect">
            <a:avLst/>
          </a:prstGeom>
        </p:spPr>
        <p:txBody>
          <a:bodyPr lIns="0" tIns="0" rIns="0" bIns="0"/>
          <a:lstStyle>
            <a:lvl1pPr marL="0" marR="0" indent="0" algn="l" defTabSz="912276" rtl="0" eaLnBrk="1" fontAlgn="base" latinLnBrk="0" hangingPunct="1">
              <a:lnSpc>
                <a:spcPts val="1733"/>
              </a:lnSpc>
              <a:spcBef>
                <a:spcPts val="0"/>
              </a:spcBef>
              <a:spcAft>
                <a:spcPts val="800"/>
              </a:spcAft>
              <a:buClr>
                <a:schemeClr val="tx2"/>
              </a:buClr>
              <a:buSzPct val="90000"/>
              <a:buFont typeface="Arial" panose="020B0604020202020204" pitchFamily="34" charset="0"/>
              <a:buNone/>
              <a:tabLst/>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labore et dolore. 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labore.</a:t>
            </a:r>
          </a:p>
          <a:p>
            <a:pPr lvl="0"/>
            <a:endParaRPr lang="en-GB" dirty="0"/>
          </a:p>
        </p:txBody>
      </p:sp>
      <p:sp>
        <p:nvSpPr>
          <p:cNvPr id="21" name="Title 1">
            <a:extLst>
              <a:ext uri="{FF2B5EF4-FFF2-40B4-BE49-F238E27FC236}">
                <a16:creationId xmlns:a16="http://schemas.microsoft.com/office/drawing/2014/main" id="{96FF2EC3-7B94-61AD-89EE-6563C3D30D5B}"/>
              </a:ext>
            </a:extLst>
          </p:cNvPr>
          <p:cNvSpPr>
            <a:spLocks noGrp="1"/>
          </p:cNvSpPr>
          <p:nvPr>
            <p:ph type="ctrTitle" hasCustomPrompt="1"/>
          </p:nvPr>
        </p:nvSpPr>
        <p:spPr>
          <a:xfrm>
            <a:off x="621966" y="1766048"/>
            <a:ext cx="5169260" cy="443753"/>
          </a:xfrm>
          <a:prstGeom prst="rect">
            <a:avLst/>
          </a:prstGeom>
        </p:spPr>
        <p:txBody>
          <a:bodyPr lIns="0" tIns="0" rIns="0" bIns="0" anchor="b"/>
          <a:lstStyle>
            <a:lvl1pPr marL="0" indent="0" algn="l">
              <a:lnSpc>
                <a:spcPct val="100000"/>
              </a:lnSpc>
              <a:buFont typeface="Arial" panose="020B0604020202020204" pitchFamily="34" charset="0"/>
              <a:buNone/>
              <a:defRPr sz="3200" b="0" i="0" spc="0" baseline="0">
                <a:solidFill>
                  <a:schemeClr val="bg1"/>
                </a:solidFill>
                <a:latin typeface="CiscoSansTT ExtraLight" panose="020B0303020201020303" pitchFamily="34" charset="0"/>
                <a:cs typeface="CiscoSansTT ExtraLight" panose="020B0303020201020303" pitchFamily="34" charset="0"/>
              </a:defRPr>
            </a:lvl1pPr>
          </a:lstStyle>
          <a:p>
            <a:r>
              <a:rPr lang="en-GB" dirty="0"/>
              <a:t>Heading</a:t>
            </a:r>
            <a:endParaRPr lang="en-US" dirty="0"/>
          </a:p>
        </p:txBody>
      </p:sp>
      <p:sp>
        <p:nvSpPr>
          <p:cNvPr id="22" name="Text Placeholder 2">
            <a:extLst>
              <a:ext uri="{FF2B5EF4-FFF2-40B4-BE49-F238E27FC236}">
                <a16:creationId xmlns:a16="http://schemas.microsoft.com/office/drawing/2014/main" id="{D19CCA2B-1CE2-77CF-F749-DC772E2A717C}"/>
              </a:ext>
            </a:extLst>
          </p:cNvPr>
          <p:cNvSpPr>
            <a:spLocks noGrp="1"/>
          </p:cNvSpPr>
          <p:nvPr>
            <p:ph type="body" sz="quarter" idx="15" hasCustomPrompt="1"/>
          </p:nvPr>
        </p:nvSpPr>
        <p:spPr>
          <a:xfrm>
            <a:off x="621966" y="2812142"/>
            <a:ext cx="5169260" cy="1292187"/>
          </a:xfrm>
          <a:prstGeom prst="rect">
            <a:avLst/>
          </a:prstGeom>
        </p:spPr>
        <p:txBody>
          <a:bodyPr lIns="0" tIns="0" rIns="0" bIns="0"/>
          <a:lstStyle>
            <a:lvl1pPr marL="0" marR="0" indent="0" algn="l" defTabSz="912276" rtl="0" eaLnBrk="1" fontAlgn="base" latinLnBrk="0" hangingPunct="1">
              <a:lnSpc>
                <a:spcPts val="1733"/>
              </a:lnSpc>
              <a:spcBef>
                <a:spcPts val="0"/>
              </a:spcBef>
              <a:spcAft>
                <a:spcPts val="800"/>
              </a:spcAft>
              <a:buClr>
                <a:schemeClr val="tx2"/>
              </a:buClr>
              <a:buSzPct val="90000"/>
              <a:buFont typeface="Arial" panose="020B0604020202020204" pitchFamily="34" charset="0"/>
              <a:buNone/>
              <a:tabLst/>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labore et dolore. 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labore.</a:t>
            </a:r>
          </a:p>
          <a:p>
            <a:pPr lvl="0"/>
            <a:endParaRPr lang="en-GB" dirty="0"/>
          </a:p>
        </p:txBody>
      </p:sp>
      <p:sp>
        <p:nvSpPr>
          <p:cNvPr id="13" name="Text Placeholder 2">
            <a:extLst>
              <a:ext uri="{FF2B5EF4-FFF2-40B4-BE49-F238E27FC236}">
                <a16:creationId xmlns:a16="http://schemas.microsoft.com/office/drawing/2014/main" id="{A8B70A03-DFE5-BAFE-E792-E9F9971D5DDA}"/>
              </a:ext>
            </a:extLst>
          </p:cNvPr>
          <p:cNvSpPr>
            <a:spLocks noGrp="1"/>
          </p:cNvSpPr>
          <p:nvPr>
            <p:ph type="body" sz="quarter" idx="28" hasCustomPrompt="1"/>
          </p:nvPr>
        </p:nvSpPr>
        <p:spPr>
          <a:xfrm>
            <a:off x="621965" y="2382521"/>
            <a:ext cx="5169260" cy="182881"/>
          </a:xfrm>
          <a:prstGeom prst="rect">
            <a:avLst/>
          </a:prstGeom>
        </p:spPr>
        <p:txBody>
          <a:bodyPr lIns="0" tIns="0" rIns="0" bIns="0"/>
          <a:lstStyle>
            <a:lvl1pPr marL="0" indent="0">
              <a:spcBef>
                <a:spcPts val="0"/>
              </a:spcBef>
              <a:buFont typeface="Arial" panose="020B0604020202020204" pitchFamily="34" charset="0"/>
              <a:buNone/>
              <a:defRPr sz="16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Subtitle</a:t>
            </a:r>
          </a:p>
        </p:txBody>
      </p:sp>
      <p:sp>
        <p:nvSpPr>
          <p:cNvPr id="10" name="Text Placeholder 2">
            <a:extLst>
              <a:ext uri="{FF2B5EF4-FFF2-40B4-BE49-F238E27FC236}">
                <a16:creationId xmlns:a16="http://schemas.microsoft.com/office/drawing/2014/main" id="{492B656F-A7D0-42FB-D9A5-80362B0197F2}"/>
              </a:ext>
            </a:extLst>
          </p:cNvPr>
          <p:cNvSpPr>
            <a:spLocks noGrp="1"/>
          </p:cNvSpPr>
          <p:nvPr>
            <p:ph type="body" sz="quarter" idx="14" hasCustomPrompt="1"/>
          </p:nvPr>
        </p:nvSpPr>
        <p:spPr>
          <a:xfrm>
            <a:off x="625928" y="431801"/>
            <a:ext cx="3489235" cy="304800"/>
          </a:xfrm>
          <a:prstGeom prst="rect">
            <a:avLst/>
          </a:prstGeom>
        </p:spPr>
        <p:txBody>
          <a:bodyPr lIns="0" tIns="0" rIns="0" bIns="0"/>
          <a:lstStyle>
            <a:lvl1pPr marL="0" indent="0">
              <a:spcBef>
                <a:spcPts val="0"/>
              </a:spcBef>
              <a:buFont typeface="Arial" panose="020B0604020202020204" pitchFamily="34" charset="0"/>
              <a:buNone/>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Section title</a:t>
            </a:r>
          </a:p>
        </p:txBody>
      </p:sp>
    </p:spTree>
    <p:extLst>
      <p:ext uri="{BB962C8B-B14F-4D97-AF65-F5344CB8AC3E}">
        <p14:creationId xmlns:p14="http://schemas.microsoft.com/office/powerpoint/2010/main" val="413274285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Text Three Column">
    <p:spTree>
      <p:nvGrpSpPr>
        <p:cNvPr id="1" name=""/>
        <p:cNvGrpSpPr/>
        <p:nvPr/>
      </p:nvGrpSpPr>
      <p:grpSpPr>
        <a:xfrm>
          <a:off x="0" y="0"/>
          <a:ext cx="0" cy="0"/>
          <a:chOff x="0" y="0"/>
          <a:chExt cx="0" cy="0"/>
        </a:xfrm>
      </p:grpSpPr>
      <p:sp>
        <p:nvSpPr>
          <p:cNvPr id="17" name="Text Placeholder 2">
            <a:extLst>
              <a:ext uri="{FF2B5EF4-FFF2-40B4-BE49-F238E27FC236}">
                <a16:creationId xmlns:a16="http://schemas.microsoft.com/office/drawing/2014/main" id="{B27A1D91-B0C5-82DE-7D46-53E481769CC7}"/>
              </a:ext>
            </a:extLst>
          </p:cNvPr>
          <p:cNvSpPr>
            <a:spLocks noGrp="1"/>
          </p:cNvSpPr>
          <p:nvPr>
            <p:ph type="body" sz="quarter" idx="16" hasCustomPrompt="1"/>
          </p:nvPr>
        </p:nvSpPr>
        <p:spPr>
          <a:xfrm>
            <a:off x="632125" y="2382521"/>
            <a:ext cx="3489235" cy="182881"/>
          </a:xfrm>
          <a:prstGeom prst="rect">
            <a:avLst/>
          </a:prstGeom>
        </p:spPr>
        <p:txBody>
          <a:bodyPr lIns="0" tIns="0" rIns="0" bIns="0"/>
          <a:lstStyle>
            <a:lvl1pPr marL="0" indent="0">
              <a:buFont typeface="Arial" panose="020B0604020202020204" pitchFamily="34" charset="0"/>
              <a:buNone/>
              <a:defRPr sz="16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Subtitle</a:t>
            </a:r>
          </a:p>
        </p:txBody>
      </p:sp>
      <p:sp>
        <p:nvSpPr>
          <p:cNvPr id="18" name="Text Placeholder 2">
            <a:extLst>
              <a:ext uri="{FF2B5EF4-FFF2-40B4-BE49-F238E27FC236}">
                <a16:creationId xmlns:a16="http://schemas.microsoft.com/office/drawing/2014/main" id="{56024974-A0B0-7C6B-9AD0-E630E95DA949}"/>
              </a:ext>
            </a:extLst>
          </p:cNvPr>
          <p:cNvSpPr>
            <a:spLocks noGrp="1"/>
          </p:cNvSpPr>
          <p:nvPr>
            <p:ph type="body" sz="quarter" idx="15" hasCustomPrompt="1"/>
          </p:nvPr>
        </p:nvSpPr>
        <p:spPr>
          <a:xfrm>
            <a:off x="632125" y="2812144"/>
            <a:ext cx="3489235" cy="1078213"/>
          </a:xfrm>
          <a:prstGeom prst="rect">
            <a:avLst/>
          </a:prstGeom>
        </p:spPr>
        <p:txBody>
          <a:bodyPr lIns="0" tIns="0" rIns="0" bIns="0"/>
          <a:lstStyle>
            <a:lvl1pPr marL="0" marR="0" indent="0" algn="l" defTabSz="912276" rtl="0" eaLnBrk="1" fontAlgn="base" latinLnBrk="0" hangingPunct="1">
              <a:lnSpc>
                <a:spcPts val="1733"/>
              </a:lnSpc>
              <a:spcBef>
                <a:spcPts val="0"/>
              </a:spcBef>
              <a:spcAft>
                <a:spcPts val="800"/>
              </a:spcAft>
              <a:buClr>
                <a:schemeClr val="tx2"/>
              </a:buClr>
              <a:buSzPct val="90000"/>
              <a:buFont typeface="Arial" panose="020B0604020202020204" pitchFamily="34" charset="0"/>
              <a:buNone/>
              <a:tabLst/>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a:t>
            </a:r>
            <a:r>
              <a:rPr lang="en-GB" dirty="0" err="1"/>
              <a:t>labore</a:t>
            </a:r>
            <a:r>
              <a:rPr lang="en-GB" dirty="0"/>
              <a:t> et dolore. 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et dolore.</a:t>
            </a:r>
          </a:p>
          <a:p>
            <a:pPr lvl="0"/>
            <a:endParaRPr lang="en-GB" dirty="0"/>
          </a:p>
        </p:txBody>
      </p:sp>
      <p:sp>
        <p:nvSpPr>
          <p:cNvPr id="21" name="Text Placeholder 2">
            <a:extLst>
              <a:ext uri="{FF2B5EF4-FFF2-40B4-BE49-F238E27FC236}">
                <a16:creationId xmlns:a16="http://schemas.microsoft.com/office/drawing/2014/main" id="{45F39481-2908-3822-701D-5FF87E1F03A5}"/>
              </a:ext>
            </a:extLst>
          </p:cNvPr>
          <p:cNvSpPr>
            <a:spLocks noGrp="1"/>
          </p:cNvSpPr>
          <p:nvPr>
            <p:ph type="body" sz="quarter" idx="17" hasCustomPrompt="1"/>
          </p:nvPr>
        </p:nvSpPr>
        <p:spPr>
          <a:xfrm>
            <a:off x="8093165" y="2382521"/>
            <a:ext cx="3489235" cy="182881"/>
          </a:xfrm>
          <a:prstGeom prst="rect">
            <a:avLst/>
          </a:prstGeom>
        </p:spPr>
        <p:txBody>
          <a:bodyPr lIns="0" tIns="0" rIns="0" bIns="0"/>
          <a:lstStyle>
            <a:lvl1pPr marL="0" indent="0">
              <a:buFont typeface="Arial" panose="020B0604020202020204" pitchFamily="34" charset="0"/>
              <a:buNone/>
              <a:defRPr sz="16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Subtitle</a:t>
            </a:r>
          </a:p>
        </p:txBody>
      </p:sp>
      <p:sp>
        <p:nvSpPr>
          <p:cNvPr id="22" name="Text Placeholder 2">
            <a:extLst>
              <a:ext uri="{FF2B5EF4-FFF2-40B4-BE49-F238E27FC236}">
                <a16:creationId xmlns:a16="http://schemas.microsoft.com/office/drawing/2014/main" id="{8390454E-C6EF-BF2D-F598-5D31E91A5C5B}"/>
              </a:ext>
            </a:extLst>
          </p:cNvPr>
          <p:cNvSpPr>
            <a:spLocks noGrp="1"/>
          </p:cNvSpPr>
          <p:nvPr>
            <p:ph type="body" sz="quarter" idx="18" hasCustomPrompt="1"/>
          </p:nvPr>
        </p:nvSpPr>
        <p:spPr>
          <a:xfrm>
            <a:off x="8093165" y="2812144"/>
            <a:ext cx="3489235" cy="1078213"/>
          </a:xfrm>
          <a:prstGeom prst="rect">
            <a:avLst/>
          </a:prstGeom>
        </p:spPr>
        <p:txBody>
          <a:bodyPr lIns="0" tIns="0" rIns="0" bIns="0"/>
          <a:lstStyle>
            <a:lvl1pPr marL="0" marR="0" indent="0" algn="l" defTabSz="912276" rtl="0" eaLnBrk="1" fontAlgn="base" latinLnBrk="0" hangingPunct="1">
              <a:lnSpc>
                <a:spcPts val="1733"/>
              </a:lnSpc>
              <a:spcBef>
                <a:spcPts val="0"/>
              </a:spcBef>
              <a:spcAft>
                <a:spcPts val="800"/>
              </a:spcAft>
              <a:buClr>
                <a:schemeClr val="tx2"/>
              </a:buClr>
              <a:buSzPct val="90000"/>
              <a:buFont typeface="Arial" panose="020B0604020202020204" pitchFamily="34" charset="0"/>
              <a:buNone/>
              <a:tabLst/>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a:t>
            </a:r>
            <a:r>
              <a:rPr lang="en-GB" dirty="0" err="1"/>
              <a:t>labore</a:t>
            </a:r>
            <a:r>
              <a:rPr lang="en-GB" dirty="0"/>
              <a:t> et dolore. 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et dolore.</a:t>
            </a:r>
          </a:p>
          <a:p>
            <a:pPr lvl="0"/>
            <a:endParaRPr lang="en-GB" dirty="0"/>
          </a:p>
        </p:txBody>
      </p:sp>
      <p:sp>
        <p:nvSpPr>
          <p:cNvPr id="27" name="Text Placeholder 2">
            <a:extLst>
              <a:ext uri="{FF2B5EF4-FFF2-40B4-BE49-F238E27FC236}">
                <a16:creationId xmlns:a16="http://schemas.microsoft.com/office/drawing/2014/main" id="{3BD0ABDF-0D5E-A765-9F69-3BC9541847C2}"/>
              </a:ext>
            </a:extLst>
          </p:cNvPr>
          <p:cNvSpPr>
            <a:spLocks noGrp="1"/>
          </p:cNvSpPr>
          <p:nvPr>
            <p:ph type="body" sz="quarter" idx="19" hasCustomPrompt="1"/>
          </p:nvPr>
        </p:nvSpPr>
        <p:spPr>
          <a:xfrm>
            <a:off x="4362645" y="2382521"/>
            <a:ext cx="3489235" cy="182881"/>
          </a:xfrm>
          <a:prstGeom prst="rect">
            <a:avLst/>
          </a:prstGeom>
        </p:spPr>
        <p:txBody>
          <a:bodyPr lIns="0" tIns="0" rIns="0" bIns="0"/>
          <a:lstStyle>
            <a:lvl1pPr marL="0" indent="0">
              <a:buFont typeface="Arial" panose="020B0604020202020204" pitchFamily="34" charset="0"/>
              <a:buNone/>
              <a:defRPr sz="16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Subtitle</a:t>
            </a:r>
          </a:p>
        </p:txBody>
      </p:sp>
      <p:sp>
        <p:nvSpPr>
          <p:cNvPr id="29" name="Text Placeholder 2">
            <a:extLst>
              <a:ext uri="{FF2B5EF4-FFF2-40B4-BE49-F238E27FC236}">
                <a16:creationId xmlns:a16="http://schemas.microsoft.com/office/drawing/2014/main" id="{57A872EF-F192-39C4-B234-D15D6561B47C}"/>
              </a:ext>
            </a:extLst>
          </p:cNvPr>
          <p:cNvSpPr>
            <a:spLocks noGrp="1"/>
          </p:cNvSpPr>
          <p:nvPr>
            <p:ph type="body" sz="quarter" idx="20" hasCustomPrompt="1"/>
          </p:nvPr>
        </p:nvSpPr>
        <p:spPr>
          <a:xfrm>
            <a:off x="4362645" y="2812144"/>
            <a:ext cx="3489235" cy="1078213"/>
          </a:xfrm>
          <a:prstGeom prst="rect">
            <a:avLst/>
          </a:prstGeom>
        </p:spPr>
        <p:txBody>
          <a:bodyPr lIns="0" tIns="0" rIns="0" bIns="0"/>
          <a:lstStyle>
            <a:lvl1pPr marL="0" marR="0" indent="0" algn="l" defTabSz="912276" rtl="0" eaLnBrk="1" fontAlgn="base" latinLnBrk="0" hangingPunct="1">
              <a:lnSpc>
                <a:spcPts val="1733"/>
              </a:lnSpc>
              <a:spcBef>
                <a:spcPts val="0"/>
              </a:spcBef>
              <a:spcAft>
                <a:spcPts val="800"/>
              </a:spcAft>
              <a:buClr>
                <a:schemeClr val="tx2"/>
              </a:buClr>
              <a:buSzPct val="90000"/>
              <a:buFont typeface="Arial" panose="020B0604020202020204" pitchFamily="34" charset="0"/>
              <a:buNone/>
              <a:tabLst/>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a:t>
            </a:r>
            <a:r>
              <a:rPr lang="en-GB" dirty="0" err="1"/>
              <a:t>labore</a:t>
            </a:r>
            <a:r>
              <a:rPr lang="en-GB" dirty="0"/>
              <a:t> et dolore. 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et dolore.</a:t>
            </a:r>
          </a:p>
          <a:p>
            <a:pPr lvl="0"/>
            <a:endParaRPr lang="en-GB" dirty="0"/>
          </a:p>
        </p:txBody>
      </p:sp>
      <p:sp>
        <p:nvSpPr>
          <p:cNvPr id="30" name="Text Placeholder 6">
            <a:extLst>
              <a:ext uri="{FF2B5EF4-FFF2-40B4-BE49-F238E27FC236}">
                <a16:creationId xmlns:a16="http://schemas.microsoft.com/office/drawing/2014/main" id="{3EB9F6D8-47DF-1F5B-55DF-071309C37FDE}"/>
              </a:ext>
            </a:extLst>
          </p:cNvPr>
          <p:cNvSpPr>
            <a:spLocks noGrp="1"/>
          </p:cNvSpPr>
          <p:nvPr>
            <p:ph type="body" sz="quarter" idx="21" hasCustomPrompt="1"/>
          </p:nvPr>
        </p:nvSpPr>
        <p:spPr>
          <a:xfrm>
            <a:off x="4359392" y="1766048"/>
            <a:ext cx="3486912" cy="443754"/>
          </a:xfrm>
          <a:prstGeom prst="rect">
            <a:avLst/>
          </a:prstGeom>
        </p:spPr>
        <p:txBody>
          <a:bodyPr lIns="0" tIns="0" rIns="0" bIns="0" anchor="b" anchorCtr="0"/>
          <a:lstStyle>
            <a:lvl1pPr marL="0" indent="0">
              <a:lnSpc>
                <a:spcPts val="3467"/>
              </a:lnSpc>
              <a:spcBef>
                <a:spcPts val="0"/>
              </a:spcBef>
              <a:buNone/>
              <a:defRPr sz="3200" b="0" i="0">
                <a:solidFill>
                  <a:schemeClr val="bg1"/>
                </a:solidFill>
                <a:latin typeface="CiscoSansTT ExtraLight" panose="020B0303020201020303" pitchFamily="34" charset="0"/>
                <a:cs typeface="CiscoSansTT ExtraLight" panose="020B0303020201020303" pitchFamily="34" charset="0"/>
              </a:defRPr>
            </a:lvl1pPr>
          </a:lstStyle>
          <a:p>
            <a:r>
              <a:rPr lang="en-GB" dirty="0"/>
              <a:t>Heading</a:t>
            </a:r>
          </a:p>
        </p:txBody>
      </p:sp>
      <p:sp>
        <p:nvSpPr>
          <p:cNvPr id="31" name="Text Placeholder 6">
            <a:extLst>
              <a:ext uri="{FF2B5EF4-FFF2-40B4-BE49-F238E27FC236}">
                <a16:creationId xmlns:a16="http://schemas.microsoft.com/office/drawing/2014/main" id="{1B9F0F59-8C07-4391-070A-F127239E51B0}"/>
              </a:ext>
            </a:extLst>
          </p:cNvPr>
          <p:cNvSpPr>
            <a:spLocks noGrp="1"/>
          </p:cNvSpPr>
          <p:nvPr>
            <p:ph type="body" sz="quarter" idx="22" hasCustomPrompt="1"/>
          </p:nvPr>
        </p:nvSpPr>
        <p:spPr>
          <a:xfrm>
            <a:off x="8096015" y="1766048"/>
            <a:ext cx="3486912" cy="443754"/>
          </a:xfrm>
          <a:prstGeom prst="rect">
            <a:avLst/>
          </a:prstGeom>
        </p:spPr>
        <p:txBody>
          <a:bodyPr lIns="0" tIns="0" rIns="0" bIns="0" anchor="b" anchorCtr="0"/>
          <a:lstStyle>
            <a:lvl1pPr marL="0" indent="0">
              <a:lnSpc>
                <a:spcPts val="3467"/>
              </a:lnSpc>
              <a:spcBef>
                <a:spcPts val="0"/>
              </a:spcBef>
              <a:buNone/>
              <a:defRPr sz="3200" b="0" i="0">
                <a:solidFill>
                  <a:schemeClr val="bg1"/>
                </a:solidFill>
                <a:latin typeface="CiscoSansTT ExtraLight" panose="020B0303020201020303" pitchFamily="34" charset="0"/>
                <a:cs typeface="CiscoSansTT ExtraLight" panose="020B0303020201020303" pitchFamily="34" charset="0"/>
              </a:defRPr>
            </a:lvl1pPr>
          </a:lstStyle>
          <a:p>
            <a:r>
              <a:rPr lang="en-GB" dirty="0"/>
              <a:t>Heading</a:t>
            </a:r>
          </a:p>
        </p:txBody>
      </p:sp>
      <p:sp>
        <p:nvSpPr>
          <p:cNvPr id="13" name="Title 1">
            <a:extLst>
              <a:ext uri="{FF2B5EF4-FFF2-40B4-BE49-F238E27FC236}">
                <a16:creationId xmlns:a16="http://schemas.microsoft.com/office/drawing/2014/main" id="{BE2AD77B-1466-B731-C28A-2731D668CCBE}"/>
              </a:ext>
            </a:extLst>
          </p:cNvPr>
          <p:cNvSpPr>
            <a:spLocks noGrp="1"/>
          </p:cNvSpPr>
          <p:nvPr>
            <p:ph type="ctrTitle" hasCustomPrompt="1"/>
          </p:nvPr>
        </p:nvSpPr>
        <p:spPr>
          <a:xfrm>
            <a:off x="632127" y="1766048"/>
            <a:ext cx="3489235" cy="443753"/>
          </a:xfrm>
          <a:prstGeom prst="rect">
            <a:avLst/>
          </a:prstGeom>
        </p:spPr>
        <p:txBody>
          <a:bodyPr lIns="0" tIns="0" rIns="0" bIns="0" anchor="b"/>
          <a:lstStyle>
            <a:lvl1pPr marL="0" indent="0" algn="l">
              <a:lnSpc>
                <a:spcPct val="100000"/>
              </a:lnSpc>
              <a:buFont typeface="Arial" panose="020B0604020202020204" pitchFamily="34" charset="0"/>
              <a:buNone/>
              <a:defRPr sz="3200" b="0" i="0" spc="0" baseline="0">
                <a:solidFill>
                  <a:schemeClr val="bg1"/>
                </a:solidFill>
                <a:latin typeface="CiscoSansTT ExtraLight" panose="020B0303020201020303" pitchFamily="34" charset="0"/>
                <a:cs typeface="CiscoSansTT ExtraLight" panose="020B0303020201020303" pitchFamily="34" charset="0"/>
              </a:defRPr>
            </a:lvl1pPr>
          </a:lstStyle>
          <a:p>
            <a:r>
              <a:rPr lang="en-GB" dirty="0"/>
              <a:t>Heading</a:t>
            </a:r>
            <a:endParaRPr lang="en-US" dirty="0"/>
          </a:p>
        </p:txBody>
      </p:sp>
      <p:sp>
        <p:nvSpPr>
          <p:cNvPr id="14" name="Text Placeholder 2">
            <a:extLst>
              <a:ext uri="{FF2B5EF4-FFF2-40B4-BE49-F238E27FC236}">
                <a16:creationId xmlns:a16="http://schemas.microsoft.com/office/drawing/2014/main" id="{D81B37B4-1168-CDEB-FB62-4B4E3C4E0ADA}"/>
              </a:ext>
            </a:extLst>
          </p:cNvPr>
          <p:cNvSpPr>
            <a:spLocks noGrp="1"/>
          </p:cNvSpPr>
          <p:nvPr>
            <p:ph type="body" sz="quarter" idx="14" hasCustomPrompt="1"/>
          </p:nvPr>
        </p:nvSpPr>
        <p:spPr>
          <a:xfrm>
            <a:off x="625928" y="431801"/>
            <a:ext cx="3489235" cy="304800"/>
          </a:xfrm>
          <a:prstGeom prst="rect">
            <a:avLst/>
          </a:prstGeom>
        </p:spPr>
        <p:txBody>
          <a:bodyPr lIns="0" tIns="0" rIns="0" bIns="0"/>
          <a:lstStyle>
            <a:lvl1pPr marL="0" indent="0">
              <a:spcBef>
                <a:spcPts val="0"/>
              </a:spcBef>
              <a:buFont typeface="Arial" panose="020B0604020202020204" pitchFamily="34" charset="0"/>
              <a:buNone/>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Section title</a:t>
            </a:r>
          </a:p>
        </p:txBody>
      </p:sp>
    </p:spTree>
    <p:extLst>
      <p:ext uri="{BB962C8B-B14F-4D97-AF65-F5344CB8AC3E}">
        <p14:creationId xmlns:p14="http://schemas.microsoft.com/office/powerpoint/2010/main" val="193841938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Text Two Column Icons">
    <p:spTree>
      <p:nvGrpSpPr>
        <p:cNvPr id="1" name=""/>
        <p:cNvGrpSpPr/>
        <p:nvPr/>
      </p:nvGrpSpPr>
      <p:grpSpPr>
        <a:xfrm>
          <a:off x="0" y="0"/>
          <a:ext cx="0" cy="0"/>
          <a:chOff x="0" y="0"/>
          <a:chExt cx="0" cy="0"/>
        </a:xfrm>
      </p:grpSpPr>
      <p:sp>
        <p:nvSpPr>
          <p:cNvPr id="21" name="Picture Placeholder 2">
            <a:extLst>
              <a:ext uri="{FF2B5EF4-FFF2-40B4-BE49-F238E27FC236}">
                <a16:creationId xmlns:a16="http://schemas.microsoft.com/office/drawing/2014/main" id="{E02DD01B-53E6-C542-A933-2D42DD0D2C62}"/>
              </a:ext>
            </a:extLst>
          </p:cNvPr>
          <p:cNvSpPr>
            <a:spLocks noGrp="1"/>
          </p:cNvSpPr>
          <p:nvPr>
            <p:ph type="pic" sz="quarter" idx="24" hasCustomPrompt="1"/>
          </p:nvPr>
        </p:nvSpPr>
        <p:spPr>
          <a:xfrm>
            <a:off x="632127" y="1607671"/>
            <a:ext cx="1024772" cy="957729"/>
          </a:xfrm>
          <a:prstGeom prst="rect">
            <a:avLst/>
          </a:prstGeom>
          <a:noFill/>
        </p:spPr>
        <p:txBody>
          <a:bodyPr vert="horz" lIns="91420" tIns="45710" rIns="91420" bIns="45710" anchor="ctr"/>
          <a:lstStyle>
            <a:lvl1pPr marL="0" indent="0" algn="ctr">
              <a:buNone/>
              <a:defRPr sz="1333" b="0" i="0" baseline="0">
                <a:solidFill>
                  <a:schemeClr val="tx1"/>
                </a:solidFill>
                <a:latin typeface="CiscoSansTT ExtraLight" panose="020B0303020201020303" pitchFamily="34" charset="0"/>
                <a:cs typeface="CiscoSans ExtraLight"/>
              </a:defRPr>
            </a:lvl1pPr>
          </a:lstStyle>
          <a:p>
            <a:pPr lvl="0"/>
            <a:r>
              <a:rPr lang="en-US" noProof="0" dirty="0"/>
              <a:t>Click to add marketing icon</a:t>
            </a:r>
          </a:p>
        </p:txBody>
      </p:sp>
      <p:sp>
        <p:nvSpPr>
          <p:cNvPr id="16" name="Text Placeholder 2">
            <a:extLst>
              <a:ext uri="{FF2B5EF4-FFF2-40B4-BE49-F238E27FC236}">
                <a16:creationId xmlns:a16="http://schemas.microsoft.com/office/drawing/2014/main" id="{17EBF19C-49E3-D24F-8832-1A12184F6688}"/>
              </a:ext>
            </a:extLst>
          </p:cNvPr>
          <p:cNvSpPr>
            <a:spLocks noGrp="1"/>
          </p:cNvSpPr>
          <p:nvPr>
            <p:ph type="body" sz="quarter" idx="15" hasCustomPrompt="1"/>
          </p:nvPr>
        </p:nvSpPr>
        <p:spPr>
          <a:xfrm>
            <a:off x="623679" y="3668310"/>
            <a:ext cx="5178612" cy="1315357"/>
          </a:xfrm>
          <a:prstGeom prst="rect">
            <a:avLst/>
          </a:prstGeom>
        </p:spPr>
        <p:txBody>
          <a:bodyPr lIns="0" tIns="0" rIns="0" bIns="0"/>
          <a:lstStyle>
            <a:lvl1pPr marL="0" marR="0" indent="0" algn="l" defTabSz="912276" rtl="0" eaLnBrk="1" fontAlgn="base" latinLnBrk="0" hangingPunct="1">
              <a:lnSpc>
                <a:spcPts val="1733"/>
              </a:lnSpc>
              <a:spcBef>
                <a:spcPts val="0"/>
              </a:spcBef>
              <a:spcAft>
                <a:spcPts val="800"/>
              </a:spcAft>
              <a:buClr>
                <a:schemeClr val="tx2"/>
              </a:buClr>
              <a:buSzPct val="90000"/>
              <a:buFont typeface="Arial" panose="020B0604020202020204" pitchFamily="34" charset="0"/>
              <a:buNone/>
              <a:tabLst/>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labore et dolore. 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labore.</a:t>
            </a:r>
          </a:p>
          <a:p>
            <a:pPr lvl="0"/>
            <a:endParaRPr lang="en-GB" dirty="0"/>
          </a:p>
        </p:txBody>
      </p:sp>
      <p:sp>
        <p:nvSpPr>
          <p:cNvPr id="26" name="Text Placeholder 6">
            <a:extLst>
              <a:ext uri="{FF2B5EF4-FFF2-40B4-BE49-F238E27FC236}">
                <a16:creationId xmlns:a16="http://schemas.microsoft.com/office/drawing/2014/main" id="{3148D23F-4FB0-0283-D700-8A06DCABC281}"/>
              </a:ext>
            </a:extLst>
          </p:cNvPr>
          <p:cNvSpPr>
            <a:spLocks noGrp="1"/>
          </p:cNvSpPr>
          <p:nvPr>
            <p:ph type="body" sz="quarter" idx="25" hasCustomPrompt="1"/>
          </p:nvPr>
        </p:nvSpPr>
        <p:spPr>
          <a:xfrm>
            <a:off x="6390621" y="2938820"/>
            <a:ext cx="5178611" cy="482748"/>
          </a:xfrm>
          <a:prstGeom prst="rect">
            <a:avLst/>
          </a:prstGeom>
        </p:spPr>
        <p:txBody>
          <a:bodyPr lIns="0" tIns="0" rIns="0" bIns="0" anchor="b" anchorCtr="0"/>
          <a:lstStyle>
            <a:lvl1pPr marL="0" indent="0">
              <a:lnSpc>
                <a:spcPct val="100000"/>
              </a:lnSpc>
              <a:spcBef>
                <a:spcPts val="0"/>
              </a:spcBef>
              <a:buNone/>
              <a:defRPr sz="3200" b="0" i="0">
                <a:solidFill>
                  <a:schemeClr val="bg1"/>
                </a:solidFill>
                <a:latin typeface="CiscoSansTT ExtraLight" panose="020B0303020201020303" pitchFamily="34" charset="0"/>
                <a:cs typeface="CiscoSansTT ExtraLight" panose="020B0303020201020303" pitchFamily="34" charset="0"/>
              </a:defRPr>
            </a:lvl1pPr>
          </a:lstStyle>
          <a:p>
            <a:r>
              <a:rPr lang="en-GB" dirty="0"/>
              <a:t>Heading</a:t>
            </a:r>
          </a:p>
        </p:txBody>
      </p:sp>
      <p:sp>
        <p:nvSpPr>
          <p:cNvPr id="27" name="Picture Placeholder 2">
            <a:extLst>
              <a:ext uri="{FF2B5EF4-FFF2-40B4-BE49-F238E27FC236}">
                <a16:creationId xmlns:a16="http://schemas.microsoft.com/office/drawing/2014/main" id="{C5C6BDEC-E33F-4C34-5403-6A238AB80D5E}"/>
              </a:ext>
            </a:extLst>
          </p:cNvPr>
          <p:cNvSpPr>
            <a:spLocks noGrp="1"/>
          </p:cNvSpPr>
          <p:nvPr>
            <p:ph type="pic" sz="quarter" idx="26" hasCustomPrompt="1"/>
          </p:nvPr>
        </p:nvSpPr>
        <p:spPr>
          <a:xfrm>
            <a:off x="6399978" y="1607671"/>
            <a:ext cx="1024772" cy="957729"/>
          </a:xfrm>
          <a:prstGeom prst="rect">
            <a:avLst/>
          </a:prstGeom>
          <a:noFill/>
        </p:spPr>
        <p:txBody>
          <a:bodyPr vert="horz" lIns="91420" tIns="45710" rIns="91420" bIns="45710" anchor="ctr"/>
          <a:lstStyle>
            <a:lvl1pPr marL="0" indent="0" algn="ctr">
              <a:buNone/>
              <a:defRPr sz="1333" b="0" i="0" baseline="0">
                <a:solidFill>
                  <a:schemeClr val="tx1"/>
                </a:solidFill>
                <a:latin typeface="CiscoSansTT ExtraLight" panose="020B0303020201020303" pitchFamily="34" charset="0"/>
                <a:cs typeface="CiscoSans ExtraLight"/>
              </a:defRPr>
            </a:lvl1pPr>
          </a:lstStyle>
          <a:p>
            <a:pPr lvl="0"/>
            <a:r>
              <a:rPr lang="en-US" noProof="0" dirty="0"/>
              <a:t>Click to add marketing icon</a:t>
            </a:r>
          </a:p>
        </p:txBody>
      </p:sp>
      <p:sp>
        <p:nvSpPr>
          <p:cNvPr id="28" name="Text Placeholder 2">
            <a:extLst>
              <a:ext uri="{FF2B5EF4-FFF2-40B4-BE49-F238E27FC236}">
                <a16:creationId xmlns:a16="http://schemas.microsoft.com/office/drawing/2014/main" id="{2136F578-A3CF-9005-0901-E724D7D5226F}"/>
              </a:ext>
            </a:extLst>
          </p:cNvPr>
          <p:cNvSpPr>
            <a:spLocks noGrp="1"/>
          </p:cNvSpPr>
          <p:nvPr>
            <p:ph type="body" sz="quarter" idx="27" hasCustomPrompt="1"/>
          </p:nvPr>
        </p:nvSpPr>
        <p:spPr>
          <a:xfrm>
            <a:off x="6399977" y="3668310"/>
            <a:ext cx="5178612" cy="1315357"/>
          </a:xfrm>
          <a:prstGeom prst="rect">
            <a:avLst/>
          </a:prstGeom>
        </p:spPr>
        <p:txBody>
          <a:bodyPr lIns="0" tIns="0" rIns="0" bIns="0"/>
          <a:lstStyle>
            <a:lvl1pPr marL="0" marR="0" indent="0" algn="l" defTabSz="912276" rtl="0" eaLnBrk="1" fontAlgn="base" latinLnBrk="0" hangingPunct="1">
              <a:lnSpc>
                <a:spcPts val="1733"/>
              </a:lnSpc>
              <a:spcBef>
                <a:spcPts val="0"/>
              </a:spcBef>
              <a:spcAft>
                <a:spcPts val="800"/>
              </a:spcAft>
              <a:buClr>
                <a:schemeClr val="tx2"/>
              </a:buClr>
              <a:buSzPct val="90000"/>
              <a:buFont typeface="Arial" panose="020B0604020202020204" pitchFamily="34" charset="0"/>
              <a:buNone/>
              <a:tabLst/>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labore et dolore. 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labore.</a:t>
            </a:r>
          </a:p>
          <a:p>
            <a:pPr lvl="0"/>
            <a:endParaRPr lang="en-GB" dirty="0"/>
          </a:p>
        </p:txBody>
      </p:sp>
      <p:sp>
        <p:nvSpPr>
          <p:cNvPr id="9" name="Text Placeholder 6">
            <a:extLst>
              <a:ext uri="{FF2B5EF4-FFF2-40B4-BE49-F238E27FC236}">
                <a16:creationId xmlns:a16="http://schemas.microsoft.com/office/drawing/2014/main" id="{ADFE46B3-A8B5-C645-B495-DA6D53180536}"/>
              </a:ext>
            </a:extLst>
          </p:cNvPr>
          <p:cNvSpPr>
            <a:spLocks noGrp="1"/>
          </p:cNvSpPr>
          <p:nvPr>
            <p:ph type="body" sz="quarter" idx="23" hasCustomPrompt="1"/>
          </p:nvPr>
        </p:nvSpPr>
        <p:spPr>
          <a:xfrm>
            <a:off x="621758" y="2938820"/>
            <a:ext cx="5178611" cy="482748"/>
          </a:xfrm>
          <a:prstGeom prst="rect">
            <a:avLst/>
          </a:prstGeom>
        </p:spPr>
        <p:txBody>
          <a:bodyPr lIns="0" tIns="0" rIns="0" bIns="0" anchor="b" anchorCtr="0"/>
          <a:lstStyle>
            <a:lvl1pPr marL="0" indent="0">
              <a:lnSpc>
                <a:spcPct val="100000"/>
              </a:lnSpc>
              <a:spcBef>
                <a:spcPts val="0"/>
              </a:spcBef>
              <a:buNone/>
              <a:defRPr sz="3200" b="0" i="0">
                <a:solidFill>
                  <a:schemeClr val="bg1"/>
                </a:solidFill>
                <a:latin typeface="CiscoSansTT ExtraLight" panose="020B0303020201020303" pitchFamily="34" charset="0"/>
                <a:cs typeface="CiscoSansTT ExtraLight" panose="020B0303020201020303" pitchFamily="34" charset="0"/>
              </a:defRPr>
            </a:lvl1pPr>
          </a:lstStyle>
          <a:p>
            <a:r>
              <a:rPr lang="en-GB" dirty="0"/>
              <a:t>Heading</a:t>
            </a:r>
          </a:p>
        </p:txBody>
      </p:sp>
      <p:sp>
        <p:nvSpPr>
          <p:cNvPr id="10" name="Text Placeholder 2">
            <a:extLst>
              <a:ext uri="{FF2B5EF4-FFF2-40B4-BE49-F238E27FC236}">
                <a16:creationId xmlns:a16="http://schemas.microsoft.com/office/drawing/2014/main" id="{0D0EB105-4FE7-7E30-8C23-A63566AB41F9}"/>
              </a:ext>
            </a:extLst>
          </p:cNvPr>
          <p:cNvSpPr>
            <a:spLocks noGrp="1"/>
          </p:cNvSpPr>
          <p:nvPr>
            <p:ph type="body" sz="quarter" idx="14" hasCustomPrompt="1"/>
          </p:nvPr>
        </p:nvSpPr>
        <p:spPr>
          <a:xfrm>
            <a:off x="625928" y="431801"/>
            <a:ext cx="3489235" cy="304800"/>
          </a:xfrm>
          <a:prstGeom prst="rect">
            <a:avLst/>
          </a:prstGeom>
        </p:spPr>
        <p:txBody>
          <a:bodyPr lIns="0" tIns="0" rIns="0" bIns="0"/>
          <a:lstStyle>
            <a:lvl1pPr marL="0" indent="0">
              <a:spcBef>
                <a:spcPts val="0"/>
              </a:spcBef>
              <a:buFont typeface="Arial" panose="020B0604020202020204" pitchFamily="34" charset="0"/>
              <a:buNone/>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Section title</a:t>
            </a:r>
          </a:p>
        </p:txBody>
      </p:sp>
    </p:spTree>
    <p:extLst>
      <p:ext uri="{BB962C8B-B14F-4D97-AF65-F5344CB8AC3E}">
        <p14:creationId xmlns:p14="http://schemas.microsoft.com/office/powerpoint/2010/main" val="351224701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Text Three Column Icons">
    <p:spTree>
      <p:nvGrpSpPr>
        <p:cNvPr id="1" name=""/>
        <p:cNvGrpSpPr/>
        <p:nvPr/>
      </p:nvGrpSpPr>
      <p:grpSpPr>
        <a:xfrm>
          <a:off x="0" y="0"/>
          <a:ext cx="0" cy="0"/>
          <a:chOff x="0" y="0"/>
          <a:chExt cx="0" cy="0"/>
        </a:xfrm>
      </p:grpSpPr>
      <p:sp>
        <p:nvSpPr>
          <p:cNvPr id="17" name="Text Placeholder 6">
            <a:extLst>
              <a:ext uri="{FF2B5EF4-FFF2-40B4-BE49-F238E27FC236}">
                <a16:creationId xmlns:a16="http://schemas.microsoft.com/office/drawing/2014/main" id="{96CA1346-1D62-4F41-BA11-B3EEBA6B5192}"/>
              </a:ext>
            </a:extLst>
          </p:cNvPr>
          <p:cNvSpPr>
            <a:spLocks noGrp="1"/>
          </p:cNvSpPr>
          <p:nvPr>
            <p:ph type="body" sz="quarter" idx="20" hasCustomPrompt="1"/>
          </p:nvPr>
        </p:nvSpPr>
        <p:spPr>
          <a:xfrm>
            <a:off x="4340226" y="2946254"/>
            <a:ext cx="3511549" cy="482748"/>
          </a:xfrm>
          <a:prstGeom prst="rect">
            <a:avLst/>
          </a:prstGeom>
        </p:spPr>
        <p:txBody>
          <a:bodyPr lIns="0" tIns="0" rIns="0" bIns="0" anchor="b" anchorCtr="0"/>
          <a:lstStyle>
            <a:lvl1pPr marL="0" indent="0">
              <a:lnSpc>
                <a:spcPct val="100000"/>
              </a:lnSpc>
              <a:spcBef>
                <a:spcPts val="0"/>
              </a:spcBef>
              <a:buNone/>
              <a:defRPr sz="3200" b="0" i="0">
                <a:solidFill>
                  <a:schemeClr val="tx1"/>
                </a:solidFill>
                <a:latin typeface="CiscoSansTT ExtraLight" panose="020B0303020201020303" pitchFamily="34" charset="0"/>
                <a:cs typeface="CiscoSansTT ExtraLight" panose="020B0303020201020303" pitchFamily="34" charset="0"/>
              </a:defRPr>
            </a:lvl1pPr>
          </a:lstStyle>
          <a:p>
            <a:r>
              <a:rPr lang="en-GB" dirty="0"/>
              <a:t>Heading</a:t>
            </a:r>
          </a:p>
        </p:txBody>
      </p:sp>
      <p:sp>
        <p:nvSpPr>
          <p:cNvPr id="18" name="Text Placeholder 6">
            <a:extLst>
              <a:ext uri="{FF2B5EF4-FFF2-40B4-BE49-F238E27FC236}">
                <a16:creationId xmlns:a16="http://schemas.microsoft.com/office/drawing/2014/main" id="{53E5B521-5917-164E-BF18-105160A01CA5}"/>
              </a:ext>
            </a:extLst>
          </p:cNvPr>
          <p:cNvSpPr>
            <a:spLocks noGrp="1"/>
          </p:cNvSpPr>
          <p:nvPr>
            <p:ph type="body" sz="quarter" idx="22" hasCustomPrompt="1"/>
          </p:nvPr>
        </p:nvSpPr>
        <p:spPr>
          <a:xfrm>
            <a:off x="8076847" y="2946254"/>
            <a:ext cx="3511549" cy="482748"/>
          </a:xfrm>
          <a:prstGeom prst="rect">
            <a:avLst/>
          </a:prstGeom>
        </p:spPr>
        <p:txBody>
          <a:bodyPr lIns="0" tIns="0" rIns="0" bIns="0" anchor="b" anchorCtr="0"/>
          <a:lstStyle>
            <a:lvl1pPr marL="0" indent="0">
              <a:lnSpc>
                <a:spcPct val="100000"/>
              </a:lnSpc>
              <a:spcBef>
                <a:spcPts val="0"/>
              </a:spcBef>
              <a:buNone/>
              <a:defRPr sz="3200" b="0" i="0">
                <a:solidFill>
                  <a:schemeClr val="tx1"/>
                </a:solidFill>
                <a:latin typeface="CiscoSansTT ExtraLight" panose="020B0303020201020303" pitchFamily="34" charset="0"/>
                <a:cs typeface="CiscoSansTT ExtraLight" panose="020B0303020201020303" pitchFamily="34" charset="0"/>
              </a:defRPr>
            </a:lvl1pPr>
          </a:lstStyle>
          <a:p>
            <a:r>
              <a:rPr lang="en-GB" dirty="0"/>
              <a:t>Heading</a:t>
            </a:r>
          </a:p>
        </p:txBody>
      </p:sp>
      <p:sp>
        <p:nvSpPr>
          <p:cNvPr id="19" name="Text Placeholder 6">
            <a:extLst>
              <a:ext uri="{FF2B5EF4-FFF2-40B4-BE49-F238E27FC236}">
                <a16:creationId xmlns:a16="http://schemas.microsoft.com/office/drawing/2014/main" id="{0721738F-FD2D-4146-A62E-4ECD6E8AF6FC}"/>
              </a:ext>
            </a:extLst>
          </p:cNvPr>
          <p:cNvSpPr>
            <a:spLocks noGrp="1"/>
          </p:cNvSpPr>
          <p:nvPr>
            <p:ph type="body" sz="quarter" idx="23" hasCustomPrompt="1"/>
          </p:nvPr>
        </p:nvSpPr>
        <p:spPr>
          <a:xfrm>
            <a:off x="622771" y="2946254"/>
            <a:ext cx="3511549" cy="482748"/>
          </a:xfrm>
          <a:prstGeom prst="rect">
            <a:avLst/>
          </a:prstGeom>
        </p:spPr>
        <p:txBody>
          <a:bodyPr lIns="0" tIns="0" rIns="0" bIns="0" anchor="b" anchorCtr="0"/>
          <a:lstStyle>
            <a:lvl1pPr marL="0" indent="0">
              <a:lnSpc>
                <a:spcPct val="100000"/>
              </a:lnSpc>
              <a:spcBef>
                <a:spcPts val="0"/>
              </a:spcBef>
              <a:buNone/>
              <a:defRPr sz="3200" b="0" i="0">
                <a:solidFill>
                  <a:schemeClr val="tx1"/>
                </a:solidFill>
                <a:latin typeface="CiscoSansTT ExtraLight" panose="020B0303020201020303" pitchFamily="34" charset="0"/>
                <a:cs typeface="CiscoSansTT ExtraLight" panose="020B0303020201020303" pitchFamily="34" charset="0"/>
              </a:defRPr>
            </a:lvl1pPr>
          </a:lstStyle>
          <a:p>
            <a:r>
              <a:rPr lang="en-GB" dirty="0"/>
              <a:t>Heading</a:t>
            </a:r>
          </a:p>
        </p:txBody>
      </p:sp>
      <p:sp>
        <p:nvSpPr>
          <p:cNvPr id="20" name="Picture Placeholder 2">
            <a:extLst>
              <a:ext uri="{FF2B5EF4-FFF2-40B4-BE49-F238E27FC236}">
                <a16:creationId xmlns:a16="http://schemas.microsoft.com/office/drawing/2014/main" id="{8143D29F-44CB-0E44-8852-5377E5E8F518}"/>
              </a:ext>
            </a:extLst>
          </p:cNvPr>
          <p:cNvSpPr>
            <a:spLocks noGrp="1"/>
          </p:cNvSpPr>
          <p:nvPr>
            <p:ph type="pic" sz="quarter" idx="10" hasCustomPrompt="1"/>
          </p:nvPr>
        </p:nvSpPr>
        <p:spPr>
          <a:xfrm>
            <a:off x="4359394" y="1607671"/>
            <a:ext cx="1024772" cy="957729"/>
          </a:xfrm>
          <a:prstGeom prst="rect">
            <a:avLst/>
          </a:prstGeom>
          <a:noFill/>
        </p:spPr>
        <p:txBody>
          <a:bodyPr vert="horz" lIns="91420" tIns="45710" rIns="91420" bIns="45710" anchor="ctr"/>
          <a:lstStyle>
            <a:lvl1pPr marL="0" indent="0" algn="ctr">
              <a:buNone/>
              <a:defRPr sz="1333" b="0" i="0" baseline="0">
                <a:solidFill>
                  <a:schemeClr val="tx1"/>
                </a:solidFill>
                <a:latin typeface="CiscoSansTT ExtraLight" panose="020B0303020201020303" pitchFamily="34" charset="0"/>
                <a:cs typeface="CiscoSans ExtraLight"/>
              </a:defRPr>
            </a:lvl1pPr>
          </a:lstStyle>
          <a:p>
            <a:pPr lvl="0"/>
            <a:r>
              <a:rPr lang="en-US" noProof="0" dirty="0"/>
              <a:t>Click to add marketing icon</a:t>
            </a:r>
          </a:p>
        </p:txBody>
      </p:sp>
      <p:sp>
        <p:nvSpPr>
          <p:cNvPr id="21" name="Picture Placeholder 2">
            <a:extLst>
              <a:ext uri="{FF2B5EF4-FFF2-40B4-BE49-F238E27FC236}">
                <a16:creationId xmlns:a16="http://schemas.microsoft.com/office/drawing/2014/main" id="{E02DD01B-53E6-C542-A933-2D42DD0D2C62}"/>
              </a:ext>
            </a:extLst>
          </p:cNvPr>
          <p:cNvSpPr>
            <a:spLocks noGrp="1"/>
          </p:cNvSpPr>
          <p:nvPr>
            <p:ph type="pic" sz="quarter" idx="24" hasCustomPrompt="1"/>
          </p:nvPr>
        </p:nvSpPr>
        <p:spPr>
          <a:xfrm>
            <a:off x="632127" y="1607671"/>
            <a:ext cx="1024772" cy="957729"/>
          </a:xfrm>
          <a:prstGeom prst="rect">
            <a:avLst/>
          </a:prstGeom>
          <a:noFill/>
        </p:spPr>
        <p:txBody>
          <a:bodyPr vert="horz" lIns="91420" tIns="45710" rIns="91420" bIns="45710" anchor="ctr"/>
          <a:lstStyle>
            <a:lvl1pPr marL="0" indent="0" algn="ctr">
              <a:buNone/>
              <a:defRPr sz="1333" b="0" i="0" baseline="0">
                <a:solidFill>
                  <a:schemeClr val="tx1"/>
                </a:solidFill>
                <a:latin typeface="CiscoSansTT ExtraLight" panose="020B0303020201020303" pitchFamily="34" charset="0"/>
                <a:cs typeface="CiscoSans ExtraLight"/>
              </a:defRPr>
            </a:lvl1pPr>
          </a:lstStyle>
          <a:p>
            <a:pPr lvl="0"/>
            <a:r>
              <a:rPr lang="en-US" noProof="0" dirty="0"/>
              <a:t>Click to add marketing icon</a:t>
            </a:r>
          </a:p>
        </p:txBody>
      </p:sp>
      <p:sp>
        <p:nvSpPr>
          <p:cNvPr id="22" name="Picture Placeholder 2">
            <a:extLst>
              <a:ext uri="{FF2B5EF4-FFF2-40B4-BE49-F238E27FC236}">
                <a16:creationId xmlns:a16="http://schemas.microsoft.com/office/drawing/2014/main" id="{EE6224FA-C881-7942-88CA-85C557540C4C}"/>
              </a:ext>
            </a:extLst>
          </p:cNvPr>
          <p:cNvSpPr>
            <a:spLocks noGrp="1"/>
          </p:cNvSpPr>
          <p:nvPr>
            <p:ph type="pic" sz="quarter" idx="25" hasCustomPrompt="1"/>
          </p:nvPr>
        </p:nvSpPr>
        <p:spPr>
          <a:xfrm>
            <a:off x="8086661" y="1607671"/>
            <a:ext cx="1024772" cy="957729"/>
          </a:xfrm>
          <a:prstGeom prst="rect">
            <a:avLst/>
          </a:prstGeom>
          <a:noFill/>
        </p:spPr>
        <p:txBody>
          <a:bodyPr vert="horz" lIns="91420" tIns="45710" rIns="91420" bIns="45710" anchor="ctr"/>
          <a:lstStyle>
            <a:lvl1pPr marL="0" indent="0" algn="ctr">
              <a:buNone/>
              <a:defRPr sz="1333" b="0" i="0" baseline="0">
                <a:solidFill>
                  <a:schemeClr val="tx1"/>
                </a:solidFill>
                <a:latin typeface="CiscoSansTT ExtraLight" panose="020B0303020201020303" pitchFamily="34" charset="0"/>
                <a:cs typeface="CiscoSans ExtraLight"/>
              </a:defRPr>
            </a:lvl1pPr>
          </a:lstStyle>
          <a:p>
            <a:pPr lvl="0"/>
            <a:r>
              <a:rPr lang="en-US" noProof="0" dirty="0"/>
              <a:t>Click to add marketing icon</a:t>
            </a:r>
          </a:p>
        </p:txBody>
      </p:sp>
      <p:sp>
        <p:nvSpPr>
          <p:cNvPr id="16" name="Text Placeholder 2">
            <a:extLst>
              <a:ext uri="{FF2B5EF4-FFF2-40B4-BE49-F238E27FC236}">
                <a16:creationId xmlns:a16="http://schemas.microsoft.com/office/drawing/2014/main" id="{17EBF19C-49E3-D24F-8832-1A12184F6688}"/>
              </a:ext>
            </a:extLst>
          </p:cNvPr>
          <p:cNvSpPr>
            <a:spLocks noGrp="1"/>
          </p:cNvSpPr>
          <p:nvPr>
            <p:ph type="body" sz="quarter" idx="15" hasCustomPrompt="1"/>
          </p:nvPr>
        </p:nvSpPr>
        <p:spPr>
          <a:xfrm>
            <a:off x="632125" y="3675743"/>
            <a:ext cx="3489235" cy="1078213"/>
          </a:xfrm>
          <a:prstGeom prst="rect">
            <a:avLst/>
          </a:prstGeom>
        </p:spPr>
        <p:txBody>
          <a:bodyPr lIns="0" tIns="0" rIns="0" bIns="0"/>
          <a:lstStyle>
            <a:lvl1pPr marL="0" marR="0" indent="0" algn="l" defTabSz="912276" rtl="0" eaLnBrk="1" fontAlgn="base" latinLnBrk="0" hangingPunct="1">
              <a:lnSpc>
                <a:spcPts val="1733"/>
              </a:lnSpc>
              <a:spcBef>
                <a:spcPts val="0"/>
              </a:spcBef>
              <a:spcAft>
                <a:spcPts val="800"/>
              </a:spcAft>
              <a:buClr>
                <a:schemeClr val="tx2"/>
              </a:buClr>
              <a:buSzPct val="90000"/>
              <a:buFont typeface="Arial" panose="020B0604020202020204" pitchFamily="34" charset="0"/>
              <a:buNone/>
              <a:tabLst/>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labore et dolore. 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et dolore.</a:t>
            </a:r>
          </a:p>
          <a:p>
            <a:pPr lvl="0"/>
            <a:endParaRPr lang="en-GB" dirty="0"/>
          </a:p>
        </p:txBody>
      </p:sp>
      <p:sp>
        <p:nvSpPr>
          <p:cNvPr id="23" name="Text Placeholder 2">
            <a:extLst>
              <a:ext uri="{FF2B5EF4-FFF2-40B4-BE49-F238E27FC236}">
                <a16:creationId xmlns:a16="http://schemas.microsoft.com/office/drawing/2014/main" id="{A1125D49-7617-524D-93FF-568220A243A4}"/>
              </a:ext>
            </a:extLst>
          </p:cNvPr>
          <p:cNvSpPr>
            <a:spLocks noGrp="1"/>
          </p:cNvSpPr>
          <p:nvPr>
            <p:ph type="body" sz="quarter" idx="29" hasCustomPrompt="1"/>
          </p:nvPr>
        </p:nvSpPr>
        <p:spPr>
          <a:xfrm>
            <a:off x="4350253" y="3675743"/>
            <a:ext cx="3489235" cy="1078213"/>
          </a:xfrm>
          <a:prstGeom prst="rect">
            <a:avLst/>
          </a:prstGeom>
        </p:spPr>
        <p:txBody>
          <a:bodyPr lIns="0" tIns="0" rIns="0" bIns="0"/>
          <a:lstStyle>
            <a:lvl1pPr marL="0" marR="0" indent="0" algn="l" defTabSz="912276" rtl="0" eaLnBrk="1" fontAlgn="base" latinLnBrk="0" hangingPunct="1">
              <a:lnSpc>
                <a:spcPts val="1733"/>
              </a:lnSpc>
              <a:spcBef>
                <a:spcPts val="0"/>
              </a:spcBef>
              <a:spcAft>
                <a:spcPts val="800"/>
              </a:spcAft>
              <a:buClr>
                <a:schemeClr val="tx2"/>
              </a:buClr>
              <a:buSzPct val="90000"/>
              <a:buFont typeface="Arial" panose="020B0604020202020204" pitchFamily="34" charset="0"/>
              <a:buNone/>
              <a:tabLst/>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labore et dolore. 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et dolore.</a:t>
            </a:r>
          </a:p>
          <a:p>
            <a:pPr lvl="0"/>
            <a:endParaRPr lang="en-GB" dirty="0"/>
          </a:p>
        </p:txBody>
      </p:sp>
      <p:sp>
        <p:nvSpPr>
          <p:cNvPr id="24" name="Text Placeholder 2">
            <a:extLst>
              <a:ext uri="{FF2B5EF4-FFF2-40B4-BE49-F238E27FC236}">
                <a16:creationId xmlns:a16="http://schemas.microsoft.com/office/drawing/2014/main" id="{32FC023A-9146-A042-BD74-7CC8EF53A068}"/>
              </a:ext>
            </a:extLst>
          </p:cNvPr>
          <p:cNvSpPr>
            <a:spLocks noGrp="1"/>
          </p:cNvSpPr>
          <p:nvPr>
            <p:ph type="body" sz="quarter" idx="30" hasCustomPrompt="1"/>
          </p:nvPr>
        </p:nvSpPr>
        <p:spPr>
          <a:xfrm>
            <a:off x="8102968" y="3675743"/>
            <a:ext cx="3489235" cy="1078213"/>
          </a:xfrm>
          <a:prstGeom prst="rect">
            <a:avLst/>
          </a:prstGeom>
        </p:spPr>
        <p:txBody>
          <a:bodyPr lIns="0" tIns="0" rIns="0" bIns="0"/>
          <a:lstStyle>
            <a:lvl1pPr marL="0" marR="0" indent="0" algn="l" defTabSz="912276" rtl="0" eaLnBrk="1" fontAlgn="base" latinLnBrk="0" hangingPunct="1">
              <a:lnSpc>
                <a:spcPts val="1733"/>
              </a:lnSpc>
              <a:spcBef>
                <a:spcPts val="0"/>
              </a:spcBef>
              <a:spcAft>
                <a:spcPts val="800"/>
              </a:spcAft>
              <a:buClr>
                <a:schemeClr val="tx2"/>
              </a:buClr>
              <a:buSzPct val="90000"/>
              <a:buFont typeface="Arial" panose="020B0604020202020204" pitchFamily="34" charset="0"/>
              <a:buNone/>
              <a:tabLst/>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labore et dolore. 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et dolore.</a:t>
            </a:r>
          </a:p>
          <a:p>
            <a:pPr lvl="0"/>
            <a:endParaRPr lang="en-GB" dirty="0"/>
          </a:p>
        </p:txBody>
      </p:sp>
      <p:sp>
        <p:nvSpPr>
          <p:cNvPr id="13" name="Text Placeholder 2">
            <a:extLst>
              <a:ext uri="{FF2B5EF4-FFF2-40B4-BE49-F238E27FC236}">
                <a16:creationId xmlns:a16="http://schemas.microsoft.com/office/drawing/2014/main" id="{3B88B2C6-7B71-2E10-C2D7-2073ED166CFF}"/>
              </a:ext>
            </a:extLst>
          </p:cNvPr>
          <p:cNvSpPr>
            <a:spLocks noGrp="1"/>
          </p:cNvSpPr>
          <p:nvPr>
            <p:ph type="body" sz="quarter" idx="14" hasCustomPrompt="1"/>
          </p:nvPr>
        </p:nvSpPr>
        <p:spPr>
          <a:xfrm>
            <a:off x="625928" y="431801"/>
            <a:ext cx="3489235" cy="304800"/>
          </a:xfrm>
          <a:prstGeom prst="rect">
            <a:avLst/>
          </a:prstGeom>
        </p:spPr>
        <p:txBody>
          <a:bodyPr lIns="0" tIns="0" rIns="0" bIns="0"/>
          <a:lstStyle>
            <a:lvl1pPr marL="0" indent="0">
              <a:spcBef>
                <a:spcPts val="0"/>
              </a:spcBef>
              <a:buFont typeface="Arial" panose="020B0604020202020204" pitchFamily="34" charset="0"/>
              <a:buNone/>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Section title</a:t>
            </a:r>
          </a:p>
        </p:txBody>
      </p:sp>
    </p:spTree>
    <p:extLst>
      <p:ext uri="{BB962C8B-B14F-4D97-AF65-F5344CB8AC3E}">
        <p14:creationId xmlns:p14="http://schemas.microsoft.com/office/powerpoint/2010/main" val="83652975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Sky Text Three Column Icons">
    <p:bg>
      <p:bgPr>
        <a:solidFill>
          <a:schemeClr val="accent1"/>
        </a:solidFill>
        <a:effectLst/>
      </p:bgPr>
    </p:bg>
    <p:spTree>
      <p:nvGrpSpPr>
        <p:cNvPr id="1" name=""/>
        <p:cNvGrpSpPr/>
        <p:nvPr/>
      </p:nvGrpSpPr>
      <p:grpSpPr>
        <a:xfrm>
          <a:off x="0" y="0"/>
          <a:ext cx="0" cy="0"/>
          <a:chOff x="0" y="0"/>
          <a:chExt cx="0" cy="0"/>
        </a:xfrm>
      </p:grpSpPr>
      <p:sp>
        <p:nvSpPr>
          <p:cNvPr id="17" name="Text Placeholder 6">
            <a:extLst>
              <a:ext uri="{FF2B5EF4-FFF2-40B4-BE49-F238E27FC236}">
                <a16:creationId xmlns:a16="http://schemas.microsoft.com/office/drawing/2014/main" id="{96CA1346-1D62-4F41-BA11-B3EEBA6B5192}"/>
              </a:ext>
            </a:extLst>
          </p:cNvPr>
          <p:cNvSpPr>
            <a:spLocks noGrp="1"/>
          </p:cNvSpPr>
          <p:nvPr>
            <p:ph type="body" sz="quarter" idx="20" hasCustomPrompt="1"/>
          </p:nvPr>
        </p:nvSpPr>
        <p:spPr>
          <a:xfrm>
            <a:off x="4340226" y="2946254"/>
            <a:ext cx="3511549" cy="482748"/>
          </a:xfrm>
          <a:prstGeom prst="rect">
            <a:avLst/>
          </a:prstGeom>
        </p:spPr>
        <p:txBody>
          <a:bodyPr lIns="0" tIns="0" rIns="0" bIns="0" anchor="b" anchorCtr="0"/>
          <a:lstStyle>
            <a:lvl1pPr marL="0" indent="0">
              <a:lnSpc>
                <a:spcPct val="100000"/>
              </a:lnSpc>
              <a:spcBef>
                <a:spcPts val="0"/>
              </a:spcBef>
              <a:buNone/>
              <a:defRPr sz="3200" b="0" i="0">
                <a:solidFill>
                  <a:schemeClr val="bg1"/>
                </a:solidFill>
                <a:latin typeface="CiscoSansTT ExtraLight" panose="020B0303020201020303" pitchFamily="34" charset="0"/>
                <a:cs typeface="CiscoSansTT ExtraLight" panose="020B0303020201020303" pitchFamily="34" charset="0"/>
              </a:defRPr>
            </a:lvl1pPr>
          </a:lstStyle>
          <a:p>
            <a:r>
              <a:rPr lang="en-GB" dirty="0"/>
              <a:t>Heading</a:t>
            </a:r>
          </a:p>
        </p:txBody>
      </p:sp>
      <p:sp>
        <p:nvSpPr>
          <p:cNvPr id="18" name="Text Placeholder 6">
            <a:extLst>
              <a:ext uri="{FF2B5EF4-FFF2-40B4-BE49-F238E27FC236}">
                <a16:creationId xmlns:a16="http://schemas.microsoft.com/office/drawing/2014/main" id="{53E5B521-5917-164E-BF18-105160A01CA5}"/>
              </a:ext>
            </a:extLst>
          </p:cNvPr>
          <p:cNvSpPr>
            <a:spLocks noGrp="1"/>
          </p:cNvSpPr>
          <p:nvPr>
            <p:ph type="body" sz="quarter" idx="22" hasCustomPrompt="1"/>
          </p:nvPr>
        </p:nvSpPr>
        <p:spPr>
          <a:xfrm>
            <a:off x="8076847" y="2946254"/>
            <a:ext cx="3511549" cy="482748"/>
          </a:xfrm>
          <a:prstGeom prst="rect">
            <a:avLst/>
          </a:prstGeom>
        </p:spPr>
        <p:txBody>
          <a:bodyPr lIns="0" tIns="0" rIns="0" bIns="0" anchor="b" anchorCtr="0"/>
          <a:lstStyle>
            <a:lvl1pPr marL="0" indent="0">
              <a:lnSpc>
                <a:spcPct val="100000"/>
              </a:lnSpc>
              <a:spcBef>
                <a:spcPts val="0"/>
              </a:spcBef>
              <a:buNone/>
              <a:defRPr sz="3200" b="0" i="0">
                <a:solidFill>
                  <a:schemeClr val="bg1"/>
                </a:solidFill>
                <a:latin typeface="CiscoSansTT ExtraLight" panose="020B0303020201020303" pitchFamily="34" charset="0"/>
                <a:cs typeface="CiscoSansTT ExtraLight" panose="020B0303020201020303" pitchFamily="34" charset="0"/>
              </a:defRPr>
            </a:lvl1pPr>
          </a:lstStyle>
          <a:p>
            <a:r>
              <a:rPr lang="en-GB" dirty="0"/>
              <a:t>Heading</a:t>
            </a:r>
          </a:p>
        </p:txBody>
      </p:sp>
      <p:sp>
        <p:nvSpPr>
          <p:cNvPr id="19" name="Text Placeholder 6">
            <a:extLst>
              <a:ext uri="{FF2B5EF4-FFF2-40B4-BE49-F238E27FC236}">
                <a16:creationId xmlns:a16="http://schemas.microsoft.com/office/drawing/2014/main" id="{0721738F-FD2D-4146-A62E-4ECD6E8AF6FC}"/>
              </a:ext>
            </a:extLst>
          </p:cNvPr>
          <p:cNvSpPr>
            <a:spLocks noGrp="1"/>
          </p:cNvSpPr>
          <p:nvPr>
            <p:ph type="body" sz="quarter" idx="23" hasCustomPrompt="1"/>
          </p:nvPr>
        </p:nvSpPr>
        <p:spPr>
          <a:xfrm>
            <a:off x="622771" y="2946254"/>
            <a:ext cx="3511549" cy="482748"/>
          </a:xfrm>
          <a:prstGeom prst="rect">
            <a:avLst/>
          </a:prstGeom>
        </p:spPr>
        <p:txBody>
          <a:bodyPr lIns="0" tIns="0" rIns="0" bIns="0" anchor="b" anchorCtr="0"/>
          <a:lstStyle>
            <a:lvl1pPr marL="0" indent="0">
              <a:lnSpc>
                <a:spcPct val="100000"/>
              </a:lnSpc>
              <a:spcBef>
                <a:spcPts val="0"/>
              </a:spcBef>
              <a:buNone/>
              <a:defRPr sz="3200" b="0" i="0">
                <a:solidFill>
                  <a:schemeClr val="bg1"/>
                </a:solidFill>
                <a:latin typeface="CiscoSansTT ExtraLight" panose="020B0303020201020303" pitchFamily="34" charset="0"/>
                <a:cs typeface="CiscoSansTT ExtraLight" panose="020B0303020201020303" pitchFamily="34" charset="0"/>
              </a:defRPr>
            </a:lvl1pPr>
          </a:lstStyle>
          <a:p>
            <a:r>
              <a:rPr lang="en-GB" dirty="0"/>
              <a:t>Heading</a:t>
            </a:r>
          </a:p>
        </p:txBody>
      </p:sp>
      <p:sp>
        <p:nvSpPr>
          <p:cNvPr id="20" name="Picture Placeholder 2">
            <a:extLst>
              <a:ext uri="{FF2B5EF4-FFF2-40B4-BE49-F238E27FC236}">
                <a16:creationId xmlns:a16="http://schemas.microsoft.com/office/drawing/2014/main" id="{8143D29F-44CB-0E44-8852-5377E5E8F518}"/>
              </a:ext>
            </a:extLst>
          </p:cNvPr>
          <p:cNvSpPr>
            <a:spLocks noGrp="1"/>
          </p:cNvSpPr>
          <p:nvPr>
            <p:ph type="pic" sz="quarter" idx="10" hasCustomPrompt="1"/>
          </p:nvPr>
        </p:nvSpPr>
        <p:spPr>
          <a:xfrm>
            <a:off x="4359394" y="1607671"/>
            <a:ext cx="1024772" cy="957729"/>
          </a:xfrm>
          <a:prstGeom prst="rect">
            <a:avLst/>
          </a:prstGeom>
          <a:noFill/>
        </p:spPr>
        <p:txBody>
          <a:bodyPr vert="horz" lIns="91420" tIns="45710" rIns="91420" bIns="45710" anchor="ctr"/>
          <a:lstStyle>
            <a:lvl1pPr marL="0" indent="0" algn="ctr">
              <a:buNone/>
              <a:defRPr sz="1333" b="0" i="0" baseline="0">
                <a:solidFill>
                  <a:schemeClr val="bg1"/>
                </a:solidFill>
                <a:latin typeface="CiscoSansTT ExtraLight" panose="020B0303020201020303" pitchFamily="34" charset="0"/>
                <a:cs typeface="CiscoSans ExtraLight"/>
              </a:defRPr>
            </a:lvl1pPr>
          </a:lstStyle>
          <a:p>
            <a:pPr lvl="0"/>
            <a:r>
              <a:rPr lang="en-US" noProof="0" dirty="0"/>
              <a:t>Click to add marketing icon</a:t>
            </a:r>
          </a:p>
        </p:txBody>
      </p:sp>
      <p:sp>
        <p:nvSpPr>
          <p:cNvPr id="21" name="Picture Placeholder 2">
            <a:extLst>
              <a:ext uri="{FF2B5EF4-FFF2-40B4-BE49-F238E27FC236}">
                <a16:creationId xmlns:a16="http://schemas.microsoft.com/office/drawing/2014/main" id="{E02DD01B-53E6-C542-A933-2D42DD0D2C62}"/>
              </a:ext>
            </a:extLst>
          </p:cNvPr>
          <p:cNvSpPr>
            <a:spLocks noGrp="1"/>
          </p:cNvSpPr>
          <p:nvPr>
            <p:ph type="pic" sz="quarter" idx="24" hasCustomPrompt="1"/>
          </p:nvPr>
        </p:nvSpPr>
        <p:spPr>
          <a:xfrm>
            <a:off x="632127" y="1607671"/>
            <a:ext cx="1024772" cy="957729"/>
          </a:xfrm>
          <a:prstGeom prst="rect">
            <a:avLst/>
          </a:prstGeom>
          <a:noFill/>
        </p:spPr>
        <p:txBody>
          <a:bodyPr vert="horz" lIns="91420" tIns="45710" rIns="91420" bIns="45710" anchor="ctr"/>
          <a:lstStyle>
            <a:lvl1pPr marL="0" indent="0" algn="ctr">
              <a:buNone/>
              <a:defRPr sz="1333" b="0" i="0" baseline="0">
                <a:solidFill>
                  <a:schemeClr val="bg1"/>
                </a:solidFill>
                <a:latin typeface="CiscoSansTT ExtraLight" panose="020B0303020201020303" pitchFamily="34" charset="0"/>
                <a:cs typeface="CiscoSans ExtraLight"/>
              </a:defRPr>
            </a:lvl1pPr>
          </a:lstStyle>
          <a:p>
            <a:pPr lvl="0"/>
            <a:r>
              <a:rPr lang="en-US" noProof="0" dirty="0"/>
              <a:t>Click to add marketing icon</a:t>
            </a:r>
          </a:p>
        </p:txBody>
      </p:sp>
      <p:sp>
        <p:nvSpPr>
          <p:cNvPr id="22" name="Picture Placeholder 2">
            <a:extLst>
              <a:ext uri="{FF2B5EF4-FFF2-40B4-BE49-F238E27FC236}">
                <a16:creationId xmlns:a16="http://schemas.microsoft.com/office/drawing/2014/main" id="{EE6224FA-C881-7942-88CA-85C557540C4C}"/>
              </a:ext>
            </a:extLst>
          </p:cNvPr>
          <p:cNvSpPr>
            <a:spLocks noGrp="1"/>
          </p:cNvSpPr>
          <p:nvPr>
            <p:ph type="pic" sz="quarter" idx="25" hasCustomPrompt="1"/>
          </p:nvPr>
        </p:nvSpPr>
        <p:spPr>
          <a:xfrm>
            <a:off x="8086661" y="1607671"/>
            <a:ext cx="1024772" cy="957729"/>
          </a:xfrm>
          <a:prstGeom prst="rect">
            <a:avLst/>
          </a:prstGeom>
          <a:noFill/>
        </p:spPr>
        <p:txBody>
          <a:bodyPr vert="horz" lIns="91420" tIns="45710" rIns="91420" bIns="45710" anchor="ctr"/>
          <a:lstStyle>
            <a:lvl1pPr marL="0" indent="0" algn="ctr">
              <a:buNone/>
              <a:defRPr sz="1333" b="0" i="0" baseline="0">
                <a:solidFill>
                  <a:schemeClr val="bg1"/>
                </a:solidFill>
                <a:latin typeface="CiscoSansTT ExtraLight" panose="020B0303020201020303" pitchFamily="34" charset="0"/>
                <a:cs typeface="CiscoSans ExtraLight"/>
              </a:defRPr>
            </a:lvl1pPr>
          </a:lstStyle>
          <a:p>
            <a:pPr lvl="0"/>
            <a:r>
              <a:rPr lang="en-US" noProof="0" dirty="0"/>
              <a:t>Click to add marketing icon</a:t>
            </a:r>
          </a:p>
        </p:txBody>
      </p:sp>
      <p:sp>
        <p:nvSpPr>
          <p:cNvPr id="16" name="Text Placeholder 2">
            <a:extLst>
              <a:ext uri="{FF2B5EF4-FFF2-40B4-BE49-F238E27FC236}">
                <a16:creationId xmlns:a16="http://schemas.microsoft.com/office/drawing/2014/main" id="{17EBF19C-49E3-D24F-8832-1A12184F6688}"/>
              </a:ext>
            </a:extLst>
          </p:cNvPr>
          <p:cNvSpPr>
            <a:spLocks noGrp="1"/>
          </p:cNvSpPr>
          <p:nvPr>
            <p:ph type="body" sz="quarter" idx="15" hasCustomPrompt="1"/>
          </p:nvPr>
        </p:nvSpPr>
        <p:spPr>
          <a:xfrm>
            <a:off x="632125" y="3675743"/>
            <a:ext cx="3489235" cy="1078213"/>
          </a:xfrm>
          <a:prstGeom prst="rect">
            <a:avLst/>
          </a:prstGeom>
        </p:spPr>
        <p:txBody>
          <a:bodyPr lIns="0" tIns="0" rIns="0" bIns="0"/>
          <a:lstStyle>
            <a:lvl1pPr marL="0" marR="0" indent="0" algn="l" defTabSz="912276" rtl="0" eaLnBrk="1" fontAlgn="base" latinLnBrk="0" hangingPunct="1">
              <a:lnSpc>
                <a:spcPts val="1733"/>
              </a:lnSpc>
              <a:spcBef>
                <a:spcPts val="0"/>
              </a:spcBef>
              <a:spcAft>
                <a:spcPts val="800"/>
              </a:spcAft>
              <a:buClr>
                <a:schemeClr val="tx2"/>
              </a:buClr>
              <a:buSzPct val="90000"/>
              <a:buFont typeface="Arial" panose="020B0604020202020204" pitchFamily="34" charset="0"/>
              <a:buNone/>
              <a:tabLst/>
              <a:defRPr sz="1300" b="0" i="0" baseline="0">
                <a:solidFill>
                  <a:schemeClr val="bg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labore et dolore. 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et dolore.</a:t>
            </a:r>
          </a:p>
          <a:p>
            <a:pPr lvl="0"/>
            <a:endParaRPr lang="en-GB" dirty="0"/>
          </a:p>
        </p:txBody>
      </p:sp>
      <p:sp>
        <p:nvSpPr>
          <p:cNvPr id="23" name="Text Placeholder 2">
            <a:extLst>
              <a:ext uri="{FF2B5EF4-FFF2-40B4-BE49-F238E27FC236}">
                <a16:creationId xmlns:a16="http://schemas.microsoft.com/office/drawing/2014/main" id="{A1125D49-7617-524D-93FF-568220A243A4}"/>
              </a:ext>
            </a:extLst>
          </p:cNvPr>
          <p:cNvSpPr>
            <a:spLocks noGrp="1"/>
          </p:cNvSpPr>
          <p:nvPr>
            <p:ph type="body" sz="quarter" idx="29" hasCustomPrompt="1"/>
          </p:nvPr>
        </p:nvSpPr>
        <p:spPr>
          <a:xfrm>
            <a:off x="4350253" y="3675743"/>
            <a:ext cx="3489235" cy="1078213"/>
          </a:xfrm>
          <a:prstGeom prst="rect">
            <a:avLst/>
          </a:prstGeom>
        </p:spPr>
        <p:txBody>
          <a:bodyPr lIns="0" tIns="0" rIns="0" bIns="0"/>
          <a:lstStyle>
            <a:lvl1pPr marL="0" marR="0" indent="0" algn="l" defTabSz="912276" rtl="0" eaLnBrk="1" fontAlgn="base" latinLnBrk="0" hangingPunct="1">
              <a:lnSpc>
                <a:spcPts val="1733"/>
              </a:lnSpc>
              <a:spcBef>
                <a:spcPts val="0"/>
              </a:spcBef>
              <a:spcAft>
                <a:spcPts val="800"/>
              </a:spcAft>
              <a:buClr>
                <a:schemeClr val="tx2"/>
              </a:buClr>
              <a:buSzPct val="90000"/>
              <a:buFont typeface="Arial" panose="020B0604020202020204" pitchFamily="34" charset="0"/>
              <a:buNone/>
              <a:tabLst/>
              <a:defRPr sz="1300" b="0" i="0" baseline="0">
                <a:solidFill>
                  <a:schemeClr val="bg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labore et dolore. 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et dolore.</a:t>
            </a:r>
          </a:p>
          <a:p>
            <a:pPr lvl="0"/>
            <a:endParaRPr lang="en-GB" dirty="0"/>
          </a:p>
        </p:txBody>
      </p:sp>
      <p:sp>
        <p:nvSpPr>
          <p:cNvPr id="24" name="Text Placeholder 2">
            <a:extLst>
              <a:ext uri="{FF2B5EF4-FFF2-40B4-BE49-F238E27FC236}">
                <a16:creationId xmlns:a16="http://schemas.microsoft.com/office/drawing/2014/main" id="{32FC023A-9146-A042-BD74-7CC8EF53A068}"/>
              </a:ext>
            </a:extLst>
          </p:cNvPr>
          <p:cNvSpPr>
            <a:spLocks noGrp="1"/>
          </p:cNvSpPr>
          <p:nvPr>
            <p:ph type="body" sz="quarter" idx="30" hasCustomPrompt="1"/>
          </p:nvPr>
        </p:nvSpPr>
        <p:spPr>
          <a:xfrm>
            <a:off x="8102968" y="3675743"/>
            <a:ext cx="3489235" cy="1078213"/>
          </a:xfrm>
          <a:prstGeom prst="rect">
            <a:avLst/>
          </a:prstGeom>
        </p:spPr>
        <p:txBody>
          <a:bodyPr lIns="0" tIns="0" rIns="0" bIns="0"/>
          <a:lstStyle>
            <a:lvl1pPr marL="0" marR="0" indent="0" algn="l" defTabSz="912276" rtl="0" eaLnBrk="1" fontAlgn="base" latinLnBrk="0" hangingPunct="1">
              <a:lnSpc>
                <a:spcPts val="1733"/>
              </a:lnSpc>
              <a:spcBef>
                <a:spcPts val="0"/>
              </a:spcBef>
              <a:spcAft>
                <a:spcPts val="800"/>
              </a:spcAft>
              <a:buClr>
                <a:schemeClr val="tx2"/>
              </a:buClr>
              <a:buSzPct val="90000"/>
              <a:buFont typeface="Arial" panose="020B0604020202020204" pitchFamily="34" charset="0"/>
              <a:buNone/>
              <a:tabLst/>
              <a:defRPr sz="1300" b="0" i="0" baseline="0">
                <a:solidFill>
                  <a:schemeClr val="bg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labore et dolore. 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et dolore.</a:t>
            </a:r>
          </a:p>
          <a:p>
            <a:pPr lvl="0"/>
            <a:endParaRPr lang="en-GB" dirty="0"/>
          </a:p>
        </p:txBody>
      </p:sp>
      <p:sp>
        <p:nvSpPr>
          <p:cNvPr id="13" name="Text Placeholder 2">
            <a:extLst>
              <a:ext uri="{FF2B5EF4-FFF2-40B4-BE49-F238E27FC236}">
                <a16:creationId xmlns:a16="http://schemas.microsoft.com/office/drawing/2014/main" id="{3B88B2C6-7B71-2E10-C2D7-2073ED166CFF}"/>
              </a:ext>
            </a:extLst>
          </p:cNvPr>
          <p:cNvSpPr>
            <a:spLocks noGrp="1"/>
          </p:cNvSpPr>
          <p:nvPr>
            <p:ph type="body" sz="quarter" idx="14" hasCustomPrompt="1"/>
          </p:nvPr>
        </p:nvSpPr>
        <p:spPr>
          <a:xfrm>
            <a:off x="625928" y="431801"/>
            <a:ext cx="3489235" cy="304800"/>
          </a:xfrm>
          <a:prstGeom prst="rect">
            <a:avLst/>
          </a:prstGeom>
        </p:spPr>
        <p:txBody>
          <a:bodyPr lIns="0" tIns="0" rIns="0" bIns="0"/>
          <a:lstStyle>
            <a:lvl1pPr marL="0" indent="0">
              <a:spcBef>
                <a:spcPts val="0"/>
              </a:spcBef>
              <a:buFont typeface="Arial" panose="020B0604020202020204" pitchFamily="34" charset="0"/>
              <a:buNone/>
              <a:defRPr sz="1300" b="0" i="0" baseline="0">
                <a:solidFill>
                  <a:schemeClr val="bg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Section title</a:t>
            </a:r>
          </a:p>
        </p:txBody>
      </p:sp>
    </p:spTree>
    <p:extLst>
      <p:ext uri="{BB962C8B-B14F-4D97-AF65-F5344CB8AC3E}">
        <p14:creationId xmlns:p14="http://schemas.microsoft.com/office/powerpoint/2010/main" val="27473108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Heading and title">
    <p:bg>
      <p:bgPr>
        <a:solidFill>
          <a:schemeClr val="bg2"/>
        </a:solidFill>
        <a:effectLst/>
      </p:bgPr>
    </p:bg>
    <p:spTree>
      <p:nvGrpSpPr>
        <p:cNvPr id="1" name=""/>
        <p:cNvGrpSpPr/>
        <p:nvPr/>
      </p:nvGrpSpPr>
      <p:grpSpPr>
        <a:xfrm>
          <a:off x="0" y="0"/>
          <a:ext cx="0" cy="0"/>
          <a:chOff x="0" y="0"/>
          <a:chExt cx="0" cy="0"/>
        </a:xfrm>
      </p:grpSpPr>
      <p:sp>
        <p:nvSpPr>
          <p:cNvPr id="7" name="Text Placeholder 2">
            <a:extLst>
              <a:ext uri="{FF2B5EF4-FFF2-40B4-BE49-F238E27FC236}">
                <a16:creationId xmlns:a16="http://schemas.microsoft.com/office/drawing/2014/main" id="{0C30067D-BDB2-4ED3-9FF2-9A7F7110FF90}"/>
              </a:ext>
            </a:extLst>
          </p:cNvPr>
          <p:cNvSpPr>
            <a:spLocks noGrp="1"/>
          </p:cNvSpPr>
          <p:nvPr>
            <p:ph type="body" sz="quarter" idx="14" hasCustomPrompt="1"/>
          </p:nvPr>
        </p:nvSpPr>
        <p:spPr>
          <a:xfrm>
            <a:off x="625928" y="431801"/>
            <a:ext cx="3489235" cy="304800"/>
          </a:xfrm>
          <a:prstGeom prst="rect">
            <a:avLst/>
          </a:prstGeom>
        </p:spPr>
        <p:txBody>
          <a:bodyPr lIns="0" tIns="0" rIns="0" bIns="0"/>
          <a:lstStyle>
            <a:lvl1pPr marL="0" indent="0">
              <a:spcBef>
                <a:spcPts val="0"/>
              </a:spcBef>
              <a:buFont typeface="Arial" panose="020B0604020202020204" pitchFamily="34" charset="0"/>
              <a:buNone/>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Section title</a:t>
            </a:r>
          </a:p>
        </p:txBody>
      </p:sp>
      <p:sp>
        <p:nvSpPr>
          <p:cNvPr id="8" name="Text Placeholder 6">
            <a:extLst>
              <a:ext uri="{FF2B5EF4-FFF2-40B4-BE49-F238E27FC236}">
                <a16:creationId xmlns:a16="http://schemas.microsoft.com/office/drawing/2014/main" id="{1878F7B9-C122-B8FB-05FB-508A64772A99}"/>
              </a:ext>
            </a:extLst>
          </p:cNvPr>
          <p:cNvSpPr>
            <a:spLocks noGrp="1"/>
          </p:cNvSpPr>
          <p:nvPr>
            <p:ph type="body" sz="quarter" idx="23" hasCustomPrompt="1"/>
          </p:nvPr>
        </p:nvSpPr>
        <p:spPr>
          <a:xfrm>
            <a:off x="625928" y="739630"/>
            <a:ext cx="7460073" cy="482748"/>
          </a:xfrm>
          <a:prstGeom prst="rect">
            <a:avLst/>
          </a:prstGeom>
        </p:spPr>
        <p:txBody>
          <a:bodyPr lIns="0" tIns="0" rIns="0" bIns="0" anchor="t" anchorCtr="0"/>
          <a:lstStyle>
            <a:lvl1pPr marL="0" indent="0">
              <a:lnSpc>
                <a:spcPct val="100000"/>
              </a:lnSpc>
              <a:spcBef>
                <a:spcPts val="0"/>
              </a:spcBef>
              <a:buNone/>
              <a:defRPr sz="3200" b="0" i="0">
                <a:solidFill>
                  <a:schemeClr val="bg1"/>
                </a:solidFill>
                <a:latin typeface="CiscoSansTT ExtraLight" panose="020B0303020201020303" pitchFamily="34" charset="0"/>
                <a:cs typeface="CiscoSansTT ExtraLight" panose="020B0303020201020303" pitchFamily="34" charset="0"/>
              </a:defRPr>
            </a:lvl1pPr>
          </a:lstStyle>
          <a:p>
            <a:r>
              <a:rPr lang="en-GB" dirty="0"/>
              <a:t>Heading goes here</a:t>
            </a:r>
          </a:p>
        </p:txBody>
      </p:sp>
    </p:spTree>
    <p:extLst>
      <p:ext uri="{BB962C8B-B14F-4D97-AF65-F5344CB8AC3E}">
        <p14:creationId xmlns:p14="http://schemas.microsoft.com/office/powerpoint/2010/main" val="281937464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Bullet List">
    <p:spTree>
      <p:nvGrpSpPr>
        <p:cNvPr id="1" name=""/>
        <p:cNvGrpSpPr/>
        <p:nvPr/>
      </p:nvGrpSpPr>
      <p:grpSpPr>
        <a:xfrm>
          <a:off x="0" y="0"/>
          <a:ext cx="0" cy="0"/>
          <a:chOff x="0" y="0"/>
          <a:chExt cx="0" cy="0"/>
        </a:xfrm>
      </p:grpSpPr>
      <p:sp>
        <p:nvSpPr>
          <p:cNvPr id="9" name="Text Placeholder 3">
            <a:extLst>
              <a:ext uri="{FF2B5EF4-FFF2-40B4-BE49-F238E27FC236}">
                <a16:creationId xmlns:a16="http://schemas.microsoft.com/office/drawing/2014/main" id="{7E84602F-A2F5-0AB3-EDDA-2F6FBCDFA885}"/>
              </a:ext>
            </a:extLst>
          </p:cNvPr>
          <p:cNvSpPr>
            <a:spLocks noGrp="1"/>
          </p:cNvSpPr>
          <p:nvPr>
            <p:ph type="body" sz="quarter" idx="10" hasCustomPrompt="1"/>
          </p:nvPr>
        </p:nvSpPr>
        <p:spPr>
          <a:xfrm>
            <a:off x="632818" y="1602317"/>
            <a:ext cx="11088236" cy="4519083"/>
          </a:xfrm>
          <a:prstGeom prst="rect">
            <a:avLst/>
          </a:prstGeom>
        </p:spPr>
        <p:txBody>
          <a:bodyPr lIns="91420" tIns="45710" rIns="91420" bIns="45710">
            <a:noAutofit/>
          </a:bodyPr>
          <a:lstStyle>
            <a:lvl1pPr marL="304798" indent="-228598">
              <a:lnSpc>
                <a:spcPct val="95000"/>
              </a:lnSpc>
              <a:spcBef>
                <a:spcPts val="1480"/>
              </a:spcBef>
              <a:buClr>
                <a:schemeClr val="bg1"/>
              </a:buClr>
              <a:buSzPct val="80000"/>
              <a:buFont typeface="Arial"/>
              <a:buChar char="•"/>
              <a:defRPr sz="2400" b="0" i="0">
                <a:solidFill>
                  <a:schemeClr val="tx1"/>
                </a:solidFill>
                <a:latin typeface="+mn-lt"/>
                <a:ea typeface="CiscoSansTT Thin" charset="0"/>
                <a:cs typeface="CiscoSansTT Thin" charset="0"/>
              </a:defRPr>
            </a:lvl1pPr>
            <a:lvl2pPr marL="609595" indent="-220132">
              <a:lnSpc>
                <a:spcPct val="95000"/>
              </a:lnSpc>
              <a:spcBef>
                <a:spcPts val="600"/>
              </a:spcBef>
              <a:buClr>
                <a:schemeClr val="bg1"/>
              </a:buClr>
              <a:buSzPct val="80000"/>
              <a:buFont typeface="Arial"/>
              <a:buChar char="•"/>
              <a:defRPr sz="1867" b="0" i="0">
                <a:solidFill>
                  <a:schemeClr val="tx1"/>
                </a:solidFill>
                <a:latin typeface="+mn-lt"/>
                <a:ea typeface="CiscoSansTT Thin" charset="0"/>
                <a:cs typeface="CiscoSansTT Thin" charset="0"/>
              </a:defRPr>
            </a:lvl2pPr>
            <a:lvl3pPr marL="914392" indent="-146050">
              <a:buClr>
                <a:schemeClr val="bg1"/>
              </a:buClr>
              <a:buSzPct val="80000"/>
              <a:buFont typeface="Arial"/>
              <a:buChar char="•"/>
              <a:defRPr sz="1600" b="0" i="0">
                <a:solidFill>
                  <a:schemeClr val="tx1"/>
                </a:solidFill>
                <a:latin typeface="CiscoSansTT" panose="020B0503020201020303" pitchFamily="34" charset="0"/>
                <a:ea typeface="CiscoSansTT" panose="020B0503020201020303" pitchFamily="34" charset="0"/>
                <a:cs typeface="CiscoSansTT" panose="020B0503020201020303" pitchFamily="34" charset="0"/>
              </a:defRPr>
            </a:lvl3pPr>
            <a:lvl4pPr marL="1214703" indent="-228552">
              <a:buClr>
                <a:schemeClr val="bg1"/>
              </a:buClr>
              <a:buSzPct val="80000"/>
              <a:buFont typeface="Arial"/>
              <a:buChar char="•"/>
              <a:defRPr sz="1333" b="0" i="0">
                <a:solidFill>
                  <a:schemeClr val="tx1"/>
                </a:solidFill>
                <a:latin typeface="CiscoSansTT Medium" panose="020B0503020201020303" pitchFamily="34" charset="0"/>
                <a:ea typeface="CiscoSansTT Medium" panose="020B0503020201020303" pitchFamily="34" charset="0"/>
                <a:cs typeface="CiscoSansTT Medium" panose="020B0503020201020303" pitchFamily="34" charset="0"/>
              </a:defRPr>
            </a:lvl4pPr>
            <a:lvl5pPr marL="1443255" indent="-224318">
              <a:buClr>
                <a:schemeClr val="bg2"/>
              </a:buClr>
              <a:buSzPct val="80000"/>
              <a:buFont typeface="Arial"/>
              <a:buChar char="•"/>
              <a:defRPr sz="1333" b="0" i="0">
                <a:solidFill>
                  <a:schemeClr val="bg2"/>
                </a:solidFill>
                <a:latin typeface="+mn-lt"/>
                <a:ea typeface="CiscoSansTT Thin" charset="0"/>
                <a:cs typeface="CiscoSansTT Thin" charset="0"/>
              </a:defRPr>
            </a:lvl5pPr>
          </a:lstStyle>
          <a:p>
            <a:pPr lvl="0"/>
            <a:r>
              <a:rPr lang="en-GB" dirty="0"/>
              <a:t>First level</a:t>
            </a:r>
          </a:p>
          <a:p>
            <a:pPr lvl="1"/>
            <a:r>
              <a:rPr lang="en-GB" dirty="0"/>
              <a:t>Second level</a:t>
            </a:r>
          </a:p>
          <a:p>
            <a:pPr lvl="2"/>
            <a:r>
              <a:rPr lang="en-GB" dirty="0"/>
              <a:t>Third level</a:t>
            </a:r>
          </a:p>
          <a:p>
            <a:pPr lvl="3"/>
            <a:r>
              <a:rPr lang="en-GB" dirty="0"/>
              <a:t>Fourth level</a:t>
            </a:r>
          </a:p>
        </p:txBody>
      </p:sp>
      <p:sp>
        <p:nvSpPr>
          <p:cNvPr id="8" name="Text Placeholder 2">
            <a:extLst>
              <a:ext uri="{FF2B5EF4-FFF2-40B4-BE49-F238E27FC236}">
                <a16:creationId xmlns:a16="http://schemas.microsoft.com/office/drawing/2014/main" id="{59A4C47A-6966-3B09-BD1C-38665845F9B1}"/>
              </a:ext>
            </a:extLst>
          </p:cNvPr>
          <p:cNvSpPr>
            <a:spLocks noGrp="1"/>
          </p:cNvSpPr>
          <p:nvPr>
            <p:ph type="body" sz="quarter" idx="14" hasCustomPrompt="1"/>
          </p:nvPr>
        </p:nvSpPr>
        <p:spPr>
          <a:xfrm>
            <a:off x="625928" y="431801"/>
            <a:ext cx="3489235" cy="304800"/>
          </a:xfrm>
          <a:prstGeom prst="rect">
            <a:avLst/>
          </a:prstGeom>
        </p:spPr>
        <p:txBody>
          <a:bodyPr lIns="0" tIns="0" rIns="0" bIns="0"/>
          <a:lstStyle>
            <a:lvl1pPr marL="0" indent="0">
              <a:spcBef>
                <a:spcPts val="0"/>
              </a:spcBef>
              <a:buFont typeface="Arial" panose="020B0604020202020204" pitchFamily="34" charset="0"/>
              <a:buNone/>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Section title</a:t>
            </a:r>
          </a:p>
        </p:txBody>
      </p:sp>
      <p:sp>
        <p:nvSpPr>
          <p:cNvPr id="10" name="Text Placeholder 6">
            <a:extLst>
              <a:ext uri="{FF2B5EF4-FFF2-40B4-BE49-F238E27FC236}">
                <a16:creationId xmlns:a16="http://schemas.microsoft.com/office/drawing/2014/main" id="{1FCB4DFA-B41D-91DA-5108-E390AFFDD535}"/>
              </a:ext>
            </a:extLst>
          </p:cNvPr>
          <p:cNvSpPr>
            <a:spLocks noGrp="1"/>
          </p:cNvSpPr>
          <p:nvPr>
            <p:ph type="body" sz="quarter" idx="23" hasCustomPrompt="1"/>
          </p:nvPr>
        </p:nvSpPr>
        <p:spPr>
          <a:xfrm>
            <a:off x="625928" y="739630"/>
            <a:ext cx="7460073" cy="482748"/>
          </a:xfrm>
          <a:prstGeom prst="rect">
            <a:avLst/>
          </a:prstGeom>
        </p:spPr>
        <p:txBody>
          <a:bodyPr lIns="0" tIns="0" rIns="0" bIns="0" anchor="t" anchorCtr="0"/>
          <a:lstStyle>
            <a:lvl1pPr marL="0" indent="0">
              <a:lnSpc>
                <a:spcPct val="100000"/>
              </a:lnSpc>
              <a:spcBef>
                <a:spcPts val="0"/>
              </a:spcBef>
              <a:buNone/>
              <a:defRPr sz="3200" b="0" i="0">
                <a:solidFill>
                  <a:schemeClr val="bg1"/>
                </a:solidFill>
                <a:latin typeface="CiscoSansTT ExtraLight" panose="020B0303020201020303" pitchFamily="34" charset="0"/>
                <a:cs typeface="CiscoSansTT ExtraLight" panose="020B0303020201020303" pitchFamily="34" charset="0"/>
              </a:defRPr>
            </a:lvl1pPr>
          </a:lstStyle>
          <a:p>
            <a:r>
              <a:rPr lang="en-GB" dirty="0"/>
              <a:t>Heading goes here</a:t>
            </a:r>
          </a:p>
        </p:txBody>
      </p:sp>
    </p:spTree>
    <p:extLst>
      <p:ext uri="{BB962C8B-B14F-4D97-AF65-F5344CB8AC3E}">
        <p14:creationId xmlns:p14="http://schemas.microsoft.com/office/powerpoint/2010/main" val="28889842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Table">
    <p:spTree>
      <p:nvGrpSpPr>
        <p:cNvPr id="1" name=""/>
        <p:cNvGrpSpPr/>
        <p:nvPr/>
      </p:nvGrpSpPr>
      <p:grpSpPr>
        <a:xfrm>
          <a:off x="0" y="0"/>
          <a:ext cx="0" cy="0"/>
          <a:chOff x="0" y="0"/>
          <a:chExt cx="0" cy="0"/>
        </a:xfrm>
      </p:grpSpPr>
      <p:sp>
        <p:nvSpPr>
          <p:cNvPr id="6" name="Table Placeholder 11">
            <a:extLst>
              <a:ext uri="{FF2B5EF4-FFF2-40B4-BE49-F238E27FC236}">
                <a16:creationId xmlns:a16="http://schemas.microsoft.com/office/drawing/2014/main" id="{C83B223E-030E-74D0-B6FA-BEC3DA7BD3FA}"/>
              </a:ext>
            </a:extLst>
          </p:cNvPr>
          <p:cNvSpPr>
            <a:spLocks noGrp="1"/>
          </p:cNvSpPr>
          <p:nvPr>
            <p:ph type="tbl" sz="quarter" idx="12"/>
          </p:nvPr>
        </p:nvSpPr>
        <p:spPr>
          <a:xfrm>
            <a:off x="621102" y="1602317"/>
            <a:ext cx="10974395" cy="3739704"/>
          </a:xfrm>
          <a:prstGeom prst="rect">
            <a:avLst/>
          </a:prstGeom>
        </p:spPr>
        <p:txBody>
          <a:bodyPr lIns="91420" tIns="45710" rIns="91420" bIns="45710">
            <a:noAutofit/>
          </a:bodyPr>
          <a:lstStyle>
            <a:lvl1pPr marL="0" indent="0" algn="ctr">
              <a:buNone/>
              <a:defRPr sz="2667" baseline="0">
                <a:solidFill>
                  <a:schemeClr val="tx1"/>
                </a:solidFill>
                <a:latin typeface="+mn-lt"/>
              </a:defRPr>
            </a:lvl1pPr>
          </a:lstStyle>
          <a:p>
            <a:pPr lvl="0"/>
            <a:r>
              <a:rPr lang="en-US" noProof="0"/>
              <a:t>Click icon to add table</a:t>
            </a:r>
            <a:endParaRPr lang="en-GB" noProof="0" dirty="0"/>
          </a:p>
        </p:txBody>
      </p:sp>
      <p:sp>
        <p:nvSpPr>
          <p:cNvPr id="11" name="Text Placeholder 2">
            <a:extLst>
              <a:ext uri="{FF2B5EF4-FFF2-40B4-BE49-F238E27FC236}">
                <a16:creationId xmlns:a16="http://schemas.microsoft.com/office/drawing/2014/main" id="{89B8D9E7-EAC8-4A5C-4139-BA396711F078}"/>
              </a:ext>
            </a:extLst>
          </p:cNvPr>
          <p:cNvSpPr>
            <a:spLocks noGrp="1"/>
          </p:cNvSpPr>
          <p:nvPr>
            <p:ph type="body" sz="quarter" idx="16" hasCustomPrompt="1"/>
          </p:nvPr>
        </p:nvSpPr>
        <p:spPr>
          <a:xfrm>
            <a:off x="632125" y="5586424"/>
            <a:ext cx="5463875" cy="249933"/>
          </a:xfrm>
          <a:prstGeom prst="rect">
            <a:avLst/>
          </a:prstGeom>
        </p:spPr>
        <p:txBody>
          <a:bodyPr lIns="0" tIns="0" rIns="0" bIns="0"/>
          <a:lstStyle>
            <a:lvl1pPr marL="0" indent="0">
              <a:buFont typeface="Arial" panose="020B0604020202020204" pitchFamily="34" charset="0"/>
              <a:buNone/>
              <a:defRPr sz="16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Table caption goes here</a:t>
            </a:r>
          </a:p>
        </p:txBody>
      </p:sp>
      <p:sp>
        <p:nvSpPr>
          <p:cNvPr id="7" name="Text Placeholder 2">
            <a:extLst>
              <a:ext uri="{FF2B5EF4-FFF2-40B4-BE49-F238E27FC236}">
                <a16:creationId xmlns:a16="http://schemas.microsoft.com/office/drawing/2014/main" id="{DD6F855F-C6CE-B2F9-57E7-33E8ABD1C6C3}"/>
              </a:ext>
            </a:extLst>
          </p:cNvPr>
          <p:cNvSpPr>
            <a:spLocks noGrp="1"/>
          </p:cNvSpPr>
          <p:nvPr>
            <p:ph type="body" sz="quarter" idx="14" hasCustomPrompt="1"/>
          </p:nvPr>
        </p:nvSpPr>
        <p:spPr>
          <a:xfrm>
            <a:off x="625928" y="431801"/>
            <a:ext cx="3489235" cy="304800"/>
          </a:xfrm>
          <a:prstGeom prst="rect">
            <a:avLst/>
          </a:prstGeom>
        </p:spPr>
        <p:txBody>
          <a:bodyPr lIns="0" tIns="0" rIns="0" bIns="0"/>
          <a:lstStyle>
            <a:lvl1pPr marL="0" indent="0">
              <a:spcBef>
                <a:spcPts val="0"/>
              </a:spcBef>
              <a:buFont typeface="Arial" panose="020B0604020202020204" pitchFamily="34" charset="0"/>
              <a:buNone/>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Section title</a:t>
            </a:r>
          </a:p>
        </p:txBody>
      </p:sp>
      <p:sp>
        <p:nvSpPr>
          <p:cNvPr id="8" name="Text Placeholder 6">
            <a:extLst>
              <a:ext uri="{FF2B5EF4-FFF2-40B4-BE49-F238E27FC236}">
                <a16:creationId xmlns:a16="http://schemas.microsoft.com/office/drawing/2014/main" id="{AABDEAAE-DE1D-CF0D-8281-B39078C1DE9D}"/>
              </a:ext>
            </a:extLst>
          </p:cNvPr>
          <p:cNvSpPr>
            <a:spLocks noGrp="1"/>
          </p:cNvSpPr>
          <p:nvPr>
            <p:ph type="body" sz="quarter" idx="23" hasCustomPrompt="1"/>
          </p:nvPr>
        </p:nvSpPr>
        <p:spPr>
          <a:xfrm>
            <a:off x="625928" y="739630"/>
            <a:ext cx="7460073" cy="482748"/>
          </a:xfrm>
          <a:prstGeom prst="rect">
            <a:avLst/>
          </a:prstGeom>
        </p:spPr>
        <p:txBody>
          <a:bodyPr lIns="0" tIns="0" rIns="0" bIns="0" anchor="t" anchorCtr="0"/>
          <a:lstStyle>
            <a:lvl1pPr marL="0" indent="0">
              <a:lnSpc>
                <a:spcPct val="100000"/>
              </a:lnSpc>
              <a:spcBef>
                <a:spcPts val="0"/>
              </a:spcBef>
              <a:buNone/>
              <a:defRPr sz="3200" b="0" i="0">
                <a:solidFill>
                  <a:schemeClr val="bg1"/>
                </a:solidFill>
                <a:latin typeface="CiscoSansTT ExtraLight" panose="020B0303020201020303" pitchFamily="34" charset="0"/>
                <a:cs typeface="CiscoSansTT ExtraLight" panose="020B0303020201020303" pitchFamily="34" charset="0"/>
              </a:defRPr>
            </a:lvl1pPr>
          </a:lstStyle>
          <a:p>
            <a:r>
              <a:rPr lang="en-GB" dirty="0"/>
              <a:t>Heading goes here</a:t>
            </a:r>
          </a:p>
        </p:txBody>
      </p:sp>
    </p:spTree>
    <p:extLst>
      <p:ext uri="{BB962C8B-B14F-4D97-AF65-F5344CB8AC3E}">
        <p14:creationId xmlns:p14="http://schemas.microsoft.com/office/powerpoint/2010/main" val="7899988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Chart">
    <p:spTree>
      <p:nvGrpSpPr>
        <p:cNvPr id="1" name=""/>
        <p:cNvGrpSpPr/>
        <p:nvPr/>
      </p:nvGrpSpPr>
      <p:grpSpPr>
        <a:xfrm>
          <a:off x="0" y="0"/>
          <a:ext cx="0" cy="0"/>
          <a:chOff x="0" y="0"/>
          <a:chExt cx="0" cy="0"/>
        </a:xfrm>
      </p:grpSpPr>
      <p:sp>
        <p:nvSpPr>
          <p:cNvPr id="12" name="Text Placeholder 2">
            <a:extLst>
              <a:ext uri="{FF2B5EF4-FFF2-40B4-BE49-F238E27FC236}">
                <a16:creationId xmlns:a16="http://schemas.microsoft.com/office/drawing/2014/main" id="{48CE7DB6-039C-AC58-5C90-9B19A4AA26C7}"/>
              </a:ext>
            </a:extLst>
          </p:cNvPr>
          <p:cNvSpPr>
            <a:spLocks noGrp="1"/>
          </p:cNvSpPr>
          <p:nvPr>
            <p:ph type="body" sz="quarter" idx="16" hasCustomPrompt="1"/>
          </p:nvPr>
        </p:nvSpPr>
        <p:spPr>
          <a:xfrm>
            <a:off x="632125" y="5586424"/>
            <a:ext cx="5463875" cy="249933"/>
          </a:xfrm>
          <a:prstGeom prst="rect">
            <a:avLst/>
          </a:prstGeom>
        </p:spPr>
        <p:txBody>
          <a:bodyPr lIns="0" tIns="0" rIns="0" bIns="0"/>
          <a:lstStyle>
            <a:lvl1pPr marL="0" indent="0">
              <a:buFont typeface="Arial" panose="020B0604020202020204" pitchFamily="34" charset="0"/>
              <a:buNone/>
              <a:defRPr sz="16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Table caption goes here</a:t>
            </a:r>
          </a:p>
        </p:txBody>
      </p:sp>
      <p:sp>
        <p:nvSpPr>
          <p:cNvPr id="14" name="Chart Placeholder 2">
            <a:extLst>
              <a:ext uri="{FF2B5EF4-FFF2-40B4-BE49-F238E27FC236}">
                <a16:creationId xmlns:a16="http://schemas.microsoft.com/office/drawing/2014/main" id="{BD75F8AD-CDF4-CE28-1C24-08F6FA9598D3}"/>
              </a:ext>
            </a:extLst>
          </p:cNvPr>
          <p:cNvSpPr>
            <a:spLocks noGrp="1"/>
          </p:cNvSpPr>
          <p:nvPr>
            <p:ph type="chart" sz="quarter" idx="10"/>
          </p:nvPr>
        </p:nvSpPr>
        <p:spPr>
          <a:xfrm>
            <a:off x="632125" y="1602319"/>
            <a:ext cx="10960608" cy="3744383"/>
          </a:xfrm>
          <a:prstGeom prst="rect">
            <a:avLst/>
          </a:prstGeom>
        </p:spPr>
        <p:txBody>
          <a:bodyPr vert="horz" lIns="91420" tIns="45710" rIns="91420" bIns="45710">
            <a:noAutofit/>
          </a:bodyPr>
          <a:lstStyle>
            <a:lvl1pPr marL="0" indent="0" algn="ctr">
              <a:buNone/>
              <a:defRPr sz="2667" b="0" i="0">
                <a:solidFill>
                  <a:schemeClr val="tx1"/>
                </a:solidFill>
                <a:latin typeface="+mn-lt"/>
                <a:cs typeface="CiscoSans ExtraLight"/>
              </a:defRPr>
            </a:lvl1pPr>
          </a:lstStyle>
          <a:p>
            <a:pPr lvl="0"/>
            <a:r>
              <a:rPr lang="en-US" noProof="0"/>
              <a:t>Click icon to add chart</a:t>
            </a:r>
            <a:endParaRPr lang="en-US" noProof="0" dirty="0"/>
          </a:p>
        </p:txBody>
      </p:sp>
      <p:sp>
        <p:nvSpPr>
          <p:cNvPr id="9" name="Text Placeholder 2">
            <a:extLst>
              <a:ext uri="{FF2B5EF4-FFF2-40B4-BE49-F238E27FC236}">
                <a16:creationId xmlns:a16="http://schemas.microsoft.com/office/drawing/2014/main" id="{705B1628-7130-AF0C-17E8-DBDAD7001336}"/>
              </a:ext>
            </a:extLst>
          </p:cNvPr>
          <p:cNvSpPr>
            <a:spLocks noGrp="1"/>
          </p:cNvSpPr>
          <p:nvPr>
            <p:ph type="body" sz="quarter" idx="14" hasCustomPrompt="1"/>
          </p:nvPr>
        </p:nvSpPr>
        <p:spPr>
          <a:xfrm>
            <a:off x="625928" y="431801"/>
            <a:ext cx="3489235" cy="304800"/>
          </a:xfrm>
          <a:prstGeom prst="rect">
            <a:avLst/>
          </a:prstGeom>
        </p:spPr>
        <p:txBody>
          <a:bodyPr lIns="0" tIns="0" rIns="0" bIns="0"/>
          <a:lstStyle>
            <a:lvl1pPr marL="0" indent="0">
              <a:spcBef>
                <a:spcPts val="0"/>
              </a:spcBef>
              <a:buFont typeface="Arial" panose="020B0604020202020204" pitchFamily="34" charset="0"/>
              <a:buNone/>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Section title</a:t>
            </a:r>
          </a:p>
        </p:txBody>
      </p:sp>
      <p:sp>
        <p:nvSpPr>
          <p:cNvPr id="10" name="Text Placeholder 6">
            <a:extLst>
              <a:ext uri="{FF2B5EF4-FFF2-40B4-BE49-F238E27FC236}">
                <a16:creationId xmlns:a16="http://schemas.microsoft.com/office/drawing/2014/main" id="{A7267393-CC82-21AE-BF48-82206C9952EE}"/>
              </a:ext>
            </a:extLst>
          </p:cNvPr>
          <p:cNvSpPr>
            <a:spLocks noGrp="1"/>
          </p:cNvSpPr>
          <p:nvPr>
            <p:ph type="body" sz="quarter" idx="23" hasCustomPrompt="1"/>
          </p:nvPr>
        </p:nvSpPr>
        <p:spPr>
          <a:xfrm>
            <a:off x="625928" y="739630"/>
            <a:ext cx="7460073" cy="482748"/>
          </a:xfrm>
          <a:prstGeom prst="rect">
            <a:avLst/>
          </a:prstGeom>
        </p:spPr>
        <p:txBody>
          <a:bodyPr lIns="0" tIns="0" rIns="0" bIns="0" anchor="t" anchorCtr="0"/>
          <a:lstStyle>
            <a:lvl1pPr marL="0" indent="0">
              <a:lnSpc>
                <a:spcPct val="100000"/>
              </a:lnSpc>
              <a:spcBef>
                <a:spcPts val="0"/>
              </a:spcBef>
              <a:buNone/>
              <a:defRPr sz="3200" b="0" i="0">
                <a:solidFill>
                  <a:schemeClr val="bg1"/>
                </a:solidFill>
                <a:latin typeface="CiscoSansTT ExtraLight" panose="020B0303020201020303" pitchFamily="34" charset="0"/>
                <a:cs typeface="CiscoSansTT ExtraLight" panose="020B0303020201020303" pitchFamily="34" charset="0"/>
              </a:defRPr>
            </a:lvl1pPr>
          </a:lstStyle>
          <a:p>
            <a:r>
              <a:rPr lang="en-GB" dirty="0"/>
              <a:t>Heading goes here</a:t>
            </a:r>
          </a:p>
        </p:txBody>
      </p:sp>
    </p:spTree>
    <p:extLst>
      <p:ext uri="{BB962C8B-B14F-4D97-AF65-F5344CB8AC3E}">
        <p14:creationId xmlns:p14="http://schemas.microsoft.com/office/powerpoint/2010/main" val="310281520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p:cSld name="Multi">
    <p:spTree>
      <p:nvGrpSpPr>
        <p:cNvPr id="1" name=""/>
        <p:cNvGrpSpPr/>
        <p:nvPr/>
      </p:nvGrpSpPr>
      <p:grpSpPr>
        <a:xfrm>
          <a:off x="0" y="0"/>
          <a:ext cx="0" cy="0"/>
          <a:chOff x="0" y="0"/>
          <a:chExt cx="0" cy="0"/>
        </a:xfrm>
      </p:grpSpPr>
      <p:sp>
        <p:nvSpPr>
          <p:cNvPr id="11" name="Text Placeholder 2">
            <a:extLst>
              <a:ext uri="{FF2B5EF4-FFF2-40B4-BE49-F238E27FC236}">
                <a16:creationId xmlns:a16="http://schemas.microsoft.com/office/drawing/2014/main" id="{CE6D804B-991F-15D0-1B5C-852F088F2293}"/>
              </a:ext>
            </a:extLst>
          </p:cNvPr>
          <p:cNvSpPr>
            <a:spLocks noGrp="1"/>
          </p:cNvSpPr>
          <p:nvPr>
            <p:ph type="body" sz="quarter" idx="16" hasCustomPrompt="1"/>
          </p:nvPr>
        </p:nvSpPr>
        <p:spPr>
          <a:xfrm>
            <a:off x="632125" y="5586424"/>
            <a:ext cx="5463875" cy="249933"/>
          </a:xfrm>
          <a:prstGeom prst="rect">
            <a:avLst/>
          </a:prstGeom>
        </p:spPr>
        <p:txBody>
          <a:bodyPr lIns="0" tIns="0" rIns="0" bIns="0"/>
          <a:lstStyle>
            <a:lvl1pPr marL="0" indent="0">
              <a:buFont typeface="Arial" panose="020B0604020202020204" pitchFamily="34" charset="0"/>
              <a:buNone/>
              <a:defRPr sz="16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Table caption goes here</a:t>
            </a:r>
          </a:p>
        </p:txBody>
      </p:sp>
      <p:sp>
        <p:nvSpPr>
          <p:cNvPr id="12" name="Content Placeholder 2">
            <a:extLst>
              <a:ext uri="{FF2B5EF4-FFF2-40B4-BE49-F238E27FC236}">
                <a16:creationId xmlns:a16="http://schemas.microsoft.com/office/drawing/2014/main" id="{5E762CBB-3A34-48C3-DD45-61F4F2FD11D1}"/>
              </a:ext>
            </a:extLst>
          </p:cNvPr>
          <p:cNvSpPr>
            <a:spLocks noGrp="1"/>
          </p:cNvSpPr>
          <p:nvPr>
            <p:ph idx="1"/>
          </p:nvPr>
        </p:nvSpPr>
        <p:spPr>
          <a:xfrm>
            <a:off x="632884" y="1602317"/>
            <a:ext cx="10961511" cy="3739704"/>
          </a:xfrm>
          <a:prstGeom prst="rect">
            <a:avLst/>
          </a:prstGeom>
        </p:spPr>
        <p:txBody>
          <a:bodyPr lIns="91420" tIns="45710" rIns="91420" bIns="45710">
            <a:noAutofit/>
          </a:bodyPr>
          <a:lstStyle>
            <a:lvl1pPr marL="380917" marR="0" indent="-380917" algn="ctr" defTabSz="609469" rtl="0" eaLnBrk="1" fontAlgn="auto" latinLnBrk="0" hangingPunct="1">
              <a:lnSpc>
                <a:spcPct val="100000"/>
              </a:lnSpc>
              <a:spcBef>
                <a:spcPct val="20000"/>
              </a:spcBef>
              <a:spcAft>
                <a:spcPts val="0"/>
              </a:spcAft>
              <a:buClrTx/>
              <a:buSzTx/>
              <a:buFont typeface="Arial"/>
              <a:buNone/>
              <a:tabLst/>
              <a:defRPr sz="2667" b="0" i="0" baseline="0">
                <a:solidFill>
                  <a:schemeClr val="tx1"/>
                </a:solidFill>
                <a:latin typeface="+mn-lt"/>
                <a:cs typeface="CiscoSans ExtraLight"/>
              </a:defRPr>
            </a:lvl1pPr>
          </a:lstStyle>
          <a:p>
            <a:pPr lvl="0"/>
            <a:r>
              <a:rPr lang="en-US"/>
              <a:t>Click to edit Master text styles</a:t>
            </a:r>
          </a:p>
        </p:txBody>
      </p:sp>
      <p:sp>
        <p:nvSpPr>
          <p:cNvPr id="7" name="Text Placeholder 2">
            <a:extLst>
              <a:ext uri="{FF2B5EF4-FFF2-40B4-BE49-F238E27FC236}">
                <a16:creationId xmlns:a16="http://schemas.microsoft.com/office/drawing/2014/main" id="{014E7A9D-AA27-1BDE-DF75-A66B1A4E967A}"/>
              </a:ext>
            </a:extLst>
          </p:cNvPr>
          <p:cNvSpPr>
            <a:spLocks noGrp="1"/>
          </p:cNvSpPr>
          <p:nvPr>
            <p:ph type="body" sz="quarter" idx="14" hasCustomPrompt="1"/>
          </p:nvPr>
        </p:nvSpPr>
        <p:spPr>
          <a:xfrm>
            <a:off x="625928" y="431801"/>
            <a:ext cx="3489235" cy="304800"/>
          </a:xfrm>
          <a:prstGeom prst="rect">
            <a:avLst/>
          </a:prstGeom>
        </p:spPr>
        <p:txBody>
          <a:bodyPr lIns="0" tIns="0" rIns="0" bIns="0"/>
          <a:lstStyle>
            <a:lvl1pPr marL="0" indent="0">
              <a:spcBef>
                <a:spcPts val="0"/>
              </a:spcBef>
              <a:buFont typeface="Arial" panose="020B0604020202020204" pitchFamily="34" charset="0"/>
              <a:buNone/>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Section title</a:t>
            </a:r>
          </a:p>
        </p:txBody>
      </p:sp>
      <p:sp>
        <p:nvSpPr>
          <p:cNvPr id="8" name="Text Placeholder 6">
            <a:extLst>
              <a:ext uri="{FF2B5EF4-FFF2-40B4-BE49-F238E27FC236}">
                <a16:creationId xmlns:a16="http://schemas.microsoft.com/office/drawing/2014/main" id="{8DB9C6A2-1768-FE67-38C1-DAE221A3B73A}"/>
              </a:ext>
            </a:extLst>
          </p:cNvPr>
          <p:cNvSpPr>
            <a:spLocks noGrp="1"/>
          </p:cNvSpPr>
          <p:nvPr>
            <p:ph type="body" sz="quarter" idx="23" hasCustomPrompt="1"/>
          </p:nvPr>
        </p:nvSpPr>
        <p:spPr>
          <a:xfrm>
            <a:off x="625928" y="739630"/>
            <a:ext cx="7460073" cy="482748"/>
          </a:xfrm>
          <a:prstGeom prst="rect">
            <a:avLst/>
          </a:prstGeom>
        </p:spPr>
        <p:txBody>
          <a:bodyPr lIns="0" tIns="0" rIns="0" bIns="0" anchor="t" anchorCtr="0"/>
          <a:lstStyle>
            <a:lvl1pPr marL="0" indent="0">
              <a:lnSpc>
                <a:spcPct val="100000"/>
              </a:lnSpc>
              <a:spcBef>
                <a:spcPts val="0"/>
              </a:spcBef>
              <a:buNone/>
              <a:defRPr sz="3200" b="0" i="0">
                <a:solidFill>
                  <a:schemeClr val="bg1"/>
                </a:solidFill>
                <a:latin typeface="CiscoSansTT ExtraLight" panose="020B0303020201020303" pitchFamily="34" charset="0"/>
                <a:cs typeface="CiscoSansTT ExtraLight" panose="020B0303020201020303" pitchFamily="34" charset="0"/>
              </a:defRPr>
            </a:lvl1pPr>
          </a:lstStyle>
          <a:p>
            <a:r>
              <a:rPr lang="en-GB" dirty="0"/>
              <a:t>Heading goes here</a:t>
            </a:r>
          </a:p>
        </p:txBody>
      </p:sp>
    </p:spTree>
    <p:extLst>
      <p:ext uri="{BB962C8B-B14F-4D97-AF65-F5344CB8AC3E}">
        <p14:creationId xmlns:p14="http://schemas.microsoft.com/office/powerpoint/2010/main" val="79646174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cSld name="Heading only">
    <p:spTree>
      <p:nvGrpSpPr>
        <p:cNvPr id="1" name=""/>
        <p:cNvGrpSpPr/>
        <p:nvPr/>
      </p:nvGrpSpPr>
      <p:grpSpPr>
        <a:xfrm>
          <a:off x="0" y="0"/>
          <a:ext cx="0" cy="0"/>
          <a:chOff x="0" y="0"/>
          <a:chExt cx="0" cy="0"/>
        </a:xfrm>
      </p:grpSpPr>
      <p:sp>
        <p:nvSpPr>
          <p:cNvPr id="2" name="Text Placeholder 6">
            <a:extLst>
              <a:ext uri="{FF2B5EF4-FFF2-40B4-BE49-F238E27FC236}">
                <a16:creationId xmlns:a16="http://schemas.microsoft.com/office/drawing/2014/main" id="{8A973767-6838-8C37-C9AB-EBCBB78A52A3}"/>
              </a:ext>
            </a:extLst>
          </p:cNvPr>
          <p:cNvSpPr>
            <a:spLocks noGrp="1"/>
          </p:cNvSpPr>
          <p:nvPr>
            <p:ph type="body" sz="quarter" idx="82" hasCustomPrompt="1"/>
          </p:nvPr>
        </p:nvSpPr>
        <p:spPr>
          <a:xfrm>
            <a:off x="625928" y="450012"/>
            <a:ext cx="7460073" cy="482748"/>
          </a:xfrm>
          <a:prstGeom prst="rect">
            <a:avLst/>
          </a:prstGeom>
        </p:spPr>
        <p:txBody>
          <a:bodyPr lIns="0" tIns="0" rIns="0" bIns="0" anchor="t" anchorCtr="0"/>
          <a:lstStyle>
            <a:lvl1pPr marL="0" indent="0">
              <a:lnSpc>
                <a:spcPct val="100000"/>
              </a:lnSpc>
              <a:spcBef>
                <a:spcPts val="0"/>
              </a:spcBef>
              <a:buNone/>
              <a:defRPr sz="3200" b="0" i="0">
                <a:solidFill>
                  <a:schemeClr val="bg1"/>
                </a:solidFill>
                <a:latin typeface="CiscoSansTT ExtraLight" panose="020B0303020201020303" pitchFamily="34" charset="0"/>
                <a:cs typeface="CiscoSansTT ExtraLight" panose="020B0303020201020303" pitchFamily="34" charset="0"/>
              </a:defRPr>
            </a:lvl1pPr>
          </a:lstStyle>
          <a:p>
            <a:r>
              <a:rPr lang="en-GB" dirty="0"/>
              <a:t>Heading goes here</a:t>
            </a:r>
          </a:p>
        </p:txBody>
      </p:sp>
    </p:spTree>
    <p:extLst>
      <p:ext uri="{BB962C8B-B14F-4D97-AF65-F5344CB8AC3E}">
        <p14:creationId xmlns:p14="http://schemas.microsoft.com/office/powerpoint/2010/main" val="46136525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Half Page Text">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8522ACBA-6A0D-C74B-AFCB-38D9D94CE143}"/>
              </a:ext>
            </a:extLst>
          </p:cNvPr>
          <p:cNvSpPr/>
          <p:nvPr/>
        </p:nvSpPr>
        <p:spPr>
          <a:xfrm>
            <a:off x="6104471" y="0"/>
            <a:ext cx="6106789" cy="6858000"/>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67" b="0" i="0" dirty="0">
              <a:latin typeface="CiscoSansTT ExtraLight" panose="020B0303020201020303" pitchFamily="34" charset="0"/>
            </a:endParaRPr>
          </a:p>
        </p:txBody>
      </p:sp>
      <p:sp>
        <p:nvSpPr>
          <p:cNvPr id="7" name="Title 1">
            <a:extLst>
              <a:ext uri="{FF2B5EF4-FFF2-40B4-BE49-F238E27FC236}">
                <a16:creationId xmlns:a16="http://schemas.microsoft.com/office/drawing/2014/main" id="{EB0442CC-18E0-97B7-E62C-0397FB025279}"/>
              </a:ext>
            </a:extLst>
          </p:cNvPr>
          <p:cNvSpPr>
            <a:spLocks noGrp="1"/>
          </p:cNvSpPr>
          <p:nvPr>
            <p:ph type="ctrTitle" hasCustomPrompt="1"/>
          </p:nvPr>
        </p:nvSpPr>
        <p:spPr>
          <a:xfrm>
            <a:off x="627425" y="1766047"/>
            <a:ext cx="3489235" cy="443753"/>
          </a:xfrm>
          <a:prstGeom prst="rect">
            <a:avLst/>
          </a:prstGeom>
        </p:spPr>
        <p:txBody>
          <a:bodyPr lIns="0" tIns="0" rIns="0" bIns="0" anchor="b"/>
          <a:lstStyle>
            <a:lvl1pPr marL="0" indent="0" algn="l">
              <a:lnSpc>
                <a:spcPct val="100000"/>
              </a:lnSpc>
              <a:buFont typeface="Arial" panose="020B0604020202020204" pitchFamily="34" charset="0"/>
              <a:buNone/>
              <a:defRPr sz="3200" b="0" i="0" spc="0" baseline="0">
                <a:solidFill>
                  <a:schemeClr val="bg1"/>
                </a:solidFill>
                <a:latin typeface="CiscoSansTT ExtraLight" panose="020B0303020201020303" pitchFamily="34" charset="0"/>
                <a:cs typeface="CiscoSansTT ExtraLight" panose="020B0303020201020303" pitchFamily="34" charset="0"/>
              </a:defRPr>
            </a:lvl1pPr>
          </a:lstStyle>
          <a:p>
            <a:r>
              <a:rPr lang="en-GB" dirty="0"/>
              <a:t>Heading </a:t>
            </a:r>
            <a:endParaRPr lang="en-US" dirty="0"/>
          </a:p>
        </p:txBody>
      </p:sp>
      <p:sp>
        <p:nvSpPr>
          <p:cNvPr id="9" name="Text Placeholder 2">
            <a:extLst>
              <a:ext uri="{FF2B5EF4-FFF2-40B4-BE49-F238E27FC236}">
                <a16:creationId xmlns:a16="http://schemas.microsoft.com/office/drawing/2014/main" id="{5F030301-E75F-E7BE-D423-283E76983DD5}"/>
              </a:ext>
            </a:extLst>
          </p:cNvPr>
          <p:cNvSpPr>
            <a:spLocks noGrp="1"/>
          </p:cNvSpPr>
          <p:nvPr>
            <p:ph type="body" sz="quarter" idx="16" hasCustomPrompt="1"/>
          </p:nvPr>
        </p:nvSpPr>
        <p:spPr>
          <a:xfrm>
            <a:off x="627425" y="2421515"/>
            <a:ext cx="3489235" cy="182881"/>
          </a:xfrm>
          <a:prstGeom prst="rect">
            <a:avLst/>
          </a:prstGeom>
        </p:spPr>
        <p:txBody>
          <a:bodyPr lIns="0" tIns="0" rIns="0" bIns="0"/>
          <a:lstStyle>
            <a:lvl1pPr marL="0" indent="0">
              <a:buFont typeface="Arial" panose="020B0604020202020204" pitchFamily="34" charset="0"/>
              <a:buNone/>
              <a:defRPr sz="16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Subtitle</a:t>
            </a:r>
          </a:p>
        </p:txBody>
      </p:sp>
      <p:sp>
        <p:nvSpPr>
          <p:cNvPr id="12" name="Text Placeholder 2">
            <a:extLst>
              <a:ext uri="{FF2B5EF4-FFF2-40B4-BE49-F238E27FC236}">
                <a16:creationId xmlns:a16="http://schemas.microsoft.com/office/drawing/2014/main" id="{9CFD8466-F4CC-C5A0-9C5C-BABB06B9214C}"/>
              </a:ext>
            </a:extLst>
          </p:cNvPr>
          <p:cNvSpPr>
            <a:spLocks noGrp="1"/>
          </p:cNvSpPr>
          <p:nvPr>
            <p:ph type="body" sz="quarter" idx="15" hasCustomPrompt="1"/>
          </p:nvPr>
        </p:nvSpPr>
        <p:spPr>
          <a:xfrm>
            <a:off x="627425" y="2852062"/>
            <a:ext cx="3489235" cy="1078213"/>
          </a:xfrm>
          <a:prstGeom prst="rect">
            <a:avLst/>
          </a:prstGeom>
        </p:spPr>
        <p:txBody>
          <a:bodyPr lIns="0" tIns="0" rIns="0" bIns="0"/>
          <a:lstStyle>
            <a:lvl1pPr marL="0" marR="0" indent="0" algn="l" defTabSz="912276" rtl="0" eaLnBrk="1" fontAlgn="base" latinLnBrk="0" hangingPunct="1">
              <a:lnSpc>
                <a:spcPts val="1733"/>
              </a:lnSpc>
              <a:spcBef>
                <a:spcPts val="0"/>
              </a:spcBef>
              <a:spcAft>
                <a:spcPts val="800"/>
              </a:spcAft>
              <a:buClr>
                <a:schemeClr val="tx2"/>
              </a:buClr>
              <a:buSzPct val="90000"/>
              <a:buFont typeface="Arial" panose="020B0604020202020204" pitchFamily="34" charset="0"/>
              <a:buNone/>
              <a:tabLst/>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labore et dolore. 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labore.</a:t>
            </a:r>
          </a:p>
          <a:p>
            <a:pPr lvl="0"/>
            <a:endParaRPr lang="en-GB" dirty="0"/>
          </a:p>
        </p:txBody>
      </p:sp>
      <p:sp>
        <p:nvSpPr>
          <p:cNvPr id="11" name="Text Placeholder 2">
            <a:extLst>
              <a:ext uri="{FF2B5EF4-FFF2-40B4-BE49-F238E27FC236}">
                <a16:creationId xmlns:a16="http://schemas.microsoft.com/office/drawing/2014/main" id="{56C75B5F-2754-AB33-5A12-A2F80412EA7C}"/>
              </a:ext>
            </a:extLst>
          </p:cNvPr>
          <p:cNvSpPr>
            <a:spLocks noGrp="1"/>
          </p:cNvSpPr>
          <p:nvPr>
            <p:ph type="body" sz="quarter" idx="14" hasCustomPrompt="1"/>
          </p:nvPr>
        </p:nvSpPr>
        <p:spPr>
          <a:xfrm>
            <a:off x="625928" y="431801"/>
            <a:ext cx="3489235" cy="304800"/>
          </a:xfrm>
          <a:prstGeom prst="rect">
            <a:avLst/>
          </a:prstGeom>
        </p:spPr>
        <p:txBody>
          <a:bodyPr lIns="0" tIns="0" rIns="0" bIns="0"/>
          <a:lstStyle>
            <a:lvl1pPr marL="0" indent="0">
              <a:spcBef>
                <a:spcPts val="0"/>
              </a:spcBef>
              <a:buFont typeface="Arial" panose="020B0604020202020204" pitchFamily="34" charset="0"/>
              <a:buNone/>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Section title</a:t>
            </a:r>
          </a:p>
        </p:txBody>
      </p:sp>
    </p:spTree>
    <p:extLst>
      <p:ext uri="{BB962C8B-B14F-4D97-AF65-F5344CB8AC3E}">
        <p14:creationId xmlns:p14="http://schemas.microsoft.com/office/powerpoint/2010/main" val="128066637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extLst>
    <p:ext uri="{DCECCB84-F9BA-43D5-87BE-67443E8EF086}">
      <p15:sldGuideLst xmlns:p15="http://schemas.microsoft.com/office/powerpoint/2012/main"/>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Half Page Text 2">
    <p:spTree>
      <p:nvGrpSpPr>
        <p:cNvPr id="1" name=""/>
        <p:cNvGrpSpPr/>
        <p:nvPr/>
      </p:nvGrpSpPr>
      <p:grpSpPr>
        <a:xfrm>
          <a:off x="0" y="0"/>
          <a:ext cx="0" cy="0"/>
          <a:chOff x="0" y="0"/>
          <a:chExt cx="0" cy="0"/>
        </a:xfrm>
      </p:grpSpPr>
      <p:sp>
        <p:nvSpPr>
          <p:cNvPr id="4" name="Rectangle 3"/>
          <p:cNvSpPr/>
          <p:nvPr/>
        </p:nvSpPr>
        <p:spPr>
          <a:xfrm>
            <a:off x="0" y="0"/>
            <a:ext cx="6106789" cy="6858000"/>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67" b="0" i="0" dirty="0">
              <a:solidFill>
                <a:srgbClr val="0D274D"/>
              </a:solidFill>
              <a:latin typeface="CiscoSansTT ExtraLight" panose="020B0303020201020303" pitchFamily="34" charset="0"/>
            </a:endParaRPr>
          </a:p>
        </p:txBody>
      </p:sp>
      <p:sp>
        <p:nvSpPr>
          <p:cNvPr id="7" name="Title 1">
            <a:extLst>
              <a:ext uri="{FF2B5EF4-FFF2-40B4-BE49-F238E27FC236}">
                <a16:creationId xmlns:a16="http://schemas.microsoft.com/office/drawing/2014/main" id="{500FB767-EEA9-D740-8EE8-2114332F6203}"/>
              </a:ext>
            </a:extLst>
          </p:cNvPr>
          <p:cNvSpPr>
            <a:spLocks noGrp="1"/>
          </p:cNvSpPr>
          <p:nvPr>
            <p:ph type="ctrTitle" hasCustomPrompt="1"/>
          </p:nvPr>
        </p:nvSpPr>
        <p:spPr>
          <a:xfrm>
            <a:off x="623904" y="2209802"/>
            <a:ext cx="5451437" cy="1955628"/>
          </a:xfrm>
          <a:prstGeom prst="rect">
            <a:avLst/>
          </a:prstGeom>
        </p:spPr>
        <p:txBody>
          <a:bodyPr lIns="0" tIns="0" rIns="0" bIns="0" anchor="ctr" anchorCtr="0"/>
          <a:lstStyle>
            <a:lvl1pPr marL="0" indent="0" algn="l">
              <a:lnSpc>
                <a:spcPct val="100000"/>
              </a:lnSpc>
              <a:buFont typeface="Arial" panose="020B0604020202020204" pitchFamily="34" charset="0"/>
              <a:buNone/>
              <a:defRPr sz="4267" b="0" i="0" spc="0" baseline="0">
                <a:solidFill>
                  <a:schemeClr val="bg1"/>
                </a:solidFill>
                <a:latin typeface="CiscoSansTT ExtraLight" panose="020B0303020201020303" pitchFamily="34" charset="0"/>
                <a:cs typeface="CiscoSansTT ExtraLight" panose="020B0303020201020303" pitchFamily="34" charset="0"/>
              </a:defRPr>
            </a:lvl1pPr>
          </a:lstStyle>
          <a:p>
            <a:r>
              <a:rPr lang="en-GB" dirty="0"/>
              <a:t>Slide copy should</a:t>
            </a:r>
            <a:br>
              <a:rPr lang="en-GB" dirty="0"/>
            </a:br>
            <a:r>
              <a:rPr lang="en-GB" dirty="0"/>
              <a:t>go here</a:t>
            </a:r>
            <a:endParaRPr lang="en-US" dirty="0"/>
          </a:p>
        </p:txBody>
      </p:sp>
      <p:pic>
        <p:nvPicPr>
          <p:cNvPr id="21" name="Picture 7">
            <a:extLst>
              <a:ext uri="{FF2B5EF4-FFF2-40B4-BE49-F238E27FC236}">
                <a16:creationId xmlns:a16="http://schemas.microsoft.com/office/drawing/2014/main" id="{C8840F6B-282B-A945-9690-ABC74CE8E7DE}"/>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a:stretch/>
        </p:blipFill>
        <p:spPr>
          <a:xfrm>
            <a:off x="609602" y="6342698"/>
            <a:ext cx="396305" cy="208228"/>
          </a:xfrm>
          <a:prstGeom prst="rect">
            <a:avLst/>
          </a:prstGeom>
        </p:spPr>
      </p:pic>
      <p:sp>
        <p:nvSpPr>
          <p:cNvPr id="22" name="Rectangle 21">
            <a:extLst>
              <a:ext uri="{FF2B5EF4-FFF2-40B4-BE49-F238E27FC236}">
                <a16:creationId xmlns:a16="http://schemas.microsoft.com/office/drawing/2014/main" id="{2C5D8762-2A1E-3E48-9704-3A8D36FCB834}"/>
              </a:ext>
            </a:extLst>
          </p:cNvPr>
          <p:cNvSpPr>
            <a:spLocks noChangeArrowheads="1"/>
          </p:cNvSpPr>
          <p:nvPr/>
        </p:nvSpPr>
        <p:spPr bwMode="ltGray">
          <a:xfrm>
            <a:off x="1142755" y="6383796"/>
            <a:ext cx="4534733" cy="164924"/>
          </a:xfrm>
          <a:prstGeom prst="rect">
            <a:avLst/>
          </a:prstGeom>
          <a:noFill/>
          <a:ln w="9525">
            <a:noFill/>
            <a:miter lim="800000"/>
            <a:headEnd/>
            <a:tailEnd/>
          </a:ln>
          <a:effectLst/>
        </p:spPr>
        <p:txBody>
          <a:bodyPr wrap="square" lIns="82115" tIns="41056" rIns="82115" bIns="41056" anchor="b">
            <a:spAutoFit/>
          </a:bodyPr>
          <a:lstStyle/>
          <a:p>
            <a:pPr defTabSz="814318" fontAlgn="auto">
              <a:spcBef>
                <a:spcPts val="0"/>
              </a:spcBef>
              <a:spcAft>
                <a:spcPts val="0"/>
              </a:spcAft>
              <a:defRPr/>
            </a:pPr>
            <a:r>
              <a:rPr lang="en-US" sz="533" b="0" i="0" spc="27" baseline="0" dirty="0">
                <a:solidFill>
                  <a:srgbClr val="0D274D"/>
                </a:solidFill>
                <a:latin typeface="CiscoSansTT Light" panose="020B0503020201020303" pitchFamily="34" charset="0"/>
                <a:ea typeface="+mn-ea"/>
                <a:cs typeface="CiscoSansTT Light" panose="020B0503020201020303" pitchFamily="34" charset="0"/>
              </a:rPr>
              <a:t>© 2022  Cisco and/or its affiliates. All rights reserved.   Cisco Confidential</a:t>
            </a:r>
          </a:p>
        </p:txBody>
      </p:sp>
      <p:sp>
        <p:nvSpPr>
          <p:cNvPr id="12" name="Text Placeholder 2">
            <a:extLst>
              <a:ext uri="{FF2B5EF4-FFF2-40B4-BE49-F238E27FC236}">
                <a16:creationId xmlns:a16="http://schemas.microsoft.com/office/drawing/2014/main" id="{D9178804-B96E-BE4F-9C01-F123A4E79750}"/>
              </a:ext>
            </a:extLst>
          </p:cNvPr>
          <p:cNvSpPr>
            <a:spLocks noGrp="1"/>
          </p:cNvSpPr>
          <p:nvPr>
            <p:ph type="body" sz="quarter" idx="14" hasCustomPrompt="1"/>
          </p:nvPr>
        </p:nvSpPr>
        <p:spPr>
          <a:xfrm>
            <a:off x="632127" y="431801"/>
            <a:ext cx="3489235" cy="304800"/>
          </a:xfrm>
          <a:prstGeom prst="rect">
            <a:avLst/>
          </a:prstGeom>
        </p:spPr>
        <p:txBody>
          <a:bodyPr lIns="0" tIns="0" rIns="0" bIns="0"/>
          <a:lstStyle>
            <a:lvl1pPr marL="0" indent="0">
              <a:buFont typeface="Arial" panose="020B0604020202020204" pitchFamily="34" charset="0"/>
              <a:buNone/>
              <a:defRPr sz="1300" b="0" i="0" baseline="0">
                <a:solidFill>
                  <a:schemeClr val="bg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Section title</a:t>
            </a:r>
          </a:p>
        </p:txBody>
      </p:sp>
      <p:sp>
        <p:nvSpPr>
          <p:cNvPr id="14" name="Text Placeholder 2">
            <a:extLst>
              <a:ext uri="{FF2B5EF4-FFF2-40B4-BE49-F238E27FC236}">
                <a16:creationId xmlns:a16="http://schemas.microsoft.com/office/drawing/2014/main" id="{0496D4BA-1A90-CD12-46A7-BEFF3610D8BF}"/>
              </a:ext>
            </a:extLst>
          </p:cNvPr>
          <p:cNvSpPr>
            <a:spLocks noGrp="1"/>
          </p:cNvSpPr>
          <p:nvPr>
            <p:ph type="body" sz="quarter" idx="21" hasCustomPrompt="1"/>
          </p:nvPr>
        </p:nvSpPr>
        <p:spPr>
          <a:xfrm>
            <a:off x="7360302" y="758396"/>
            <a:ext cx="3968097" cy="182881"/>
          </a:xfrm>
          <a:prstGeom prst="rect">
            <a:avLst/>
          </a:prstGeom>
        </p:spPr>
        <p:txBody>
          <a:bodyPr lIns="0" tIns="0" rIns="0" bIns="0"/>
          <a:lstStyle>
            <a:lvl1pPr marL="0" indent="0">
              <a:buFont typeface="Arial" panose="020B0604020202020204" pitchFamily="34" charset="0"/>
              <a:buNone/>
              <a:defRPr sz="16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Subtitle</a:t>
            </a:r>
          </a:p>
        </p:txBody>
      </p:sp>
      <p:sp>
        <p:nvSpPr>
          <p:cNvPr id="16" name="Text Placeholder 2">
            <a:extLst>
              <a:ext uri="{FF2B5EF4-FFF2-40B4-BE49-F238E27FC236}">
                <a16:creationId xmlns:a16="http://schemas.microsoft.com/office/drawing/2014/main" id="{E5754773-B320-74FF-360B-AE12573C9FE6}"/>
              </a:ext>
            </a:extLst>
          </p:cNvPr>
          <p:cNvSpPr>
            <a:spLocks noGrp="1"/>
          </p:cNvSpPr>
          <p:nvPr>
            <p:ph type="body" sz="quarter" idx="24" hasCustomPrompt="1"/>
          </p:nvPr>
        </p:nvSpPr>
        <p:spPr>
          <a:xfrm>
            <a:off x="7360302" y="2689016"/>
            <a:ext cx="3968097" cy="182881"/>
          </a:xfrm>
          <a:prstGeom prst="rect">
            <a:avLst/>
          </a:prstGeom>
        </p:spPr>
        <p:txBody>
          <a:bodyPr lIns="0" tIns="0" rIns="0" bIns="0"/>
          <a:lstStyle>
            <a:lvl1pPr marL="0" indent="0">
              <a:buFont typeface="Arial" panose="020B0604020202020204" pitchFamily="34" charset="0"/>
              <a:buNone/>
              <a:defRPr sz="16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Subtitle</a:t>
            </a:r>
          </a:p>
        </p:txBody>
      </p:sp>
      <p:sp>
        <p:nvSpPr>
          <p:cNvPr id="18" name="Text Placeholder 2">
            <a:extLst>
              <a:ext uri="{FF2B5EF4-FFF2-40B4-BE49-F238E27FC236}">
                <a16:creationId xmlns:a16="http://schemas.microsoft.com/office/drawing/2014/main" id="{0E77DDFA-F376-BD29-5DEA-72F5308CBF7A}"/>
              </a:ext>
            </a:extLst>
          </p:cNvPr>
          <p:cNvSpPr>
            <a:spLocks noGrp="1"/>
          </p:cNvSpPr>
          <p:nvPr>
            <p:ph type="body" sz="quarter" idx="26" hasCustomPrompt="1"/>
          </p:nvPr>
        </p:nvSpPr>
        <p:spPr>
          <a:xfrm>
            <a:off x="7360302" y="4610989"/>
            <a:ext cx="3968097" cy="182881"/>
          </a:xfrm>
          <a:prstGeom prst="rect">
            <a:avLst/>
          </a:prstGeom>
        </p:spPr>
        <p:txBody>
          <a:bodyPr lIns="0" tIns="0" rIns="0" bIns="0"/>
          <a:lstStyle>
            <a:lvl1pPr marL="0" indent="0">
              <a:buFont typeface="Arial" panose="020B0604020202020204" pitchFamily="34" charset="0"/>
              <a:buNone/>
              <a:defRPr sz="16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Subtitle</a:t>
            </a:r>
          </a:p>
        </p:txBody>
      </p:sp>
      <p:sp>
        <p:nvSpPr>
          <p:cNvPr id="19" name="Text Placeholder 2">
            <a:extLst>
              <a:ext uri="{FF2B5EF4-FFF2-40B4-BE49-F238E27FC236}">
                <a16:creationId xmlns:a16="http://schemas.microsoft.com/office/drawing/2014/main" id="{12102193-3492-4BAB-8F98-FC7C55191E4D}"/>
              </a:ext>
            </a:extLst>
          </p:cNvPr>
          <p:cNvSpPr>
            <a:spLocks noGrp="1"/>
          </p:cNvSpPr>
          <p:nvPr>
            <p:ph type="body" sz="quarter" idx="15" hasCustomPrompt="1"/>
          </p:nvPr>
        </p:nvSpPr>
        <p:spPr>
          <a:xfrm>
            <a:off x="7360302" y="1190595"/>
            <a:ext cx="3968097" cy="1078213"/>
          </a:xfrm>
          <a:prstGeom prst="rect">
            <a:avLst/>
          </a:prstGeom>
        </p:spPr>
        <p:txBody>
          <a:bodyPr lIns="0" tIns="0" rIns="0" bIns="0"/>
          <a:lstStyle>
            <a:lvl1pPr marL="0" marR="0" indent="0" algn="l" defTabSz="912276" rtl="0" eaLnBrk="1" fontAlgn="base" latinLnBrk="0" hangingPunct="1">
              <a:lnSpc>
                <a:spcPts val="1733"/>
              </a:lnSpc>
              <a:spcBef>
                <a:spcPts val="0"/>
              </a:spcBef>
              <a:spcAft>
                <a:spcPts val="800"/>
              </a:spcAft>
              <a:buClr>
                <a:schemeClr val="tx2"/>
              </a:buClr>
              <a:buSzPct val="90000"/>
              <a:buFont typeface="Arial" panose="020B0604020202020204" pitchFamily="34" charset="0"/>
              <a:buNone/>
              <a:tabLst/>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labore et dolore. 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labore.</a:t>
            </a:r>
          </a:p>
          <a:p>
            <a:pPr lvl="0"/>
            <a:endParaRPr lang="en-GB" dirty="0"/>
          </a:p>
        </p:txBody>
      </p:sp>
      <p:sp>
        <p:nvSpPr>
          <p:cNvPr id="20" name="Text Placeholder 2">
            <a:extLst>
              <a:ext uri="{FF2B5EF4-FFF2-40B4-BE49-F238E27FC236}">
                <a16:creationId xmlns:a16="http://schemas.microsoft.com/office/drawing/2014/main" id="{0A6491F4-97AD-1094-3D4C-75416A30CE37}"/>
              </a:ext>
            </a:extLst>
          </p:cNvPr>
          <p:cNvSpPr>
            <a:spLocks noGrp="1"/>
          </p:cNvSpPr>
          <p:nvPr>
            <p:ph type="body" sz="quarter" idx="28" hasCustomPrompt="1"/>
          </p:nvPr>
        </p:nvSpPr>
        <p:spPr>
          <a:xfrm>
            <a:off x="7360302" y="3112568"/>
            <a:ext cx="3968097" cy="1078213"/>
          </a:xfrm>
          <a:prstGeom prst="rect">
            <a:avLst/>
          </a:prstGeom>
        </p:spPr>
        <p:txBody>
          <a:bodyPr lIns="0" tIns="0" rIns="0" bIns="0"/>
          <a:lstStyle>
            <a:lvl1pPr marL="0" marR="0" indent="0" algn="l" defTabSz="912276" rtl="0" eaLnBrk="1" fontAlgn="base" latinLnBrk="0" hangingPunct="1">
              <a:lnSpc>
                <a:spcPts val="1733"/>
              </a:lnSpc>
              <a:spcBef>
                <a:spcPts val="0"/>
              </a:spcBef>
              <a:spcAft>
                <a:spcPts val="800"/>
              </a:spcAft>
              <a:buClr>
                <a:schemeClr val="tx2"/>
              </a:buClr>
              <a:buSzPct val="90000"/>
              <a:buFont typeface="Arial" panose="020B0604020202020204" pitchFamily="34" charset="0"/>
              <a:buNone/>
              <a:tabLst/>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labore et dolore. 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labore.</a:t>
            </a:r>
          </a:p>
          <a:p>
            <a:pPr lvl="0"/>
            <a:endParaRPr lang="en-GB" dirty="0"/>
          </a:p>
        </p:txBody>
      </p:sp>
      <p:sp>
        <p:nvSpPr>
          <p:cNvPr id="23" name="Text Placeholder 2">
            <a:extLst>
              <a:ext uri="{FF2B5EF4-FFF2-40B4-BE49-F238E27FC236}">
                <a16:creationId xmlns:a16="http://schemas.microsoft.com/office/drawing/2014/main" id="{792FD8C7-8C8B-6909-C32B-EAA567C1FEF3}"/>
              </a:ext>
            </a:extLst>
          </p:cNvPr>
          <p:cNvSpPr>
            <a:spLocks noGrp="1"/>
          </p:cNvSpPr>
          <p:nvPr>
            <p:ph type="body" sz="quarter" idx="29" hasCustomPrompt="1"/>
          </p:nvPr>
        </p:nvSpPr>
        <p:spPr>
          <a:xfrm>
            <a:off x="7360302" y="5043187"/>
            <a:ext cx="3968097" cy="1078213"/>
          </a:xfrm>
          <a:prstGeom prst="rect">
            <a:avLst/>
          </a:prstGeom>
        </p:spPr>
        <p:txBody>
          <a:bodyPr lIns="0" tIns="0" rIns="0" bIns="0"/>
          <a:lstStyle>
            <a:lvl1pPr marL="0" marR="0" indent="0" algn="l" defTabSz="912276" rtl="0" eaLnBrk="1" fontAlgn="base" latinLnBrk="0" hangingPunct="1">
              <a:lnSpc>
                <a:spcPts val="1733"/>
              </a:lnSpc>
              <a:spcBef>
                <a:spcPts val="0"/>
              </a:spcBef>
              <a:spcAft>
                <a:spcPts val="800"/>
              </a:spcAft>
              <a:buClr>
                <a:schemeClr val="tx2"/>
              </a:buClr>
              <a:buSzPct val="90000"/>
              <a:buFont typeface="Arial" panose="020B0604020202020204" pitchFamily="34" charset="0"/>
              <a:buNone/>
              <a:tabLst/>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labore et dolore. 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labore.</a:t>
            </a:r>
          </a:p>
          <a:p>
            <a:pPr lvl="0"/>
            <a:endParaRPr lang="en-GB" dirty="0"/>
          </a:p>
        </p:txBody>
      </p:sp>
    </p:spTree>
    <p:extLst>
      <p:ext uri="{BB962C8B-B14F-4D97-AF65-F5344CB8AC3E}">
        <p14:creationId xmlns:p14="http://schemas.microsoft.com/office/powerpoint/2010/main" val="2865560830"/>
      </p:ext>
    </p:extLst>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extLst>
    <p:ext uri="{DCECCB84-F9BA-43D5-87BE-67443E8EF086}">
      <p15:sldGuideLst xmlns:p15="http://schemas.microsoft.com/office/powerpoint/2012/main"/>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Half Page Text 3">
    <p:spTree>
      <p:nvGrpSpPr>
        <p:cNvPr id="1" name=""/>
        <p:cNvGrpSpPr/>
        <p:nvPr/>
      </p:nvGrpSpPr>
      <p:grpSpPr>
        <a:xfrm>
          <a:off x="0" y="0"/>
          <a:ext cx="0" cy="0"/>
          <a:chOff x="0" y="0"/>
          <a:chExt cx="0" cy="0"/>
        </a:xfrm>
      </p:grpSpPr>
      <p:sp>
        <p:nvSpPr>
          <p:cNvPr id="10" name="Text Placeholder 2">
            <a:extLst>
              <a:ext uri="{FF2B5EF4-FFF2-40B4-BE49-F238E27FC236}">
                <a16:creationId xmlns:a16="http://schemas.microsoft.com/office/drawing/2014/main" id="{3E8268D0-2B6B-14C3-F3A8-834B9EAEC765}"/>
              </a:ext>
            </a:extLst>
          </p:cNvPr>
          <p:cNvSpPr>
            <a:spLocks noGrp="1"/>
          </p:cNvSpPr>
          <p:nvPr>
            <p:ph type="body" sz="quarter" idx="21" hasCustomPrompt="1"/>
          </p:nvPr>
        </p:nvSpPr>
        <p:spPr>
          <a:xfrm>
            <a:off x="7360302" y="758396"/>
            <a:ext cx="3968097" cy="182881"/>
          </a:xfrm>
          <a:prstGeom prst="rect">
            <a:avLst/>
          </a:prstGeom>
        </p:spPr>
        <p:txBody>
          <a:bodyPr lIns="0" tIns="0" rIns="0" bIns="0"/>
          <a:lstStyle>
            <a:lvl1pPr marL="0" indent="0">
              <a:buFont typeface="Arial" panose="020B0604020202020204" pitchFamily="34" charset="0"/>
              <a:buNone/>
              <a:defRPr sz="16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Subtitle</a:t>
            </a:r>
          </a:p>
        </p:txBody>
      </p:sp>
      <p:sp>
        <p:nvSpPr>
          <p:cNvPr id="14" name="Text Placeholder 2">
            <a:extLst>
              <a:ext uri="{FF2B5EF4-FFF2-40B4-BE49-F238E27FC236}">
                <a16:creationId xmlns:a16="http://schemas.microsoft.com/office/drawing/2014/main" id="{8A14A143-03AF-F347-89FC-0666167C56A7}"/>
              </a:ext>
            </a:extLst>
          </p:cNvPr>
          <p:cNvSpPr>
            <a:spLocks noGrp="1"/>
          </p:cNvSpPr>
          <p:nvPr>
            <p:ph type="body" sz="quarter" idx="24" hasCustomPrompt="1"/>
          </p:nvPr>
        </p:nvSpPr>
        <p:spPr>
          <a:xfrm>
            <a:off x="7360302" y="2689016"/>
            <a:ext cx="3968097" cy="182881"/>
          </a:xfrm>
          <a:prstGeom prst="rect">
            <a:avLst/>
          </a:prstGeom>
        </p:spPr>
        <p:txBody>
          <a:bodyPr lIns="0" tIns="0" rIns="0" bIns="0"/>
          <a:lstStyle>
            <a:lvl1pPr marL="0" indent="0">
              <a:buFont typeface="Arial" panose="020B0604020202020204" pitchFamily="34" charset="0"/>
              <a:buNone/>
              <a:defRPr sz="16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Subtitle</a:t>
            </a:r>
          </a:p>
        </p:txBody>
      </p:sp>
      <p:sp>
        <p:nvSpPr>
          <p:cNvPr id="15" name="Text Placeholder 2">
            <a:extLst>
              <a:ext uri="{FF2B5EF4-FFF2-40B4-BE49-F238E27FC236}">
                <a16:creationId xmlns:a16="http://schemas.microsoft.com/office/drawing/2014/main" id="{1E323F44-643B-8464-6F8E-6F0C68F4A75A}"/>
              </a:ext>
            </a:extLst>
          </p:cNvPr>
          <p:cNvSpPr>
            <a:spLocks noGrp="1"/>
          </p:cNvSpPr>
          <p:nvPr>
            <p:ph type="body" sz="quarter" idx="26" hasCustomPrompt="1"/>
          </p:nvPr>
        </p:nvSpPr>
        <p:spPr>
          <a:xfrm>
            <a:off x="7360302" y="4610989"/>
            <a:ext cx="3968097" cy="182881"/>
          </a:xfrm>
          <a:prstGeom prst="rect">
            <a:avLst/>
          </a:prstGeom>
        </p:spPr>
        <p:txBody>
          <a:bodyPr lIns="0" tIns="0" rIns="0" bIns="0"/>
          <a:lstStyle>
            <a:lvl1pPr marL="0" indent="0">
              <a:buFont typeface="Arial" panose="020B0604020202020204" pitchFamily="34" charset="0"/>
              <a:buNone/>
              <a:defRPr sz="16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Subtitle</a:t>
            </a:r>
          </a:p>
        </p:txBody>
      </p:sp>
      <p:sp>
        <p:nvSpPr>
          <p:cNvPr id="16" name="Text Placeholder 2">
            <a:extLst>
              <a:ext uri="{FF2B5EF4-FFF2-40B4-BE49-F238E27FC236}">
                <a16:creationId xmlns:a16="http://schemas.microsoft.com/office/drawing/2014/main" id="{77D7AA59-52D3-A85E-06D7-7D6C84CBBB83}"/>
              </a:ext>
            </a:extLst>
          </p:cNvPr>
          <p:cNvSpPr>
            <a:spLocks noGrp="1"/>
          </p:cNvSpPr>
          <p:nvPr>
            <p:ph type="body" sz="quarter" idx="15" hasCustomPrompt="1"/>
          </p:nvPr>
        </p:nvSpPr>
        <p:spPr>
          <a:xfrm>
            <a:off x="7360302" y="1190595"/>
            <a:ext cx="3968097" cy="1078213"/>
          </a:xfrm>
          <a:prstGeom prst="rect">
            <a:avLst/>
          </a:prstGeom>
        </p:spPr>
        <p:txBody>
          <a:bodyPr lIns="0" tIns="0" rIns="0" bIns="0"/>
          <a:lstStyle>
            <a:lvl1pPr marL="0" marR="0" indent="0" algn="l" defTabSz="912276" rtl="0" eaLnBrk="1" fontAlgn="base" latinLnBrk="0" hangingPunct="1">
              <a:lnSpc>
                <a:spcPts val="1733"/>
              </a:lnSpc>
              <a:spcBef>
                <a:spcPts val="0"/>
              </a:spcBef>
              <a:spcAft>
                <a:spcPts val="800"/>
              </a:spcAft>
              <a:buClr>
                <a:schemeClr val="tx2"/>
              </a:buClr>
              <a:buSzPct val="90000"/>
              <a:buFont typeface="Arial" panose="020B0604020202020204" pitchFamily="34" charset="0"/>
              <a:buNone/>
              <a:tabLst/>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labore et dolore. 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labore.</a:t>
            </a:r>
          </a:p>
          <a:p>
            <a:pPr lvl="0"/>
            <a:endParaRPr lang="en-GB" dirty="0"/>
          </a:p>
        </p:txBody>
      </p:sp>
      <p:sp>
        <p:nvSpPr>
          <p:cNvPr id="20" name="Text Placeholder 2">
            <a:extLst>
              <a:ext uri="{FF2B5EF4-FFF2-40B4-BE49-F238E27FC236}">
                <a16:creationId xmlns:a16="http://schemas.microsoft.com/office/drawing/2014/main" id="{6481995A-7D97-808B-623A-0F2B9B54B1FA}"/>
              </a:ext>
            </a:extLst>
          </p:cNvPr>
          <p:cNvSpPr>
            <a:spLocks noGrp="1"/>
          </p:cNvSpPr>
          <p:nvPr>
            <p:ph type="body" sz="quarter" idx="28" hasCustomPrompt="1"/>
          </p:nvPr>
        </p:nvSpPr>
        <p:spPr>
          <a:xfrm>
            <a:off x="7360302" y="3112568"/>
            <a:ext cx="3968097" cy="1078213"/>
          </a:xfrm>
          <a:prstGeom prst="rect">
            <a:avLst/>
          </a:prstGeom>
        </p:spPr>
        <p:txBody>
          <a:bodyPr lIns="0" tIns="0" rIns="0" bIns="0"/>
          <a:lstStyle>
            <a:lvl1pPr marL="0" marR="0" indent="0" algn="l" defTabSz="912276" rtl="0" eaLnBrk="1" fontAlgn="base" latinLnBrk="0" hangingPunct="1">
              <a:lnSpc>
                <a:spcPts val="1733"/>
              </a:lnSpc>
              <a:spcBef>
                <a:spcPts val="0"/>
              </a:spcBef>
              <a:spcAft>
                <a:spcPts val="800"/>
              </a:spcAft>
              <a:buClr>
                <a:schemeClr val="tx2"/>
              </a:buClr>
              <a:buSzPct val="90000"/>
              <a:buFont typeface="Arial" panose="020B0604020202020204" pitchFamily="34" charset="0"/>
              <a:buNone/>
              <a:tabLst/>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labore et dolore. 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labore.</a:t>
            </a:r>
          </a:p>
          <a:p>
            <a:pPr lvl="0"/>
            <a:endParaRPr lang="en-GB" dirty="0"/>
          </a:p>
        </p:txBody>
      </p:sp>
      <p:sp>
        <p:nvSpPr>
          <p:cNvPr id="22" name="Text Placeholder 2">
            <a:extLst>
              <a:ext uri="{FF2B5EF4-FFF2-40B4-BE49-F238E27FC236}">
                <a16:creationId xmlns:a16="http://schemas.microsoft.com/office/drawing/2014/main" id="{C2C22A22-15C4-D3F3-399F-EBDDB222B289}"/>
              </a:ext>
            </a:extLst>
          </p:cNvPr>
          <p:cNvSpPr>
            <a:spLocks noGrp="1"/>
          </p:cNvSpPr>
          <p:nvPr>
            <p:ph type="body" sz="quarter" idx="29" hasCustomPrompt="1"/>
          </p:nvPr>
        </p:nvSpPr>
        <p:spPr>
          <a:xfrm>
            <a:off x="7360302" y="5043187"/>
            <a:ext cx="3968097" cy="1078213"/>
          </a:xfrm>
          <a:prstGeom prst="rect">
            <a:avLst/>
          </a:prstGeom>
        </p:spPr>
        <p:txBody>
          <a:bodyPr lIns="0" tIns="0" rIns="0" bIns="0"/>
          <a:lstStyle>
            <a:lvl1pPr marL="0" marR="0" indent="0" algn="l" defTabSz="912276" rtl="0" eaLnBrk="1" fontAlgn="base" latinLnBrk="0" hangingPunct="1">
              <a:lnSpc>
                <a:spcPts val="1733"/>
              </a:lnSpc>
              <a:spcBef>
                <a:spcPts val="0"/>
              </a:spcBef>
              <a:spcAft>
                <a:spcPts val="800"/>
              </a:spcAft>
              <a:buClr>
                <a:schemeClr val="tx2"/>
              </a:buClr>
              <a:buSzPct val="90000"/>
              <a:buFont typeface="Arial" panose="020B0604020202020204" pitchFamily="34" charset="0"/>
              <a:buNone/>
              <a:tabLst/>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labore et dolore. 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labore.</a:t>
            </a:r>
          </a:p>
          <a:p>
            <a:pPr lvl="0"/>
            <a:endParaRPr lang="en-GB" dirty="0"/>
          </a:p>
        </p:txBody>
      </p:sp>
      <p:sp>
        <p:nvSpPr>
          <p:cNvPr id="23" name="Title 1">
            <a:extLst>
              <a:ext uri="{FF2B5EF4-FFF2-40B4-BE49-F238E27FC236}">
                <a16:creationId xmlns:a16="http://schemas.microsoft.com/office/drawing/2014/main" id="{3576ECFD-ABB0-1491-EDD7-7F12498F6CCC}"/>
              </a:ext>
            </a:extLst>
          </p:cNvPr>
          <p:cNvSpPr>
            <a:spLocks noGrp="1"/>
          </p:cNvSpPr>
          <p:nvPr>
            <p:ph type="ctrTitle" hasCustomPrompt="1"/>
          </p:nvPr>
        </p:nvSpPr>
        <p:spPr>
          <a:xfrm>
            <a:off x="623904" y="2209802"/>
            <a:ext cx="5451437" cy="1955628"/>
          </a:xfrm>
          <a:prstGeom prst="rect">
            <a:avLst/>
          </a:prstGeom>
        </p:spPr>
        <p:txBody>
          <a:bodyPr lIns="0" tIns="0" rIns="0" bIns="0" anchor="ctr" anchorCtr="0"/>
          <a:lstStyle>
            <a:lvl1pPr marL="0" indent="0" algn="l">
              <a:lnSpc>
                <a:spcPct val="100000"/>
              </a:lnSpc>
              <a:buFont typeface="Arial" panose="020B0604020202020204" pitchFamily="34" charset="0"/>
              <a:buNone/>
              <a:defRPr sz="4267" b="0" i="0" spc="0" baseline="0">
                <a:solidFill>
                  <a:schemeClr val="bg1"/>
                </a:solidFill>
                <a:latin typeface="CiscoSansTT ExtraLight" panose="020B0303020201020303" pitchFamily="34" charset="0"/>
                <a:cs typeface="CiscoSansTT ExtraLight" panose="020B0303020201020303" pitchFamily="34" charset="0"/>
              </a:defRPr>
            </a:lvl1pPr>
          </a:lstStyle>
          <a:p>
            <a:r>
              <a:rPr lang="en-GB" dirty="0"/>
              <a:t>Slide copy should</a:t>
            </a:r>
            <a:br>
              <a:rPr lang="en-GB" dirty="0"/>
            </a:br>
            <a:r>
              <a:rPr lang="en-GB" dirty="0"/>
              <a:t>go here</a:t>
            </a:r>
            <a:endParaRPr lang="en-US" dirty="0"/>
          </a:p>
        </p:txBody>
      </p:sp>
      <p:sp>
        <p:nvSpPr>
          <p:cNvPr id="24" name="Text Placeholder 2">
            <a:extLst>
              <a:ext uri="{FF2B5EF4-FFF2-40B4-BE49-F238E27FC236}">
                <a16:creationId xmlns:a16="http://schemas.microsoft.com/office/drawing/2014/main" id="{AEDD64BB-96E9-B53B-7D4D-690B8C23D059}"/>
              </a:ext>
            </a:extLst>
          </p:cNvPr>
          <p:cNvSpPr>
            <a:spLocks noGrp="1"/>
          </p:cNvSpPr>
          <p:nvPr>
            <p:ph type="body" sz="quarter" idx="14" hasCustomPrompt="1"/>
          </p:nvPr>
        </p:nvSpPr>
        <p:spPr>
          <a:xfrm>
            <a:off x="632127" y="431801"/>
            <a:ext cx="3489235" cy="304800"/>
          </a:xfrm>
          <a:prstGeom prst="rect">
            <a:avLst/>
          </a:prstGeom>
        </p:spPr>
        <p:txBody>
          <a:bodyPr lIns="0" tIns="0" rIns="0" bIns="0"/>
          <a:lstStyle>
            <a:lvl1pPr marL="0" indent="0">
              <a:buFont typeface="Arial" panose="020B0604020202020204" pitchFamily="34" charset="0"/>
              <a:buNone/>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Section title</a:t>
            </a:r>
          </a:p>
        </p:txBody>
      </p:sp>
    </p:spTree>
    <p:extLst>
      <p:ext uri="{BB962C8B-B14F-4D97-AF65-F5344CB8AC3E}">
        <p14:creationId xmlns:p14="http://schemas.microsoft.com/office/powerpoint/2010/main" val="149614164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extLst>
    <p:ext uri="{DCECCB84-F9BA-43D5-87BE-67443E8EF086}">
      <p15:sldGuideLst xmlns:p15="http://schemas.microsoft.com/office/powerpoint/2012/main"/>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Half Page Text 4">
    <p:spTree>
      <p:nvGrpSpPr>
        <p:cNvPr id="1" name=""/>
        <p:cNvGrpSpPr/>
        <p:nvPr/>
      </p:nvGrpSpPr>
      <p:grpSpPr>
        <a:xfrm>
          <a:off x="0" y="0"/>
          <a:ext cx="0" cy="0"/>
          <a:chOff x="0" y="0"/>
          <a:chExt cx="0" cy="0"/>
        </a:xfrm>
      </p:grpSpPr>
      <p:sp>
        <p:nvSpPr>
          <p:cNvPr id="4" name="Rectangle 3"/>
          <p:cNvSpPr/>
          <p:nvPr/>
        </p:nvSpPr>
        <p:spPr>
          <a:xfrm>
            <a:off x="6104471" y="0"/>
            <a:ext cx="6106789" cy="6858000"/>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67" b="0" i="0" dirty="0">
              <a:latin typeface="CiscoSansTT ExtraLight" panose="020B0303020201020303" pitchFamily="34" charset="0"/>
            </a:endParaRPr>
          </a:p>
        </p:txBody>
      </p:sp>
      <p:sp>
        <p:nvSpPr>
          <p:cNvPr id="7" name="Title 1">
            <a:extLst>
              <a:ext uri="{FF2B5EF4-FFF2-40B4-BE49-F238E27FC236}">
                <a16:creationId xmlns:a16="http://schemas.microsoft.com/office/drawing/2014/main" id="{500FB767-EEA9-D740-8EE8-2114332F6203}"/>
              </a:ext>
            </a:extLst>
          </p:cNvPr>
          <p:cNvSpPr>
            <a:spLocks noGrp="1"/>
          </p:cNvSpPr>
          <p:nvPr>
            <p:ph type="ctrTitle" hasCustomPrompt="1"/>
          </p:nvPr>
        </p:nvSpPr>
        <p:spPr>
          <a:xfrm>
            <a:off x="626048" y="2209802"/>
            <a:ext cx="5451437" cy="1955628"/>
          </a:xfrm>
          <a:prstGeom prst="rect">
            <a:avLst/>
          </a:prstGeom>
        </p:spPr>
        <p:txBody>
          <a:bodyPr lIns="0" tIns="0" rIns="0" bIns="0" anchor="ctr" anchorCtr="0"/>
          <a:lstStyle>
            <a:lvl1pPr marL="0" indent="0" algn="l">
              <a:lnSpc>
                <a:spcPct val="100000"/>
              </a:lnSpc>
              <a:buFont typeface="Arial" panose="020B0604020202020204" pitchFamily="34" charset="0"/>
              <a:buNone/>
              <a:defRPr sz="4267" b="0" i="0" spc="0" baseline="0">
                <a:solidFill>
                  <a:schemeClr val="bg1"/>
                </a:solidFill>
                <a:latin typeface="CiscoSansTT ExtraLight" panose="020B0303020201020303" pitchFamily="34" charset="0"/>
                <a:cs typeface="CiscoSansTT ExtraLight" panose="020B0303020201020303" pitchFamily="34" charset="0"/>
              </a:defRPr>
            </a:lvl1pPr>
          </a:lstStyle>
          <a:p>
            <a:r>
              <a:rPr lang="en-GB" dirty="0"/>
              <a:t>Slide copy should</a:t>
            </a:r>
            <a:br>
              <a:rPr lang="en-GB" dirty="0"/>
            </a:br>
            <a:r>
              <a:rPr lang="en-GB" dirty="0"/>
              <a:t>go here</a:t>
            </a:r>
            <a:endParaRPr lang="en-US" dirty="0"/>
          </a:p>
        </p:txBody>
      </p:sp>
      <p:sp>
        <p:nvSpPr>
          <p:cNvPr id="16" name="Text Placeholder 2">
            <a:extLst>
              <a:ext uri="{FF2B5EF4-FFF2-40B4-BE49-F238E27FC236}">
                <a16:creationId xmlns:a16="http://schemas.microsoft.com/office/drawing/2014/main" id="{6D48D0B9-5AAE-5EA0-915E-F4A587C78DEA}"/>
              </a:ext>
            </a:extLst>
          </p:cNvPr>
          <p:cNvSpPr>
            <a:spLocks noGrp="1"/>
          </p:cNvSpPr>
          <p:nvPr>
            <p:ph type="body" sz="quarter" idx="14" hasCustomPrompt="1"/>
          </p:nvPr>
        </p:nvSpPr>
        <p:spPr>
          <a:xfrm>
            <a:off x="632127" y="431800"/>
            <a:ext cx="3489235" cy="304800"/>
          </a:xfrm>
          <a:prstGeom prst="rect">
            <a:avLst/>
          </a:prstGeom>
        </p:spPr>
        <p:txBody>
          <a:bodyPr lIns="0" tIns="0" rIns="0" bIns="0"/>
          <a:lstStyle>
            <a:lvl1pPr marL="0" indent="0">
              <a:spcBef>
                <a:spcPts val="0"/>
              </a:spcBef>
              <a:buFont typeface="Arial" panose="020B0604020202020204" pitchFamily="34" charset="0"/>
              <a:buNone/>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Section title</a:t>
            </a:r>
          </a:p>
        </p:txBody>
      </p:sp>
      <p:sp>
        <p:nvSpPr>
          <p:cNvPr id="13" name="Text Placeholder 2">
            <a:extLst>
              <a:ext uri="{FF2B5EF4-FFF2-40B4-BE49-F238E27FC236}">
                <a16:creationId xmlns:a16="http://schemas.microsoft.com/office/drawing/2014/main" id="{FD776BEA-9222-9BAE-1B0A-D130A0C27386}"/>
              </a:ext>
            </a:extLst>
          </p:cNvPr>
          <p:cNvSpPr>
            <a:spLocks noGrp="1"/>
          </p:cNvSpPr>
          <p:nvPr>
            <p:ph type="body" sz="quarter" idx="21" hasCustomPrompt="1"/>
          </p:nvPr>
        </p:nvSpPr>
        <p:spPr>
          <a:xfrm>
            <a:off x="7360304" y="758396"/>
            <a:ext cx="3985947" cy="182881"/>
          </a:xfrm>
          <a:prstGeom prst="rect">
            <a:avLst/>
          </a:prstGeom>
        </p:spPr>
        <p:txBody>
          <a:bodyPr lIns="0" tIns="0" rIns="0" bIns="0"/>
          <a:lstStyle>
            <a:lvl1pPr marL="0" indent="0">
              <a:buFont typeface="Arial" panose="020B0604020202020204" pitchFamily="34" charset="0"/>
              <a:buNone/>
              <a:defRPr sz="1600" b="0" i="0" baseline="0">
                <a:solidFill>
                  <a:schemeClr val="bg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Subtitle</a:t>
            </a:r>
          </a:p>
        </p:txBody>
      </p:sp>
      <p:sp>
        <p:nvSpPr>
          <p:cNvPr id="14" name="Text Placeholder 2">
            <a:extLst>
              <a:ext uri="{FF2B5EF4-FFF2-40B4-BE49-F238E27FC236}">
                <a16:creationId xmlns:a16="http://schemas.microsoft.com/office/drawing/2014/main" id="{4FF5CF4C-D0EB-653A-EF97-9B340B356D4E}"/>
              </a:ext>
            </a:extLst>
          </p:cNvPr>
          <p:cNvSpPr>
            <a:spLocks noGrp="1"/>
          </p:cNvSpPr>
          <p:nvPr>
            <p:ph type="body" sz="quarter" idx="24" hasCustomPrompt="1"/>
          </p:nvPr>
        </p:nvSpPr>
        <p:spPr>
          <a:xfrm>
            <a:off x="7360304" y="2689016"/>
            <a:ext cx="3985947" cy="182881"/>
          </a:xfrm>
          <a:prstGeom prst="rect">
            <a:avLst/>
          </a:prstGeom>
        </p:spPr>
        <p:txBody>
          <a:bodyPr lIns="0" tIns="0" rIns="0" bIns="0"/>
          <a:lstStyle>
            <a:lvl1pPr marL="0" indent="0">
              <a:buFont typeface="Arial" panose="020B0604020202020204" pitchFamily="34" charset="0"/>
              <a:buNone/>
              <a:defRPr sz="1600" b="0" i="0" baseline="0">
                <a:solidFill>
                  <a:schemeClr val="bg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Subtitle</a:t>
            </a:r>
          </a:p>
        </p:txBody>
      </p:sp>
      <p:sp>
        <p:nvSpPr>
          <p:cNvPr id="15" name="Text Placeholder 2">
            <a:extLst>
              <a:ext uri="{FF2B5EF4-FFF2-40B4-BE49-F238E27FC236}">
                <a16:creationId xmlns:a16="http://schemas.microsoft.com/office/drawing/2014/main" id="{AD7E996C-EDDD-1C3A-F435-CE74CC8C66CD}"/>
              </a:ext>
            </a:extLst>
          </p:cNvPr>
          <p:cNvSpPr>
            <a:spLocks noGrp="1"/>
          </p:cNvSpPr>
          <p:nvPr>
            <p:ph type="body" sz="quarter" idx="26" hasCustomPrompt="1"/>
          </p:nvPr>
        </p:nvSpPr>
        <p:spPr>
          <a:xfrm>
            <a:off x="7360304" y="4610989"/>
            <a:ext cx="3985947" cy="182881"/>
          </a:xfrm>
          <a:prstGeom prst="rect">
            <a:avLst/>
          </a:prstGeom>
        </p:spPr>
        <p:txBody>
          <a:bodyPr lIns="0" tIns="0" rIns="0" bIns="0"/>
          <a:lstStyle>
            <a:lvl1pPr marL="0" indent="0">
              <a:buFont typeface="Arial" panose="020B0604020202020204" pitchFamily="34" charset="0"/>
              <a:buNone/>
              <a:defRPr sz="1600" b="0" i="0" baseline="0">
                <a:solidFill>
                  <a:schemeClr val="bg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Subtitle</a:t>
            </a:r>
          </a:p>
        </p:txBody>
      </p:sp>
      <p:sp>
        <p:nvSpPr>
          <p:cNvPr id="20" name="Text Placeholder 2">
            <a:extLst>
              <a:ext uri="{FF2B5EF4-FFF2-40B4-BE49-F238E27FC236}">
                <a16:creationId xmlns:a16="http://schemas.microsoft.com/office/drawing/2014/main" id="{7EAE9D52-E667-E111-D1B1-C8DA2561EB82}"/>
              </a:ext>
            </a:extLst>
          </p:cNvPr>
          <p:cNvSpPr>
            <a:spLocks noGrp="1"/>
          </p:cNvSpPr>
          <p:nvPr>
            <p:ph type="body" sz="quarter" idx="15" hasCustomPrompt="1"/>
          </p:nvPr>
        </p:nvSpPr>
        <p:spPr>
          <a:xfrm>
            <a:off x="7360304" y="1190595"/>
            <a:ext cx="3985947" cy="1078213"/>
          </a:xfrm>
          <a:prstGeom prst="rect">
            <a:avLst/>
          </a:prstGeom>
        </p:spPr>
        <p:txBody>
          <a:bodyPr lIns="0" tIns="0" rIns="0" bIns="0"/>
          <a:lstStyle>
            <a:lvl1pPr marL="0" marR="0" indent="0" algn="l" defTabSz="912276" rtl="0" eaLnBrk="1" fontAlgn="base" latinLnBrk="0" hangingPunct="1">
              <a:lnSpc>
                <a:spcPts val="1733"/>
              </a:lnSpc>
              <a:spcBef>
                <a:spcPts val="0"/>
              </a:spcBef>
              <a:spcAft>
                <a:spcPts val="800"/>
              </a:spcAft>
              <a:buClr>
                <a:schemeClr val="tx2"/>
              </a:buClr>
              <a:buSzPct val="90000"/>
              <a:buFont typeface="Arial" panose="020B0604020202020204" pitchFamily="34" charset="0"/>
              <a:buNone/>
              <a:tabLst/>
              <a:defRPr sz="1300" b="0" i="0" baseline="0">
                <a:solidFill>
                  <a:schemeClr val="bg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labore et dolore. 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labore.</a:t>
            </a:r>
          </a:p>
          <a:p>
            <a:pPr lvl="0"/>
            <a:endParaRPr lang="en-GB" dirty="0"/>
          </a:p>
        </p:txBody>
      </p:sp>
      <p:sp>
        <p:nvSpPr>
          <p:cNvPr id="22" name="Text Placeholder 2">
            <a:extLst>
              <a:ext uri="{FF2B5EF4-FFF2-40B4-BE49-F238E27FC236}">
                <a16:creationId xmlns:a16="http://schemas.microsoft.com/office/drawing/2014/main" id="{43217552-FC77-55C0-C4C3-86742477333B}"/>
              </a:ext>
            </a:extLst>
          </p:cNvPr>
          <p:cNvSpPr>
            <a:spLocks noGrp="1"/>
          </p:cNvSpPr>
          <p:nvPr>
            <p:ph type="body" sz="quarter" idx="28" hasCustomPrompt="1"/>
          </p:nvPr>
        </p:nvSpPr>
        <p:spPr>
          <a:xfrm>
            <a:off x="7360304" y="3112568"/>
            <a:ext cx="3985947" cy="1078213"/>
          </a:xfrm>
          <a:prstGeom prst="rect">
            <a:avLst/>
          </a:prstGeom>
        </p:spPr>
        <p:txBody>
          <a:bodyPr lIns="0" tIns="0" rIns="0" bIns="0"/>
          <a:lstStyle>
            <a:lvl1pPr marL="0" marR="0" indent="0" algn="l" defTabSz="912276" rtl="0" eaLnBrk="1" fontAlgn="base" latinLnBrk="0" hangingPunct="1">
              <a:lnSpc>
                <a:spcPts val="1733"/>
              </a:lnSpc>
              <a:spcBef>
                <a:spcPts val="0"/>
              </a:spcBef>
              <a:spcAft>
                <a:spcPts val="800"/>
              </a:spcAft>
              <a:buClr>
                <a:schemeClr val="tx2"/>
              </a:buClr>
              <a:buSzPct val="90000"/>
              <a:buFont typeface="Arial" panose="020B0604020202020204" pitchFamily="34" charset="0"/>
              <a:buNone/>
              <a:tabLst/>
              <a:defRPr sz="1300" b="0" i="0" baseline="0">
                <a:solidFill>
                  <a:schemeClr val="bg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labore et dolore. 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labore.</a:t>
            </a:r>
          </a:p>
          <a:p>
            <a:pPr lvl="0"/>
            <a:endParaRPr lang="en-GB" dirty="0"/>
          </a:p>
        </p:txBody>
      </p:sp>
      <p:sp>
        <p:nvSpPr>
          <p:cNvPr id="23" name="Text Placeholder 2">
            <a:extLst>
              <a:ext uri="{FF2B5EF4-FFF2-40B4-BE49-F238E27FC236}">
                <a16:creationId xmlns:a16="http://schemas.microsoft.com/office/drawing/2014/main" id="{61B96D09-51F8-E400-53C3-04E0CB41305D}"/>
              </a:ext>
            </a:extLst>
          </p:cNvPr>
          <p:cNvSpPr>
            <a:spLocks noGrp="1"/>
          </p:cNvSpPr>
          <p:nvPr>
            <p:ph type="body" sz="quarter" idx="29" hasCustomPrompt="1"/>
          </p:nvPr>
        </p:nvSpPr>
        <p:spPr>
          <a:xfrm>
            <a:off x="7360304" y="5043187"/>
            <a:ext cx="3985947" cy="1078213"/>
          </a:xfrm>
          <a:prstGeom prst="rect">
            <a:avLst/>
          </a:prstGeom>
        </p:spPr>
        <p:txBody>
          <a:bodyPr lIns="0" tIns="0" rIns="0" bIns="0"/>
          <a:lstStyle>
            <a:lvl1pPr marL="0" marR="0" indent="0" algn="l" defTabSz="912276" rtl="0" eaLnBrk="1" fontAlgn="base" latinLnBrk="0" hangingPunct="1">
              <a:lnSpc>
                <a:spcPts val="1733"/>
              </a:lnSpc>
              <a:spcBef>
                <a:spcPts val="0"/>
              </a:spcBef>
              <a:spcAft>
                <a:spcPts val="800"/>
              </a:spcAft>
              <a:buClr>
                <a:schemeClr val="tx2"/>
              </a:buClr>
              <a:buSzPct val="90000"/>
              <a:buFont typeface="Arial" panose="020B0604020202020204" pitchFamily="34" charset="0"/>
              <a:buNone/>
              <a:tabLst/>
              <a:defRPr sz="1300" b="0" i="0" baseline="0">
                <a:solidFill>
                  <a:schemeClr val="bg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labore et dolore. 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labore.</a:t>
            </a:r>
          </a:p>
          <a:p>
            <a:pPr lvl="0"/>
            <a:endParaRPr lang="en-GB" dirty="0"/>
          </a:p>
        </p:txBody>
      </p:sp>
    </p:spTree>
    <p:extLst>
      <p:ext uri="{BB962C8B-B14F-4D97-AF65-F5344CB8AC3E}">
        <p14:creationId xmlns:p14="http://schemas.microsoft.com/office/powerpoint/2010/main" val="220734239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extLst>
    <p:ext uri="{DCECCB84-F9BA-43D5-87BE-67443E8EF086}">
      <p15:sldGuideLst xmlns:p15="http://schemas.microsoft.com/office/powerpoint/2012/main"/>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Half page text 5">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9F37C714-926C-B64D-A4F5-C938E3E4ED20}"/>
              </a:ext>
            </a:extLst>
          </p:cNvPr>
          <p:cNvSpPr/>
          <p:nvPr/>
        </p:nvSpPr>
        <p:spPr>
          <a:xfrm>
            <a:off x="6104471" y="0"/>
            <a:ext cx="6106789" cy="6858000"/>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67" b="0" i="0" dirty="0">
              <a:latin typeface="CiscoSansTT ExtraLight" panose="020B0303020201020303" pitchFamily="34" charset="0"/>
            </a:endParaRPr>
          </a:p>
        </p:txBody>
      </p:sp>
      <p:sp>
        <p:nvSpPr>
          <p:cNvPr id="16" name="Text Placeholder 2">
            <a:extLst>
              <a:ext uri="{FF2B5EF4-FFF2-40B4-BE49-F238E27FC236}">
                <a16:creationId xmlns:a16="http://schemas.microsoft.com/office/drawing/2014/main" id="{C2CBB27D-4ECC-7D57-A8D7-9837ACB4C785}"/>
              </a:ext>
            </a:extLst>
          </p:cNvPr>
          <p:cNvSpPr>
            <a:spLocks noGrp="1"/>
          </p:cNvSpPr>
          <p:nvPr>
            <p:ph type="body" sz="quarter" idx="21" hasCustomPrompt="1"/>
          </p:nvPr>
        </p:nvSpPr>
        <p:spPr>
          <a:xfrm>
            <a:off x="7360304" y="758396"/>
            <a:ext cx="3985947" cy="182881"/>
          </a:xfrm>
          <a:prstGeom prst="rect">
            <a:avLst/>
          </a:prstGeom>
        </p:spPr>
        <p:txBody>
          <a:bodyPr lIns="0" tIns="0" rIns="0" bIns="0"/>
          <a:lstStyle>
            <a:lvl1pPr marL="0" indent="0">
              <a:buFont typeface="Arial" panose="020B0604020202020204" pitchFamily="34" charset="0"/>
              <a:buNone/>
              <a:defRPr sz="1600" b="0" i="0" baseline="0">
                <a:solidFill>
                  <a:schemeClr val="bg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Subtitle</a:t>
            </a:r>
          </a:p>
        </p:txBody>
      </p:sp>
      <p:sp>
        <p:nvSpPr>
          <p:cNvPr id="18" name="Text Placeholder 2">
            <a:extLst>
              <a:ext uri="{FF2B5EF4-FFF2-40B4-BE49-F238E27FC236}">
                <a16:creationId xmlns:a16="http://schemas.microsoft.com/office/drawing/2014/main" id="{4E4DEDCA-B1D8-2700-95AE-F61F2A5A40E4}"/>
              </a:ext>
            </a:extLst>
          </p:cNvPr>
          <p:cNvSpPr>
            <a:spLocks noGrp="1"/>
          </p:cNvSpPr>
          <p:nvPr>
            <p:ph type="body" sz="quarter" idx="24" hasCustomPrompt="1"/>
          </p:nvPr>
        </p:nvSpPr>
        <p:spPr>
          <a:xfrm>
            <a:off x="7360304" y="2689016"/>
            <a:ext cx="3985947" cy="182881"/>
          </a:xfrm>
          <a:prstGeom prst="rect">
            <a:avLst/>
          </a:prstGeom>
        </p:spPr>
        <p:txBody>
          <a:bodyPr lIns="0" tIns="0" rIns="0" bIns="0"/>
          <a:lstStyle>
            <a:lvl1pPr marL="0" indent="0">
              <a:buFont typeface="Arial" panose="020B0604020202020204" pitchFamily="34" charset="0"/>
              <a:buNone/>
              <a:defRPr sz="1600" b="0" i="0" baseline="0">
                <a:solidFill>
                  <a:schemeClr val="bg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Subtitle</a:t>
            </a:r>
          </a:p>
        </p:txBody>
      </p:sp>
      <p:sp>
        <p:nvSpPr>
          <p:cNvPr id="19" name="Text Placeholder 2">
            <a:extLst>
              <a:ext uri="{FF2B5EF4-FFF2-40B4-BE49-F238E27FC236}">
                <a16:creationId xmlns:a16="http://schemas.microsoft.com/office/drawing/2014/main" id="{DCB8C56B-FD0B-ED99-1F78-93E2F9DB6316}"/>
              </a:ext>
            </a:extLst>
          </p:cNvPr>
          <p:cNvSpPr>
            <a:spLocks noGrp="1"/>
          </p:cNvSpPr>
          <p:nvPr>
            <p:ph type="body" sz="quarter" idx="26" hasCustomPrompt="1"/>
          </p:nvPr>
        </p:nvSpPr>
        <p:spPr>
          <a:xfrm>
            <a:off x="7360304" y="4610989"/>
            <a:ext cx="3985947" cy="182881"/>
          </a:xfrm>
          <a:prstGeom prst="rect">
            <a:avLst/>
          </a:prstGeom>
        </p:spPr>
        <p:txBody>
          <a:bodyPr lIns="0" tIns="0" rIns="0" bIns="0"/>
          <a:lstStyle>
            <a:lvl1pPr marL="0" indent="0">
              <a:buFont typeface="Arial" panose="020B0604020202020204" pitchFamily="34" charset="0"/>
              <a:buNone/>
              <a:defRPr sz="1600" b="0" i="0" baseline="0">
                <a:solidFill>
                  <a:schemeClr val="bg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Subtitle</a:t>
            </a:r>
          </a:p>
        </p:txBody>
      </p:sp>
      <p:sp>
        <p:nvSpPr>
          <p:cNvPr id="21" name="Text Placeholder 2">
            <a:extLst>
              <a:ext uri="{FF2B5EF4-FFF2-40B4-BE49-F238E27FC236}">
                <a16:creationId xmlns:a16="http://schemas.microsoft.com/office/drawing/2014/main" id="{4FF4178D-EA14-1DB3-76F5-F17A2F680081}"/>
              </a:ext>
            </a:extLst>
          </p:cNvPr>
          <p:cNvSpPr>
            <a:spLocks noGrp="1"/>
          </p:cNvSpPr>
          <p:nvPr>
            <p:ph type="body" sz="quarter" idx="15" hasCustomPrompt="1"/>
          </p:nvPr>
        </p:nvSpPr>
        <p:spPr>
          <a:xfrm>
            <a:off x="7360304" y="1190595"/>
            <a:ext cx="3985947" cy="1078213"/>
          </a:xfrm>
          <a:prstGeom prst="rect">
            <a:avLst/>
          </a:prstGeom>
        </p:spPr>
        <p:txBody>
          <a:bodyPr lIns="0" tIns="0" rIns="0" bIns="0"/>
          <a:lstStyle>
            <a:lvl1pPr marL="0" marR="0" indent="0" algn="l" defTabSz="912276" rtl="0" eaLnBrk="1" fontAlgn="base" latinLnBrk="0" hangingPunct="1">
              <a:lnSpc>
                <a:spcPts val="1733"/>
              </a:lnSpc>
              <a:spcBef>
                <a:spcPts val="0"/>
              </a:spcBef>
              <a:spcAft>
                <a:spcPts val="800"/>
              </a:spcAft>
              <a:buClr>
                <a:schemeClr val="tx2"/>
              </a:buClr>
              <a:buSzPct val="90000"/>
              <a:buFont typeface="Arial" panose="020B0604020202020204" pitchFamily="34" charset="0"/>
              <a:buNone/>
              <a:tabLst/>
              <a:defRPr sz="1300" b="0" i="0" baseline="0">
                <a:solidFill>
                  <a:schemeClr val="bg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labore et dolore. 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labore.</a:t>
            </a:r>
          </a:p>
          <a:p>
            <a:pPr lvl="0"/>
            <a:endParaRPr lang="en-GB" dirty="0"/>
          </a:p>
        </p:txBody>
      </p:sp>
      <p:sp>
        <p:nvSpPr>
          <p:cNvPr id="22" name="Text Placeholder 2">
            <a:extLst>
              <a:ext uri="{FF2B5EF4-FFF2-40B4-BE49-F238E27FC236}">
                <a16:creationId xmlns:a16="http://schemas.microsoft.com/office/drawing/2014/main" id="{C50465A6-124F-F258-49BE-3472BBC000E1}"/>
              </a:ext>
            </a:extLst>
          </p:cNvPr>
          <p:cNvSpPr>
            <a:spLocks noGrp="1"/>
          </p:cNvSpPr>
          <p:nvPr>
            <p:ph type="body" sz="quarter" idx="28" hasCustomPrompt="1"/>
          </p:nvPr>
        </p:nvSpPr>
        <p:spPr>
          <a:xfrm>
            <a:off x="7360304" y="3112568"/>
            <a:ext cx="3985947" cy="1078213"/>
          </a:xfrm>
          <a:prstGeom prst="rect">
            <a:avLst/>
          </a:prstGeom>
        </p:spPr>
        <p:txBody>
          <a:bodyPr lIns="0" tIns="0" rIns="0" bIns="0"/>
          <a:lstStyle>
            <a:lvl1pPr marL="0" marR="0" indent="0" algn="l" defTabSz="912276" rtl="0" eaLnBrk="1" fontAlgn="base" latinLnBrk="0" hangingPunct="1">
              <a:lnSpc>
                <a:spcPts val="1733"/>
              </a:lnSpc>
              <a:spcBef>
                <a:spcPts val="0"/>
              </a:spcBef>
              <a:spcAft>
                <a:spcPts val="800"/>
              </a:spcAft>
              <a:buClr>
                <a:schemeClr val="tx2"/>
              </a:buClr>
              <a:buSzPct val="90000"/>
              <a:buFont typeface="Arial" panose="020B0604020202020204" pitchFamily="34" charset="0"/>
              <a:buNone/>
              <a:tabLst/>
              <a:defRPr sz="1300" b="0" i="0" baseline="0">
                <a:solidFill>
                  <a:schemeClr val="bg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labore et dolore. 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labore.</a:t>
            </a:r>
          </a:p>
          <a:p>
            <a:pPr lvl="0"/>
            <a:endParaRPr lang="en-GB" dirty="0"/>
          </a:p>
        </p:txBody>
      </p:sp>
      <p:sp>
        <p:nvSpPr>
          <p:cNvPr id="23" name="Text Placeholder 2">
            <a:extLst>
              <a:ext uri="{FF2B5EF4-FFF2-40B4-BE49-F238E27FC236}">
                <a16:creationId xmlns:a16="http://schemas.microsoft.com/office/drawing/2014/main" id="{88F04DA7-F805-D415-F2BB-79E89146E2C0}"/>
              </a:ext>
            </a:extLst>
          </p:cNvPr>
          <p:cNvSpPr>
            <a:spLocks noGrp="1"/>
          </p:cNvSpPr>
          <p:nvPr>
            <p:ph type="body" sz="quarter" idx="29" hasCustomPrompt="1"/>
          </p:nvPr>
        </p:nvSpPr>
        <p:spPr>
          <a:xfrm>
            <a:off x="7360304" y="5043187"/>
            <a:ext cx="3985947" cy="1078213"/>
          </a:xfrm>
          <a:prstGeom prst="rect">
            <a:avLst/>
          </a:prstGeom>
        </p:spPr>
        <p:txBody>
          <a:bodyPr lIns="0" tIns="0" rIns="0" bIns="0"/>
          <a:lstStyle>
            <a:lvl1pPr marL="0" marR="0" indent="0" algn="l" defTabSz="912276" rtl="0" eaLnBrk="1" fontAlgn="base" latinLnBrk="0" hangingPunct="1">
              <a:lnSpc>
                <a:spcPts val="1733"/>
              </a:lnSpc>
              <a:spcBef>
                <a:spcPts val="0"/>
              </a:spcBef>
              <a:spcAft>
                <a:spcPts val="800"/>
              </a:spcAft>
              <a:buClr>
                <a:schemeClr val="tx2"/>
              </a:buClr>
              <a:buSzPct val="90000"/>
              <a:buFont typeface="Arial" panose="020B0604020202020204" pitchFamily="34" charset="0"/>
              <a:buNone/>
              <a:tabLst/>
              <a:defRPr sz="1300" b="0" i="0" baseline="0">
                <a:solidFill>
                  <a:schemeClr val="bg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labore et dolore. 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labore.</a:t>
            </a:r>
          </a:p>
          <a:p>
            <a:pPr lvl="0"/>
            <a:endParaRPr lang="en-GB" dirty="0"/>
          </a:p>
        </p:txBody>
      </p:sp>
      <p:sp>
        <p:nvSpPr>
          <p:cNvPr id="24" name="Title 1">
            <a:extLst>
              <a:ext uri="{FF2B5EF4-FFF2-40B4-BE49-F238E27FC236}">
                <a16:creationId xmlns:a16="http://schemas.microsoft.com/office/drawing/2014/main" id="{63195051-635B-6257-E964-771DABF5DF3B}"/>
              </a:ext>
            </a:extLst>
          </p:cNvPr>
          <p:cNvSpPr>
            <a:spLocks noGrp="1"/>
          </p:cNvSpPr>
          <p:nvPr>
            <p:ph type="ctrTitle" hasCustomPrompt="1"/>
          </p:nvPr>
        </p:nvSpPr>
        <p:spPr>
          <a:xfrm>
            <a:off x="632125" y="1771876"/>
            <a:ext cx="3489235" cy="443753"/>
          </a:xfrm>
          <a:prstGeom prst="rect">
            <a:avLst/>
          </a:prstGeom>
        </p:spPr>
        <p:txBody>
          <a:bodyPr lIns="0" tIns="0" rIns="0" bIns="0" anchor="b"/>
          <a:lstStyle>
            <a:lvl1pPr marL="0" indent="0" algn="l">
              <a:lnSpc>
                <a:spcPct val="100000"/>
              </a:lnSpc>
              <a:buFont typeface="Arial" panose="020B0604020202020204" pitchFamily="34" charset="0"/>
              <a:buNone/>
              <a:defRPr sz="3200" b="0" i="0" spc="0" baseline="0">
                <a:solidFill>
                  <a:schemeClr val="bg1"/>
                </a:solidFill>
                <a:latin typeface="CiscoSansTT ExtraLight" panose="020B0303020201020303" pitchFamily="34" charset="0"/>
                <a:cs typeface="CiscoSansTT ExtraLight" panose="020B0303020201020303" pitchFamily="34" charset="0"/>
              </a:defRPr>
            </a:lvl1pPr>
          </a:lstStyle>
          <a:p>
            <a:r>
              <a:rPr lang="en-GB" dirty="0"/>
              <a:t>Heading </a:t>
            </a:r>
            <a:endParaRPr lang="en-US" dirty="0"/>
          </a:p>
        </p:txBody>
      </p:sp>
      <p:sp>
        <p:nvSpPr>
          <p:cNvPr id="25" name="Text Placeholder 2">
            <a:extLst>
              <a:ext uri="{FF2B5EF4-FFF2-40B4-BE49-F238E27FC236}">
                <a16:creationId xmlns:a16="http://schemas.microsoft.com/office/drawing/2014/main" id="{D0A8471E-2BBA-AE3D-CE56-68CCA2519DA0}"/>
              </a:ext>
            </a:extLst>
          </p:cNvPr>
          <p:cNvSpPr>
            <a:spLocks noGrp="1"/>
          </p:cNvSpPr>
          <p:nvPr>
            <p:ph type="body" sz="quarter" idx="16" hasCustomPrompt="1"/>
          </p:nvPr>
        </p:nvSpPr>
        <p:spPr>
          <a:xfrm>
            <a:off x="632125" y="2382521"/>
            <a:ext cx="3489235" cy="182881"/>
          </a:xfrm>
          <a:prstGeom prst="rect">
            <a:avLst/>
          </a:prstGeom>
        </p:spPr>
        <p:txBody>
          <a:bodyPr lIns="0" tIns="0" rIns="0" bIns="0"/>
          <a:lstStyle>
            <a:lvl1pPr marL="0" indent="0">
              <a:buFont typeface="Arial" panose="020B0604020202020204" pitchFamily="34" charset="0"/>
              <a:buNone/>
              <a:defRPr sz="16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Subtitle</a:t>
            </a:r>
          </a:p>
        </p:txBody>
      </p:sp>
      <p:sp>
        <p:nvSpPr>
          <p:cNvPr id="26" name="Text Placeholder 2">
            <a:extLst>
              <a:ext uri="{FF2B5EF4-FFF2-40B4-BE49-F238E27FC236}">
                <a16:creationId xmlns:a16="http://schemas.microsoft.com/office/drawing/2014/main" id="{748B7AD2-C316-D1F7-99FE-EF6B9A10F889}"/>
              </a:ext>
            </a:extLst>
          </p:cNvPr>
          <p:cNvSpPr>
            <a:spLocks noGrp="1"/>
          </p:cNvSpPr>
          <p:nvPr>
            <p:ph type="body" sz="quarter" idx="30" hasCustomPrompt="1"/>
          </p:nvPr>
        </p:nvSpPr>
        <p:spPr>
          <a:xfrm>
            <a:off x="632125" y="2813068"/>
            <a:ext cx="3489235" cy="1078213"/>
          </a:xfrm>
          <a:prstGeom prst="rect">
            <a:avLst/>
          </a:prstGeom>
        </p:spPr>
        <p:txBody>
          <a:bodyPr lIns="0" tIns="0" rIns="0" bIns="0"/>
          <a:lstStyle>
            <a:lvl1pPr marL="0" marR="0" indent="0" algn="l" defTabSz="912276" rtl="0" eaLnBrk="1" fontAlgn="base" latinLnBrk="0" hangingPunct="1">
              <a:lnSpc>
                <a:spcPts val="1733"/>
              </a:lnSpc>
              <a:spcBef>
                <a:spcPts val="0"/>
              </a:spcBef>
              <a:spcAft>
                <a:spcPts val="800"/>
              </a:spcAft>
              <a:buClr>
                <a:schemeClr val="tx2"/>
              </a:buClr>
              <a:buSzPct val="90000"/>
              <a:buFont typeface="Arial" panose="020B0604020202020204" pitchFamily="34" charset="0"/>
              <a:buNone/>
              <a:tabLst/>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labore et dolore. 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labore.</a:t>
            </a:r>
          </a:p>
          <a:p>
            <a:pPr lvl="0"/>
            <a:endParaRPr lang="en-GB" dirty="0"/>
          </a:p>
        </p:txBody>
      </p:sp>
      <p:sp>
        <p:nvSpPr>
          <p:cNvPr id="28" name="Text Placeholder 2">
            <a:extLst>
              <a:ext uri="{FF2B5EF4-FFF2-40B4-BE49-F238E27FC236}">
                <a16:creationId xmlns:a16="http://schemas.microsoft.com/office/drawing/2014/main" id="{B3D1F05A-245C-2C85-24CE-BAD42CCB0C2A}"/>
              </a:ext>
            </a:extLst>
          </p:cNvPr>
          <p:cNvSpPr>
            <a:spLocks noGrp="1"/>
          </p:cNvSpPr>
          <p:nvPr>
            <p:ph type="body" sz="quarter" idx="14" hasCustomPrompt="1"/>
          </p:nvPr>
        </p:nvSpPr>
        <p:spPr>
          <a:xfrm>
            <a:off x="632127" y="431800"/>
            <a:ext cx="3489235" cy="304800"/>
          </a:xfrm>
          <a:prstGeom prst="rect">
            <a:avLst/>
          </a:prstGeom>
        </p:spPr>
        <p:txBody>
          <a:bodyPr lIns="0" tIns="0" rIns="0" bIns="0"/>
          <a:lstStyle>
            <a:lvl1pPr marL="0" indent="0">
              <a:spcBef>
                <a:spcPts val="0"/>
              </a:spcBef>
              <a:buFont typeface="Arial" panose="020B0604020202020204" pitchFamily="34" charset="0"/>
              <a:buNone/>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Section title</a:t>
            </a:r>
          </a:p>
        </p:txBody>
      </p:sp>
    </p:spTree>
    <p:extLst>
      <p:ext uri="{BB962C8B-B14F-4D97-AF65-F5344CB8AC3E}">
        <p14:creationId xmlns:p14="http://schemas.microsoft.com/office/powerpoint/2010/main" val="323700343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extLst>
    <p:ext uri="{DCECCB84-F9BA-43D5-87BE-67443E8EF086}">
      <p15:sldGuideLst xmlns:p15="http://schemas.microsoft.com/office/powerpoint/2012/main">
        <p15:guide id="4" pos="3584">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Image Large Caption">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4A62B9F0-3EE9-0046-B656-7796BE0520F4}"/>
              </a:ext>
            </a:extLst>
          </p:cNvPr>
          <p:cNvSpPr>
            <a:spLocks noGrp="1"/>
          </p:cNvSpPr>
          <p:nvPr>
            <p:ph type="ctrTitle" hasCustomPrompt="1"/>
          </p:nvPr>
        </p:nvSpPr>
        <p:spPr>
          <a:xfrm>
            <a:off x="979707" y="4324906"/>
            <a:ext cx="10232588" cy="1955628"/>
          </a:xfrm>
          <a:prstGeom prst="rect">
            <a:avLst/>
          </a:prstGeom>
        </p:spPr>
        <p:txBody>
          <a:bodyPr anchor="ctr"/>
          <a:lstStyle>
            <a:lvl1pPr marL="0" indent="0" algn="ctr">
              <a:lnSpc>
                <a:spcPct val="100000"/>
              </a:lnSpc>
              <a:buFont typeface="Arial" panose="020B0604020202020204" pitchFamily="34" charset="0"/>
              <a:buNone/>
              <a:defRPr sz="4267" b="0" i="0" spc="0" baseline="0">
                <a:solidFill>
                  <a:schemeClr val="bg1"/>
                </a:solidFill>
                <a:latin typeface="CiscoSansTT ExtraLight" panose="020B0303020201020303" pitchFamily="34" charset="0"/>
                <a:cs typeface="CiscoSansTT ExtraLight" panose="020B0303020201020303" pitchFamily="34" charset="0"/>
              </a:defRPr>
            </a:lvl1pPr>
          </a:lstStyle>
          <a:p>
            <a:r>
              <a:rPr lang="en-GB" dirty="0"/>
              <a:t>Slide copy goes here</a:t>
            </a:r>
            <a:endParaRPr lang="en-US" dirty="0"/>
          </a:p>
        </p:txBody>
      </p:sp>
      <p:sp>
        <p:nvSpPr>
          <p:cNvPr id="6" name="Picture Placeholder 2">
            <a:extLst>
              <a:ext uri="{FF2B5EF4-FFF2-40B4-BE49-F238E27FC236}">
                <a16:creationId xmlns:a16="http://schemas.microsoft.com/office/drawing/2014/main" id="{EF1594EA-D397-6C41-A885-CC4BB73C61CA}"/>
              </a:ext>
            </a:extLst>
          </p:cNvPr>
          <p:cNvSpPr>
            <a:spLocks noGrp="1"/>
          </p:cNvSpPr>
          <p:nvPr>
            <p:ph type="pic" sz="quarter" idx="10" hasCustomPrompt="1"/>
          </p:nvPr>
        </p:nvSpPr>
        <p:spPr>
          <a:xfrm>
            <a:off x="1" y="0"/>
            <a:ext cx="12192000" cy="4324904"/>
          </a:xfrm>
          <a:prstGeom prst="rect">
            <a:avLst/>
          </a:prstGeom>
          <a:solidFill>
            <a:schemeClr val="bg2">
              <a:alpha val="13000"/>
            </a:schemeClr>
          </a:solidFill>
        </p:spPr>
        <p:txBody>
          <a:bodyPr vert="horz" lIns="91420" tIns="45710" rIns="91420" bIns="45710" anchor="ctr"/>
          <a:lstStyle>
            <a:lvl1pPr marL="0" indent="0" algn="ctr">
              <a:buNone/>
              <a:defRPr sz="1333" b="0" i="0" baseline="0">
                <a:solidFill>
                  <a:schemeClr val="tx1"/>
                </a:solidFill>
                <a:latin typeface="CiscoSansTT ExtraLight" panose="020B0303020201020303" pitchFamily="34" charset="0"/>
                <a:cs typeface="CiscoSans ExtraLight"/>
              </a:defRPr>
            </a:lvl1pPr>
          </a:lstStyle>
          <a:p>
            <a:pPr lvl="0"/>
            <a:r>
              <a:rPr lang="en-US" noProof="0" dirty="0"/>
              <a:t>Click to add picture</a:t>
            </a:r>
          </a:p>
        </p:txBody>
      </p:sp>
    </p:spTree>
    <p:extLst>
      <p:ext uri="{BB962C8B-B14F-4D97-AF65-F5344CB8AC3E}">
        <p14:creationId xmlns:p14="http://schemas.microsoft.com/office/powerpoint/2010/main" val="146346906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Sky Image Large Caption">
    <p:bg>
      <p:bgPr>
        <a:solidFill>
          <a:schemeClr val="accent1"/>
        </a:solidFill>
        <a:effectLst/>
      </p:bgPr>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4A62B9F0-3EE9-0046-B656-7796BE0520F4}"/>
              </a:ext>
            </a:extLst>
          </p:cNvPr>
          <p:cNvSpPr>
            <a:spLocks noGrp="1"/>
          </p:cNvSpPr>
          <p:nvPr>
            <p:ph type="ctrTitle" hasCustomPrompt="1"/>
          </p:nvPr>
        </p:nvSpPr>
        <p:spPr>
          <a:xfrm>
            <a:off x="979707" y="4324906"/>
            <a:ext cx="10232588" cy="1955628"/>
          </a:xfrm>
          <a:prstGeom prst="rect">
            <a:avLst/>
          </a:prstGeom>
        </p:spPr>
        <p:txBody>
          <a:bodyPr anchor="ctr"/>
          <a:lstStyle>
            <a:lvl1pPr marL="0" indent="0" algn="ctr">
              <a:lnSpc>
                <a:spcPct val="100000"/>
              </a:lnSpc>
              <a:buFont typeface="Arial" panose="020B0604020202020204" pitchFamily="34" charset="0"/>
              <a:buNone/>
              <a:defRPr sz="4267" b="0" i="0" spc="0" baseline="0">
                <a:solidFill>
                  <a:schemeClr val="bg1"/>
                </a:solidFill>
                <a:latin typeface="CiscoSansTT ExtraLight" panose="020B0303020201020303" pitchFamily="34" charset="0"/>
                <a:cs typeface="CiscoSansTT ExtraLight" panose="020B0303020201020303" pitchFamily="34" charset="0"/>
              </a:defRPr>
            </a:lvl1pPr>
          </a:lstStyle>
          <a:p>
            <a:r>
              <a:rPr lang="en-GB" dirty="0"/>
              <a:t>Slide copy goes here</a:t>
            </a:r>
            <a:endParaRPr lang="en-US" dirty="0"/>
          </a:p>
        </p:txBody>
      </p:sp>
      <p:sp>
        <p:nvSpPr>
          <p:cNvPr id="6" name="Picture Placeholder 2">
            <a:extLst>
              <a:ext uri="{FF2B5EF4-FFF2-40B4-BE49-F238E27FC236}">
                <a16:creationId xmlns:a16="http://schemas.microsoft.com/office/drawing/2014/main" id="{EF1594EA-D397-6C41-A885-CC4BB73C61CA}"/>
              </a:ext>
            </a:extLst>
          </p:cNvPr>
          <p:cNvSpPr>
            <a:spLocks noGrp="1"/>
          </p:cNvSpPr>
          <p:nvPr>
            <p:ph type="pic" sz="quarter" idx="10" hasCustomPrompt="1"/>
          </p:nvPr>
        </p:nvSpPr>
        <p:spPr>
          <a:xfrm>
            <a:off x="1" y="0"/>
            <a:ext cx="12192000" cy="4324904"/>
          </a:xfrm>
          <a:prstGeom prst="rect">
            <a:avLst/>
          </a:prstGeom>
          <a:solidFill>
            <a:schemeClr val="bg2">
              <a:alpha val="13000"/>
            </a:schemeClr>
          </a:solidFill>
        </p:spPr>
        <p:txBody>
          <a:bodyPr vert="horz" lIns="91420" tIns="45710" rIns="91420" bIns="45710" anchor="ctr"/>
          <a:lstStyle>
            <a:lvl1pPr marL="0" indent="0" algn="ctr">
              <a:buNone/>
              <a:defRPr sz="1333" b="0" i="0" baseline="0">
                <a:solidFill>
                  <a:schemeClr val="tx1"/>
                </a:solidFill>
                <a:latin typeface="CiscoSansTT ExtraLight" panose="020B0303020201020303" pitchFamily="34" charset="0"/>
                <a:cs typeface="CiscoSans ExtraLight"/>
              </a:defRPr>
            </a:lvl1pPr>
          </a:lstStyle>
          <a:p>
            <a:pPr lvl="0"/>
            <a:r>
              <a:rPr lang="en-US" noProof="0" dirty="0"/>
              <a:t>Click to add picture</a:t>
            </a:r>
          </a:p>
        </p:txBody>
      </p:sp>
    </p:spTree>
    <p:extLst>
      <p:ext uri="{BB962C8B-B14F-4D97-AF65-F5344CB8AC3E}">
        <p14:creationId xmlns:p14="http://schemas.microsoft.com/office/powerpoint/2010/main" val="395134059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Image Full">
    <p:spTree>
      <p:nvGrpSpPr>
        <p:cNvPr id="1" name=""/>
        <p:cNvGrpSpPr/>
        <p:nvPr/>
      </p:nvGrpSpPr>
      <p:grpSpPr>
        <a:xfrm>
          <a:off x="0" y="0"/>
          <a:ext cx="0" cy="0"/>
          <a:chOff x="0" y="0"/>
          <a:chExt cx="0" cy="0"/>
        </a:xfrm>
      </p:grpSpPr>
      <p:sp>
        <p:nvSpPr>
          <p:cNvPr id="8" name="Picture Placeholder 2">
            <a:extLst>
              <a:ext uri="{FF2B5EF4-FFF2-40B4-BE49-F238E27FC236}">
                <a16:creationId xmlns:a16="http://schemas.microsoft.com/office/drawing/2014/main" id="{45C13F8A-9C96-BC4F-A27C-6AF68C9B9A84}"/>
              </a:ext>
            </a:extLst>
          </p:cNvPr>
          <p:cNvSpPr>
            <a:spLocks noGrp="1"/>
          </p:cNvSpPr>
          <p:nvPr>
            <p:ph type="pic" sz="quarter" idx="10" hasCustomPrompt="1"/>
          </p:nvPr>
        </p:nvSpPr>
        <p:spPr>
          <a:xfrm>
            <a:off x="1" y="0"/>
            <a:ext cx="12192000" cy="5992432"/>
          </a:xfrm>
          <a:prstGeom prst="rect">
            <a:avLst/>
          </a:prstGeom>
          <a:solidFill>
            <a:schemeClr val="bg2">
              <a:alpha val="13000"/>
            </a:schemeClr>
          </a:solidFill>
        </p:spPr>
        <p:txBody>
          <a:bodyPr vert="horz" lIns="91420" tIns="45710" rIns="91420" bIns="45710" anchor="ctr"/>
          <a:lstStyle>
            <a:lvl1pPr marL="0" indent="0" algn="ctr">
              <a:buNone/>
              <a:defRPr sz="1333" b="0" i="0" baseline="0">
                <a:solidFill>
                  <a:schemeClr val="tx1"/>
                </a:solidFill>
                <a:latin typeface="CiscoSansTT ExtraLight" panose="020B0303020201020303" pitchFamily="34" charset="0"/>
                <a:cs typeface="CiscoSans ExtraLight"/>
              </a:defRPr>
            </a:lvl1pPr>
          </a:lstStyle>
          <a:p>
            <a:pPr lvl="0"/>
            <a:r>
              <a:rPr lang="en-US" noProof="0" dirty="0"/>
              <a:t>Click to add picture</a:t>
            </a:r>
          </a:p>
        </p:txBody>
      </p:sp>
    </p:spTree>
    <p:extLst>
      <p:ext uri="{BB962C8B-B14F-4D97-AF65-F5344CB8AC3E}">
        <p14:creationId xmlns:p14="http://schemas.microsoft.com/office/powerpoint/2010/main" val="234098722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Sky Image Full">
    <p:bg>
      <p:bgPr>
        <a:solidFill>
          <a:schemeClr val="accent1"/>
        </a:solidFill>
        <a:effectLst/>
      </p:bgPr>
    </p:bg>
    <p:spTree>
      <p:nvGrpSpPr>
        <p:cNvPr id="1" name=""/>
        <p:cNvGrpSpPr/>
        <p:nvPr/>
      </p:nvGrpSpPr>
      <p:grpSpPr>
        <a:xfrm>
          <a:off x="0" y="0"/>
          <a:ext cx="0" cy="0"/>
          <a:chOff x="0" y="0"/>
          <a:chExt cx="0" cy="0"/>
        </a:xfrm>
      </p:grpSpPr>
      <p:sp>
        <p:nvSpPr>
          <p:cNvPr id="8" name="Picture Placeholder 2">
            <a:extLst>
              <a:ext uri="{FF2B5EF4-FFF2-40B4-BE49-F238E27FC236}">
                <a16:creationId xmlns:a16="http://schemas.microsoft.com/office/drawing/2014/main" id="{45C13F8A-9C96-BC4F-A27C-6AF68C9B9A84}"/>
              </a:ext>
            </a:extLst>
          </p:cNvPr>
          <p:cNvSpPr>
            <a:spLocks noGrp="1"/>
          </p:cNvSpPr>
          <p:nvPr>
            <p:ph type="pic" sz="quarter" idx="10" hasCustomPrompt="1"/>
          </p:nvPr>
        </p:nvSpPr>
        <p:spPr>
          <a:xfrm>
            <a:off x="1" y="0"/>
            <a:ext cx="12192000" cy="5992432"/>
          </a:xfrm>
          <a:prstGeom prst="rect">
            <a:avLst/>
          </a:prstGeom>
          <a:solidFill>
            <a:schemeClr val="bg2">
              <a:alpha val="13000"/>
            </a:schemeClr>
          </a:solidFill>
        </p:spPr>
        <p:txBody>
          <a:bodyPr vert="horz" lIns="91420" tIns="45710" rIns="91420" bIns="45710" anchor="ctr"/>
          <a:lstStyle>
            <a:lvl1pPr marL="0" indent="0" algn="ctr">
              <a:buNone/>
              <a:defRPr sz="1333" b="0" i="0" baseline="0">
                <a:solidFill>
                  <a:schemeClr val="tx1"/>
                </a:solidFill>
                <a:latin typeface="CiscoSansTT ExtraLight" panose="020B0303020201020303" pitchFamily="34" charset="0"/>
                <a:cs typeface="CiscoSans ExtraLight"/>
              </a:defRPr>
            </a:lvl1pPr>
          </a:lstStyle>
          <a:p>
            <a:pPr lvl="0"/>
            <a:r>
              <a:rPr lang="en-US" noProof="0" dirty="0"/>
              <a:t>Click to add picture</a:t>
            </a:r>
          </a:p>
        </p:txBody>
      </p:sp>
    </p:spTree>
    <p:extLst>
      <p:ext uri="{BB962C8B-B14F-4D97-AF65-F5344CB8AC3E}">
        <p14:creationId xmlns:p14="http://schemas.microsoft.com/office/powerpoint/2010/main" val="369393151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Half page image caption">
    <p:spTree>
      <p:nvGrpSpPr>
        <p:cNvPr id="1" name=""/>
        <p:cNvGrpSpPr/>
        <p:nvPr/>
      </p:nvGrpSpPr>
      <p:grpSpPr>
        <a:xfrm>
          <a:off x="0" y="0"/>
          <a:ext cx="0" cy="0"/>
          <a:chOff x="0" y="0"/>
          <a:chExt cx="0" cy="0"/>
        </a:xfrm>
      </p:grpSpPr>
      <p:sp>
        <p:nvSpPr>
          <p:cNvPr id="7" name="Picture Placeholder 6"/>
          <p:cNvSpPr>
            <a:spLocks noGrp="1"/>
          </p:cNvSpPr>
          <p:nvPr>
            <p:ph type="pic" sz="quarter" idx="10"/>
          </p:nvPr>
        </p:nvSpPr>
        <p:spPr>
          <a:xfrm>
            <a:off x="6786035" y="431802"/>
            <a:ext cx="5405967" cy="5201356"/>
          </a:xfrm>
          <a:prstGeom prst="rect">
            <a:avLst/>
          </a:prstGeom>
        </p:spPr>
        <p:txBody>
          <a:bodyPr anchor="ctr" anchorCtr="0"/>
          <a:lstStyle>
            <a:lvl1pPr marL="0" indent="0" algn="ctr">
              <a:buNone/>
              <a:defRPr>
                <a:solidFill>
                  <a:schemeClr val="tx1"/>
                </a:solidFill>
              </a:defRPr>
            </a:lvl1pPr>
          </a:lstStyle>
          <a:p>
            <a:r>
              <a:rPr lang="en-US"/>
              <a:t>Click icon to add picture</a:t>
            </a:r>
            <a:endParaRPr lang="en-US" dirty="0"/>
          </a:p>
        </p:txBody>
      </p:sp>
      <p:sp>
        <p:nvSpPr>
          <p:cNvPr id="9" name="Text Placeholder 8"/>
          <p:cNvSpPr>
            <a:spLocks noGrp="1"/>
          </p:cNvSpPr>
          <p:nvPr>
            <p:ph type="body" sz="quarter" idx="11"/>
          </p:nvPr>
        </p:nvSpPr>
        <p:spPr>
          <a:xfrm>
            <a:off x="6786035" y="5893686"/>
            <a:ext cx="4745567" cy="227716"/>
          </a:xfrm>
          <a:prstGeom prst="rect">
            <a:avLst/>
          </a:prstGeom>
        </p:spPr>
        <p:txBody>
          <a:bodyPr lIns="0" tIns="0" rIns="0" bIns="0"/>
          <a:lstStyle>
            <a:lvl1pPr marL="0" indent="0">
              <a:buNone/>
              <a:defRPr sz="1600">
                <a:solidFill>
                  <a:schemeClr val="tx1"/>
                </a:solidFill>
              </a:defRPr>
            </a:lvl1pPr>
          </a:lstStyle>
          <a:p>
            <a:pPr lvl="0"/>
            <a:r>
              <a:rPr lang="en-US"/>
              <a:t>Click to edit Master text styles</a:t>
            </a:r>
          </a:p>
        </p:txBody>
      </p:sp>
      <p:sp>
        <p:nvSpPr>
          <p:cNvPr id="13" name="Title 1">
            <a:extLst>
              <a:ext uri="{FF2B5EF4-FFF2-40B4-BE49-F238E27FC236}">
                <a16:creationId xmlns:a16="http://schemas.microsoft.com/office/drawing/2014/main" id="{ED0CF905-953D-514D-A5C8-5787B32C1E08}"/>
              </a:ext>
            </a:extLst>
          </p:cNvPr>
          <p:cNvSpPr>
            <a:spLocks noGrp="1"/>
          </p:cNvSpPr>
          <p:nvPr>
            <p:ph type="ctrTitle" hasCustomPrompt="1"/>
          </p:nvPr>
        </p:nvSpPr>
        <p:spPr>
          <a:xfrm>
            <a:off x="626048" y="2209802"/>
            <a:ext cx="5451437" cy="1955628"/>
          </a:xfrm>
          <a:prstGeom prst="rect">
            <a:avLst/>
          </a:prstGeom>
        </p:spPr>
        <p:txBody>
          <a:bodyPr lIns="0" tIns="0" rIns="0" bIns="0" anchor="ctr" anchorCtr="0"/>
          <a:lstStyle>
            <a:lvl1pPr marL="0" indent="0" algn="l">
              <a:lnSpc>
                <a:spcPct val="100000"/>
              </a:lnSpc>
              <a:buFont typeface="Arial" panose="020B0604020202020204" pitchFamily="34" charset="0"/>
              <a:buNone/>
              <a:defRPr sz="4267" b="0" i="0" spc="0" baseline="0">
                <a:solidFill>
                  <a:schemeClr val="bg1"/>
                </a:solidFill>
                <a:latin typeface="CiscoSansTT ExtraLight" panose="020B0303020201020303" pitchFamily="34" charset="0"/>
                <a:cs typeface="CiscoSansTT ExtraLight" panose="020B0303020201020303" pitchFamily="34" charset="0"/>
              </a:defRPr>
            </a:lvl1pPr>
          </a:lstStyle>
          <a:p>
            <a:r>
              <a:rPr lang="en-GB" dirty="0"/>
              <a:t>Slide copy should</a:t>
            </a:r>
            <a:br>
              <a:rPr lang="en-GB" dirty="0"/>
            </a:br>
            <a:r>
              <a:rPr lang="en-GB" dirty="0"/>
              <a:t>go here</a:t>
            </a:r>
            <a:endParaRPr lang="en-US" dirty="0"/>
          </a:p>
        </p:txBody>
      </p:sp>
      <p:sp>
        <p:nvSpPr>
          <p:cNvPr id="6" name="Text Placeholder 2">
            <a:extLst>
              <a:ext uri="{FF2B5EF4-FFF2-40B4-BE49-F238E27FC236}">
                <a16:creationId xmlns:a16="http://schemas.microsoft.com/office/drawing/2014/main" id="{1590B87F-2616-792A-8A7A-058FE3E9E649}"/>
              </a:ext>
            </a:extLst>
          </p:cNvPr>
          <p:cNvSpPr>
            <a:spLocks noGrp="1"/>
          </p:cNvSpPr>
          <p:nvPr>
            <p:ph type="body" sz="quarter" idx="14" hasCustomPrompt="1"/>
          </p:nvPr>
        </p:nvSpPr>
        <p:spPr>
          <a:xfrm>
            <a:off x="632127" y="431800"/>
            <a:ext cx="3489235" cy="304800"/>
          </a:xfrm>
          <a:prstGeom prst="rect">
            <a:avLst/>
          </a:prstGeom>
        </p:spPr>
        <p:txBody>
          <a:bodyPr lIns="0" tIns="0" rIns="0" bIns="0"/>
          <a:lstStyle>
            <a:lvl1pPr marL="0" indent="0">
              <a:buFont typeface="Arial" panose="020B0604020202020204" pitchFamily="34" charset="0"/>
              <a:buNone/>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Section title</a:t>
            </a:r>
          </a:p>
        </p:txBody>
      </p:sp>
    </p:spTree>
    <p:extLst>
      <p:ext uri="{BB962C8B-B14F-4D97-AF65-F5344CB8AC3E}">
        <p14:creationId xmlns:p14="http://schemas.microsoft.com/office/powerpoint/2010/main" val="385464839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extLst>
    <p:ext uri="{DCECCB84-F9BA-43D5-87BE-67443E8EF086}">
      <p15:sldGuideLst xmlns:p15="http://schemas.microsoft.com/office/powerpoint/2012/main">
        <p15:guide id="7" pos="4275">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Sky Half page image caption">
    <p:bg>
      <p:bgPr>
        <a:solidFill>
          <a:schemeClr val="accent1"/>
        </a:solidFill>
        <a:effectLst/>
      </p:bgPr>
    </p:bg>
    <p:spTree>
      <p:nvGrpSpPr>
        <p:cNvPr id="1" name=""/>
        <p:cNvGrpSpPr/>
        <p:nvPr/>
      </p:nvGrpSpPr>
      <p:grpSpPr>
        <a:xfrm>
          <a:off x="0" y="0"/>
          <a:ext cx="0" cy="0"/>
          <a:chOff x="0" y="0"/>
          <a:chExt cx="0" cy="0"/>
        </a:xfrm>
      </p:grpSpPr>
      <p:sp>
        <p:nvSpPr>
          <p:cNvPr id="7" name="Picture Placeholder 6"/>
          <p:cNvSpPr>
            <a:spLocks noGrp="1"/>
          </p:cNvSpPr>
          <p:nvPr>
            <p:ph type="pic" sz="quarter" idx="10"/>
          </p:nvPr>
        </p:nvSpPr>
        <p:spPr>
          <a:xfrm>
            <a:off x="6786035" y="431802"/>
            <a:ext cx="5405967" cy="5201356"/>
          </a:xfrm>
          <a:prstGeom prst="rect">
            <a:avLst/>
          </a:prstGeom>
        </p:spPr>
        <p:txBody>
          <a:bodyPr anchor="ctr" anchorCtr="0"/>
          <a:lstStyle>
            <a:lvl1pPr marL="0" indent="0" algn="ctr">
              <a:buNone/>
              <a:defRPr>
                <a:solidFill>
                  <a:schemeClr val="tx1"/>
                </a:solidFill>
              </a:defRPr>
            </a:lvl1pPr>
          </a:lstStyle>
          <a:p>
            <a:r>
              <a:rPr lang="en-US"/>
              <a:t>Click icon to add picture</a:t>
            </a:r>
            <a:endParaRPr lang="en-US" dirty="0"/>
          </a:p>
        </p:txBody>
      </p:sp>
      <p:sp>
        <p:nvSpPr>
          <p:cNvPr id="9" name="Text Placeholder 8"/>
          <p:cNvSpPr>
            <a:spLocks noGrp="1"/>
          </p:cNvSpPr>
          <p:nvPr>
            <p:ph type="body" sz="quarter" idx="11"/>
          </p:nvPr>
        </p:nvSpPr>
        <p:spPr>
          <a:xfrm>
            <a:off x="6786035" y="5893686"/>
            <a:ext cx="4745567" cy="227716"/>
          </a:xfrm>
          <a:prstGeom prst="rect">
            <a:avLst/>
          </a:prstGeom>
        </p:spPr>
        <p:txBody>
          <a:bodyPr lIns="0" tIns="0" rIns="0" bIns="0"/>
          <a:lstStyle>
            <a:lvl1pPr marL="0" indent="0">
              <a:buNone/>
              <a:defRPr sz="1600">
                <a:solidFill>
                  <a:schemeClr val="bg1"/>
                </a:solidFill>
              </a:defRPr>
            </a:lvl1pPr>
          </a:lstStyle>
          <a:p>
            <a:pPr lvl="0"/>
            <a:r>
              <a:rPr lang="en-US"/>
              <a:t>Click to edit Master text styles</a:t>
            </a:r>
          </a:p>
        </p:txBody>
      </p:sp>
      <p:sp>
        <p:nvSpPr>
          <p:cNvPr id="13" name="Title 1">
            <a:extLst>
              <a:ext uri="{FF2B5EF4-FFF2-40B4-BE49-F238E27FC236}">
                <a16:creationId xmlns:a16="http://schemas.microsoft.com/office/drawing/2014/main" id="{ED0CF905-953D-514D-A5C8-5787B32C1E08}"/>
              </a:ext>
            </a:extLst>
          </p:cNvPr>
          <p:cNvSpPr>
            <a:spLocks noGrp="1"/>
          </p:cNvSpPr>
          <p:nvPr>
            <p:ph type="ctrTitle" hasCustomPrompt="1"/>
          </p:nvPr>
        </p:nvSpPr>
        <p:spPr>
          <a:xfrm>
            <a:off x="626048" y="2209802"/>
            <a:ext cx="5451437" cy="1955628"/>
          </a:xfrm>
          <a:prstGeom prst="rect">
            <a:avLst/>
          </a:prstGeom>
        </p:spPr>
        <p:txBody>
          <a:bodyPr lIns="0" tIns="0" rIns="0" bIns="0" anchor="ctr" anchorCtr="0"/>
          <a:lstStyle>
            <a:lvl1pPr marL="0" indent="0" algn="l">
              <a:lnSpc>
                <a:spcPct val="100000"/>
              </a:lnSpc>
              <a:buFont typeface="Arial" panose="020B0604020202020204" pitchFamily="34" charset="0"/>
              <a:buNone/>
              <a:defRPr sz="4267" b="0" i="0" spc="0" baseline="0">
                <a:solidFill>
                  <a:schemeClr val="bg1"/>
                </a:solidFill>
                <a:latin typeface="CiscoSansTT ExtraLight" panose="020B0303020201020303" pitchFamily="34" charset="0"/>
                <a:cs typeface="CiscoSansTT ExtraLight" panose="020B0303020201020303" pitchFamily="34" charset="0"/>
              </a:defRPr>
            </a:lvl1pPr>
          </a:lstStyle>
          <a:p>
            <a:r>
              <a:rPr lang="en-GB" dirty="0"/>
              <a:t>Slide copy should</a:t>
            </a:r>
            <a:br>
              <a:rPr lang="en-GB" dirty="0"/>
            </a:br>
            <a:r>
              <a:rPr lang="en-GB" dirty="0"/>
              <a:t>go here</a:t>
            </a:r>
            <a:endParaRPr lang="en-US" dirty="0"/>
          </a:p>
        </p:txBody>
      </p:sp>
      <p:sp>
        <p:nvSpPr>
          <p:cNvPr id="6" name="Text Placeholder 2">
            <a:extLst>
              <a:ext uri="{FF2B5EF4-FFF2-40B4-BE49-F238E27FC236}">
                <a16:creationId xmlns:a16="http://schemas.microsoft.com/office/drawing/2014/main" id="{1590B87F-2616-792A-8A7A-058FE3E9E649}"/>
              </a:ext>
            </a:extLst>
          </p:cNvPr>
          <p:cNvSpPr>
            <a:spLocks noGrp="1"/>
          </p:cNvSpPr>
          <p:nvPr>
            <p:ph type="body" sz="quarter" idx="14" hasCustomPrompt="1"/>
          </p:nvPr>
        </p:nvSpPr>
        <p:spPr>
          <a:xfrm>
            <a:off x="632127" y="431800"/>
            <a:ext cx="3489235" cy="304800"/>
          </a:xfrm>
          <a:prstGeom prst="rect">
            <a:avLst/>
          </a:prstGeom>
        </p:spPr>
        <p:txBody>
          <a:bodyPr lIns="0" tIns="0" rIns="0" bIns="0"/>
          <a:lstStyle>
            <a:lvl1pPr marL="0" indent="0">
              <a:buFont typeface="Arial" panose="020B0604020202020204" pitchFamily="34" charset="0"/>
              <a:buNone/>
              <a:defRPr sz="1300" b="0" i="0" baseline="0">
                <a:solidFill>
                  <a:schemeClr val="bg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Section title</a:t>
            </a:r>
          </a:p>
        </p:txBody>
      </p:sp>
    </p:spTree>
    <p:extLst>
      <p:ext uri="{BB962C8B-B14F-4D97-AF65-F5344CB8AC3E}">
        <p14:creationId xmlns:p14="http://schemas.microsoft.com/office/powerpoint/2010/main" val="265439923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extLst>
    <p:ext uri="{DCECCB84-F9BA-43D5-87BE-67443E8EF086}">
      <p15:sldGuideLst xmlns:p15="http://schemas.microsoft.com/office/powerpoint/2012/main">
        <p15:guide id="7" pos="4275">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Half page image">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F64A223E-4FAB-424A-BE75-6FA1B39C4DB5}"/>
              </a:ext>
            </a:extLst>
          </p:cNvPr>
          <p:cNvSpPr>
            <a:spLocks noGrp="1"/>
          </p:cNvSpPr>
          <p:nvPr>
            <p:ph type="ctrTitle" hasCustomPrompt="1"/>
          </p:nvPr>
        </p:nvSpPr>
        <p:spPr>
          <a:xfrm>
            <a:off x="626050" y="2209802"/>
            <a:ext cx="5025988" cy="1955628"/>
          </a:xfrm>
          <a:prstGeom prst="rect">
            <a:avLst/>
          </a:prstGeom>
        </p:spPr>
        <p:txBody>
          <a:bodyPr lIns="0" tIns="0" rIns="0" bIns="0" anchor="ctr" anchorCtr="0"/>
          <a:lstStyle>
            <a:lvl1pPr marL="0" indent="0" algn="l">
              <a:lnSpc>
                <a:spcPct val="100000"/>
              </a:lnSpc>
              <a:buFont typeface="Arial" panose="020B0604020202020204" pitchFamily="34" charset="0"/>
              <a:buNone/>
              <a:defRPr sz="4267" b="0" i="0" spc="0" baseline="0">
                <a:solidFill>
                  <a:schemeClr val="bg1"/>
                </a:solidFill>
                <a:latin typeface="CiscoSansTT ExtraLight" panose="020B0303020201020303" pitchFamily="34" charset="0"/>
                <a:cs typeface="CiscoSansTT ExtraLight" panose="020B0303020201020303" pitchFamily="34" charset="0"/>
              </a:defRPr>
            </a:lvl1pPr>
          </a:lstStyle>
          <a:p>
            <a:r>
              <a:rPr lang="en-GB" dirty="0"/>
              <a:t>Slide copy should</a:t>
            </a:r>
            <a:br>
              <a:rPr lang="en-GB" dirty="0"/>
            </a:br>
            <a:r>
              <a:rPr lang="en-GB" dirty="0"/>
              <a:t>go here</a:t>
            </a:r>
            <a:endParaRPr lang="en-US" dirty="0"/>
          </a:p>
        </p:txBody>
      </p:sp>
      <p:sp>
        <p:nvSpPr>
          <p:cNvPr id="10" name="Picture Placeholder 6">
            <a:extLst>
              <a:ext uri="{FF2B5EF4-FFF2-40B4-BE49-F238E27FC236}">
                <a16:creationId xmlns:a16="http://schemas.microsoft.com/office/drawing/2014/main" id="{2C94DA5F-CCF7-A048-8A5D-EE8276E9014F}"/>
              </a:ext>
            </a:extLst>
          </p:cNvPr>
          <p:cNvSpPr>
            <a:spLocks noGrp="1"/>
          </p:cNvSpPr>
          <p:nvPr>
            <p:ph type="pic" sz="quarter" idx="10"/>
          </p:nvPr>
        </p:nvSpPr>
        <p:spPr>
          <a:xfrm>
            <a:off x="6096003" y="431800"/>
            <a:ext cx="6096000" cy="6045200"/>
          </a:xfrm>
          <a:prstGeom prst="rect">
            <a:avLst/>
          </a:prstGeom>
        </p:spPr>
        <p:txBody>
          <a:bodyPr anchor="ctr" anchorCtr="0"/>
          <a:lstStyle>
            <a:lvl1pPr marL="0" indent="0" algn="ctr">
              <a:buNone/>
              <a:defRPr>
                <a:solidFill>
                  <a:schemeClr val="tx1"/>
                </a:solidFill>
              </a:defRPr>
            </a:lvl1pPr>
          </a:lstStyle>
          <a:p>
            <a:r>
              <a:rPr lang="en-US"/>
              <a:t>Click icon to add picture</a:t>
            </a:r>
            <a:endParaRPr lang="en-US" dirty="0"/>
          </a:p>
        </p:txBody>
      </p:sp>
      <p:sp>
        <p:nvSpPr>
          <p:cNvPr id="6" name="Text Placeholder 2">
            <a:extLst>
              <a:ext uri="{FF2B5EF4-FFF2-40B4-BE49-F238E27FC236}">
                <a16:creationId xmlns:a16="http://schemas.microsoft.com/office/drawing/2014/main" id="{9160C303-0E0A-0956-D717-7DF1839453EA}"/>
              </a:ext>
            </a:extLst>
          </p:cNvPr>
          <p:cNvSpPr>
            <a:spLocks noGrp="1"/>
          </p:cNvSpPr>
          <p:nvPr>
            <p:ph type="body" sz="quarter" idx="14" hasCustomPrompt="1"/>
          </p:nvPr>
        </p:nvSpPr>
        <p:spPr>
          <a:xfrm>
            <a:off x="632127" y="431800"/>
            <a:ext cx="3489235" cy="304800"/>
          </a:xfrm>
          <a:prstGeom prst="rect">
            <a:avLst/>
          </a:prstGeom>
        </p:spPr>
        <p:txBody>
          <a:bodyPr lIns="0" tIns="0" rIns="0" bIns="0"/>
          <a:lstStyle>
            <a:lvl1pPr marL="0" indent="0">
              <a:buFont typeface="Arial" panose="020B0604020202020204" pitchFamily="34" charset="0"/>
              <a:buNone/>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Section title</a:t>
            </a:r>
          </a:p>
        </p:txBody>
      </p:sp>
    </p:spTree>
    <p:extLst>
      <p:ext uri="{BB962C8B-B14F-4D97-AF65-F5344CB8AC3E}">
        <p14:creationId xmlns:p14="http://schemas.microsoft.com/office/powerpoint/2010/main" val="779784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extLst>
    <p:ext uri="{DCECCB84-F9BA-43D5-87BE-67443E8EF086}">
      <p15:sldGuideLst xmlns:p15="http://schemas.microsoft.com/office/powerpoint/2012/main">
        <p15:guide id="4" pos="3567">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Sky Half page image">
    <p:bg>
      <p:bgPr>
        <a:solidFill>
          <a:schemeClr val="accent1"/>
        </a:solidFill>
        <a:effectLst/>
      </p:bgPr>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F64A223E-4FAB-424A-BE75-6FA1B39C4DB5}"/>
              </a:ext>
            </a:extLst>
          </p:cNvPr>
          <p:cNvSpPr>
            <a:spLocks noGrp="1"/>
          </p:cNvSpPr>
          <p:nvPr>
            <p:ph type="ctrTitle" hasCustomPrompt="1"/>
          </p:nvPr>
        </p:nvSpPr>
        <p:spPr>
          <a:xfrm>
            <a:off x="626050" y="2209802"/>
            <a:ext cx="5025988" cy="1955628"/>
          </a:xfrm>
          <a:prstGeom prst="rect">
            <a:avLst/>
          </a:prstGeom>
        </p:spPr>
        <p:txBody>
          <a:bodyPr lIns="0" tIns="0" rIns="0" bIns="0" anchor="ctr" anchorCtr="0"/>
          <a:lstStyle>
            <a:lvl1pPr marL="0" indent="0" algn="l">
              <a:lnSpc>
                <a:spcPct val="100000"/>
              </a:lnSpc>
              <a:buFont typeface="Arial" panose="020B0604020202020204" pitchFamily="34" charset="0"/>
              <a:buNone/>
              <a:defRPr sz="4267" b="0" i="0" spc="0" baseline="0">
                <a:solidFill>
                  <a:schemeClr val="bg1"/>
                </a:solidFill>
                <a:latin typeface="CiscoSansTT ExtraLight" panose="020B0303020201020303" pitchFamily="34" charset="0"/>
                <a:cs typeface="CiscoSansTT ExtraLight" panose="020B0303020201020303" pitchFamily="34" charset="0"/>
              </a:defRPr>
            </a:lvl1pPr>
          </a:lstStyle>
          <a:p>
            <a:r>
              <a:rPr lang="en-GB" dirty="0"/>
              <a:t>Slide copy should</a:t>
            </a:r>
            <a:br>
              <a:rPr lang="en-GB" dirty="0"/>
            </a:br>
            <a:r>
              <a:rPr lang="en-GB" dirty="0"/>
              <a:t>go here</a:t>
            </a:r>
            <a:endParaRPr lang="en-US" dirty="0"/>
          </a:p>
        </p:txBody>
      </p:sp>
      <p:sp>
        <p:nvSpPr>
          <p:cNvPr id="10" name="Picture Placeholder 6">
            <a:extLst>
              <a:ext uri="{FF2B5EF4-FFF2-40B4-BE49-F238E27FC236}">
                <a16:creationId xmlns:a16="http://schemas.microsoft.com/office/drawing/2014/main" id="{2C94DA5F-CCF7-A048-8A5D-EE8276E9014F}"/>
              </a:ext>
            </a:extLst>
          </p:cNvPr>
          <p:cNvSpPr>
            <a:spLocks noGrp="1"/>
          </p:cNvSpPr>
          <p:nvPr>
            <p:ph type="pic" sz="quarter" idx="10"/>
          </p:nvPr>
        </p:nvSpPr>
        <p:spPr>
          <a:xfrm>
            <a:off x="6096003" y="431800"/>
            <a:ext cx="6096000" cy="6045200"/>
          </a:xfrm>
          <a:prstGeom prst="rect">
            <a:avLst/>
          </a:prstGeom>
        </p:spPr>
        <p:txBody>
          <a:bodyPr anchor="ctr" anchorCtr="0"/>
          <a:lstStyle>
            <a:lvl1pPr marL="0" indent="0" algn="ctr">
              <a:buNone/>
              <a:defRPr>
                <a:solidFill>
                  <a:schemeClr val="bg1"/>
                </a:solidFill>
              </a:defRPr>
            </a:lvl1pPr>
          </a:lstStyle>
          <a:p>
            <a:r>
              <a:rPr lang="en-US"/>
              <a:t>Click icon to add picture</a:t>
            </a:r>
            <a:endParaRPr lang="en-US" dirty="0"/>
          </a:p>
        </p:txBody>
      </p:sp>
      <p:sp>
        <p:nvSpPr>
          <p:cNvPr id="6" name="Text Placeholder 2">
            <a:extLst>
              <a:ext uri="{FF2B5EF4-FFF2-40B4-BE49-F238E27FC236}">
                <a16:creationId xmlns:a16="http://schemas.microsoft.com/office/drawing/2014/main" id="{9160C303-0E0A-0956-D717-7DF1839453EA}"/>
              </a:ext>
            </a:extLst>
          </p:cNvPr>
          <p:cNvSpPr>
            <a:spLocks noGrp="1"/>
          </p:cNvSpPr>
          <p:nvPr>
            <p:ph type="body" sz="quarter" idx="14" hasCustomPrompt="1"/>
          </p:nvPr>
        </p:nvSpPr>
        <p:spPr>
          <a:xfrm>
            <a:off x="632127" y="431800"/>
            <a:ext cx="3489235" cy="304800"/>
          </a:xfrm>
          <a:prstGeom prst="rect">
            <a:avLst/>
          </a:prstGeom>
        </p:spPr>
        <p:txBody>
          <a:bodyPr lIns="0" tIns="0" rIns="0" bIns="0"/>
          <a:lstStyle>
            <a:lvl1pPr marL="0" indent="0">
              <a:buFont typeface="Arial" panose="020B0604020202020204" pitchFamily="34" charset="0"/>
              <a:buNone/>
              <a:defRPr sz="1300" b="0" i="0" baseline="0">
                <a:solidFill>
                  <a:schemeClr val="bg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Section title</a:t>
            </a:r>
          </a:p>
        </p:txBody>
      </p:sp>
    </p:spTree>
    <p:extLst>
      <p:ext uri="{BB962C8B-B14F-4D97-AF65-F5344CB8AC3E}">
        <p14:creationId xmlns:p14="http://schemas.microsoft.com/office/powerpoint/2010/main" val="212281660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extLst>
    <p:ext uri="{DCECCB84-F9BA-43D5-87BE-67443E8EF086}">
      <p15:sldGuideLst xmlns:p15="http://schemas.microsoft.com/office/powerpoint/2012/main">
        <p15:guide id="4" pos="3567">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Half page image text">
    <p:spTree>
      <p:nvGrpSpPr>
        <p:cNvPr id="1" name=""/>
        <p:cNvGrpSpPr/>
        <p:nvPr/>
      </p:nvGrpSpPr>
      <p:grpSpPr>
        <a:xfrm>
          <a:off x="0" y="0"/>
          <a:ext cx="0" cy="0"/>
          <a:chOff x="0" y="0"/>
          <a:chExt cx="0" cy="0"/>
        </a:xfrm>
      </p:grpSpPr>
      <p:sp>
        <p:nvSpPr>
          <p:cNvPr id="10" name="Picture Placeholder 6">
            <a:extLst>
              <a:ext uri="{FF2B5EF4-FFF2-40B4-BE49-F238E27FC236}">
                <a16:creationId xmlns:a16="http://schemas.microsoft.com/office/drawing/2014/main" id="{2C94DA5F-CCF7-A048-8A5D-EE8276E9014F}"/>
              </a:ext>
            </a:extLst>
          </p:cNvPr>
          <p:cNvSpPr>
            <a:spLocks noGrp="1"/>
          </p:cNvSpPr>
          <p:nvPr>
            <p:ph type="pic" sz="quarter" idx="10"/>
          </p:nvPr>
        </p:nvSpPr>
        <p:spPr>
          <a:xfrm>
            <a:off x="6087535" y="431800"/>
            <a:ext cx="6104467" cy="6045200"/>
          </a:xfrm>
          <a:prstGeom prst="rect">
            <a:avLst/>
          </a:prstGeom>
        </p:spPr>
        <p:txBody>
          <a:bodyPr anchor="ctr" anchorCtr="0"/>
          <a:lstStyle>
            <a:lvl1pPr marL="0" indent="0" algn="ctr">
              <a:buNone/>
              <a:defRPr>
                <a:solidFill>
                  <a:schemeClr val="tx1"/>
                </a:solidFill>
              </a:defRPr>
            </a:lvl1pPr>
          </a:lstStyle>
          <a:p>
            <a:r>
              <a:rPr lang="en-US"/>
              <a:t>Click icon to add picture</a:t>
            </a:r>
            <a:endParaRPr lang="en-US" dirty="0"/>
          </a:p>
        </p:txBody>
      </p:sp>
      <p:sp>
        <p:nvSpPr>
          <p:cNvPr id="11" name="Title 1">
            <a:extLst>
              <a:ext uri="{FF2B5EF4-FFF2-40B4-BE49-F238E27FC236}">
                <a16:creationId xmlns:a16="http://schemas.microsoft.com/office/drawing/2014/main" id="{421E50EE-B08A-1619-635E-A2F7D64943D1}"/>
              </a:ext>
            </a:extLst>
          </p:cNvPr>
          <p:cNvSpPr>
            <a:spLocks noGrp="1"/>
          </p:cNvSpPr>
          <p:nvPr>
            <p:ph type="ctrTitle" hasCustomPrompt="1"/>
          </p:nvPr>
        </p:nvSpPr>
        <p:spPr>
          <a:xfrm>
            <a:off x="632125" y="1760885"/>
            <a:ext cx="3489235" cy="443753"/>
          </a:xfrm>
          <a:prstGeom prst="rect">
            <a:avLst/>
          </a:prstGeom>
        </p:spPr>
        <p:txBody>
          <a:bodyPr lIns="0" tIns="0" rIns="0" bIns="0" anchor="b"/>
          <a:lstStyle>
            <a:lvl1pPr marL="0" indent="0" algn="l">
              <a:lnSpc>
                <a:spcPct val="100000"/>
              </a:lnSpc>
              <a:buFont typeface="Arial" panose="020B0604020202020204" pitchFamily="34" charset="0"/>
              <a:buNone/>
              <a:defRPr sz="3200" b="0" i="0" spc="0" baseline="0">
                <a:solidFill>
                  <a:schemeClr val="bg1"/>
                </a:solidFill>
                <a:latin typeface="CiscoSansTT ExtraLight" panose="020B0303020201020303" pitchFamily="34" charset="0"/>
                <a:cs typeface="CiscoSansTT ExtraLight" panose="020B0303020201020303" pitchFamily="34" charset="0"/>
              </a:defRPr>
            </a:lvl1pPr>
          </a:lstStyle>
          <a:p>
            <a:r>
              <a:rPr lang="en-GB" dirty="0"/>
              <a:t>Heading </a:t>
            </a:r>
            <a:endParaRPr lang="en-US" dirty="0"/>
          </a:p>
        </p:txBody>
      </p:sp>
      <p:sp>
        <p:nvSpPr>
          <p:cNvPr id="12" name="Text Placeholder 2">
            <a:extLst>
              <a:ext uri="{FF2B5EF4-FFF2-40B4-BE49-F238E27FC236}">
                <a16:creationId xmlns:a16="http://schemas.microsoft.com/office/drawing/2014/main" id="{A9C9E047-3B79-01FB-2668-552BA3E030C5}"/>
              </a:ext>
            </a:extLst>
          </p:cNvPr>
          <p:cNvSpPr>
            <a:spLocks noGrp="1"/>
          </p:cNvSpPr>
          <p:nvPr>
            <p:ph type="body" sz="quarter" idx="16" hasCustomPrompt="1"/>
          </p:nvPr>
        </p:nvSpPr>
        <p:spPr>
          <a:xfrm>
            <a:off x="632125" y="2372473"/>
            <a:ext cx="3489235" cy="182881"/>
          </a:xfrm>
          <a:prstGeom prst="rect">
            <a:avLst/>
          </a:prstGeom>
        </p:spPr>
        <p:txBody>
          <a:bodyPr lIns="0" tIns="0" rIns="0" bIns="0"/>
          <a:lstStyle>
            <a:lvl1pPr marL="0" indent="0">
              <a:buFont typeface="Arial" panose="020B0604020202020204" pitchFamily="34" charset="0"/>
              <a:buNone/>
              <a:defRPr sz="16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Subtitle</a:t>
            </a:r>
          </a:p>
        </p:txBody>
      </p:sp>
      <p:sp>
        <p:nvSpPr>
          <p:cNvPr id="13" name="Text Placeholder 2">
            <a:extLst>
              <a:ext uri="{FF2B5EF4-FFF2-40B4-BE49-F238E27FC236}">
                <a16:creationId xmlns:a16="http://schemas.microsoft.com/office/drawing/2014/main" id="{59B16207-AF3E-950B-D412-7CB2B8BB687D}"/>
              </a:ext>
            </a:extLst>
          </p:cNvPr>
          <p:cNvSpPr>
            <a:spLocks noGrp="1"/>
          </p:cNvSpPr>
          <p:nvPr>
            <p:ph type="body" sz="quarter" idx="30" hasCustomPrompt="1"/>
          </p:nvPr>
        </p:nvSpPr>
        <p:spPr>
          <a:xfrm>
            <a:off x="632125" y="2803020"/>
            <a:ext cx="3489235" cy="1078213"/>
          </a:xfrm>
          <a:prstGeom prst="rect">
            <a:avLst/>
          </a:prstGeom>
        </p:spPr>
        <p:txBody>
          <a:bodyPr lIns="0" tIns="0" rIns="0" bIns="0"/>
          <a:lstStyle>
            <a:lvl1pPr marL="0" marR="0" indent="0" algn="l" defTabSz="912276" rtl="0" eaLnBrk="1" fontAlgn="base" latinLnBrk="0" hangingPunct="1">
              <a:lnSpc>
                <a:spcPts val="1733"/>
              </a:lnSpc>
              <a:spcBef>
                <a:spcPts val="0"/>
              </a:spcBef>
              <a:spcAft>
                <a:spcPts val="800"/>
              </a:spcAft>
              <a:buClr>
                <a:schemeClr val="tx2"/>
              </a:buClr>
              <a:buSzPct val="90000"/>
              <a:buFont typeface="Arial" panose="020B0604020202020204" pitchFamily="34" charset="0"/>
              <a:buNone/>
              <a:tabLst/>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labore et dolore. 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labore.</a:t>
            </a:r>
          </a:p>
          <a:p>
            <a:pPr lvl="0"/>
            <a:endParaRPr lang="en-GB" dirty="0"/>
          </a:p>
        </p:txBody>
      </p:sp>
      <p:sp>
        <p:nvSpPr>
          <p:cNvPr id="14" name="Text Placeholder 2">
            <a:extLst>
              <a:ext uri="{FF2B5EF4-FFF2-40B4-BE49-F238E27FC236}">
                <a16:creationId xmlns:a16="http://schemas.microsoft.com/office/drawing/2014/main" id="{39E0DAAB-B12B-D73A-BFD5-E3645B1EFF04}"/>
              </a:ext>
            </a:extLst>
          </p:cNvPr>
          <p:cNvSpPr>
            <a:spLocks noGrp="1"/>
          </p:cNvSpPr>
          <p:nvPr>
            <p:ph type="body" sz="quarter" idx="14" hasCustomPrompt="1"/>
          </p:nvPr>
        </p:nvSpPr>
        <p:spPr>
          <a:xfrm>
            <a:off x="632127" y="431800"/>
            <a:ext cx="3489235" cy="304800"/>
          </a:xfrm>
          <a:prstGeom prst="rect">
            <a:avLst/>
          </a:prstGeom>
        </p:spPr>
        <p:txBody>
          <a:bodyPr lIns="0" tIns="0" rIns="0" bIns="0"/>
          <a:lstStyle>
            <a:lvl1pPr marL="0" indent="0">
              <a:buFont typeface="Arial" panose="020B0604020202020204" pitchFamily="34" charset="0"/>
              <a:buNone/>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Section title</a:t>
            </a:r>
          </a:p>
        </p:txBody>
      </p:sp>
      <p:sp>
        <p:nvSpPr>
          <p:cNvPr id="21" name="Text Placeholder 2">
            <a:extLst>
              <a:ext uri="{FF2B5EF4-FFF2-40B4-BE49-F238E27FC236}">
                <a16:creationId xmlns:a16="http://schemas.microsoft.com/office/drawing/2014/main" id="{D575CD87-CAFE-A05B-6B97-0E87969006E4}"/>
              </a:ext>
            </a:extLst>
          </p:cNvPr>
          <p:cNvSpPr>
            <a:spLocks noGrp="1"/>
          </p:cNvSpPr>
          <p:nvPr>
            <p:ph type="body" sz="quarter" idx="33" hasCustomPrompt="1"/>
          </p:nvPr>
        </p:nvSpPr>
        <p:spPr>
          <a:xfrm>
            <a:off x="632125" y="4216904"/>
            <a:ext cx="3489235" cy="182881"/>
          </a:xfrm>
          <a:prstGeom prst="rect">
            <a:avLst/>
          </a:prstGeom>
        </p:spPr>
        <p:txBody>
          <a:bodyPr lIns="0" tIns="0" rIns="0" bIns="0"/>
          <a:lstStyle>
            <a:lvl1pPr marL="0" indent="0">
              <a:buFont typeface="Arial" panose="020B0604020202020204" pitchFamily="34" charset="0"/>
              <a:buNone/>
              <a:defRPr sz="16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Subtitle</a:t>
            </a:r>
          </a:p>
        </p:txBody>
      </p:sp>
      <p:sp>
        <p:nvSpPr>
          <p:cNvPr id="22" name="Text Placeholder 2">
            <a:extLst>
              <a:ext uri="{FF2B5EF4-FFF2-40B4-BE49-F238E27FC236}">
                <a16:creationId xmlns:a16="http://schemas.microsoft.com/office/drawing/2014/main" id="{A9674B6B-6A39-1F78-81F7-17B4220675D4}"/>
              </a:ext>
            </a:extLst>
          </p:cNvPr>
          <p:cNvSpPr>
            <a:spLocks noGrp="1"/>
          </p:cNvSpPr>
          <p:nvPr>
            <p:ph type="body" sz="quarter" idx="34" hasCustomPrompt="1"/>
          </p:nvPr>
        </p:nvSpPr>
        <p:spPr>
          <a:xfrm>
            <a:off x="632125" y="4647451"/>
            <a:ext cx="3489235" cy="1078213"/>
          </a:xfrm>
          <a:prstGeom prst="rect">
            <a:avLst/>
          </a:prstGeom>
        </p:spPr>
        <p:txBody>
          <a:bodyPr lIns="0" tIns="0" rIns="0" bIns="0"/>
          <a:lstStyle>
            <a:lvl1pPr marL="0" marR="0" indent="0" algn="l" defTabSz="912276" rtl="0" eaLnBrk="1" fontAlgn="base" latinLnBrk="0" hangingPunct="1">
              <a:lnSpc>
                <a:spcPts val="1733"/>
              </a:lnSpc>
              <a:spcBef>
                <a:spcPts val="0"/>
              </a:spcBef>
              <a:spcAft>
                <a:spcPts val="800"/>
              </a:spcAft>
              <a:buClr>
                <a:schemeClr val="tx2"/>
              </a:buClr>
              <a:buSzPct val="90000"/>
              <a:buFont typeface="Arial" panose="020B0604020202020204" pitchFamily="34" charset="0"/>
              <a:buNone/>
              <a:tabLst/>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labore et dolore. 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labore.</a:t>
            </a:r>
          </a:p>
          <a:p>
            <a:pPr lvl="0"/>
            <a:endParaRPr lang="en-GB" dirty="0"/>
          </a:p>
        </p:txBody>
      </p:sp>
    </p:spTree>
    <p:extLst>
      <p:ext uri="{BB962C8B-B14F-4D97-AF65-F5344CB8AC3E}">
        <p14:creationId xmlns:p14="http://schemas.microsoft.com/office/powerpoint/2010/main" val="301354689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extLst>
    <p:ext uri="{DCECCB84-F9BA-43D5-87BE-67443E8EF086}">
      <p15:sldGuideLst xmlns:p15="http://schemas.microsoft.com/office/powerpoint/2012/main">
        <p15:guide id="4" pos="3567">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cSld name="Half page image text icons">
    <p:spTree>
      <p:nvGrpSpPr>
        <p:cNvPr id="1" name=""/>
        <p:cNvGrpSpPr/>
        <p:nvPr/>
      </p:nvGrpSpPr>
      <p:grpSpPr>
        <a:xfrm>
          <a:off x="0" y="0"/>
          <a:ext cx="0" cy="0"/>
          <a:chOff x="0" y="0"/>
          <a:chExt cx="0" cy="0"/>
        </a:xfrm>
      </p:grpSpPr>
      <p:sp>
        <p:nvSpPr>
          <p:cNvPr id="10" name="Picture Placeholder 6">
            <a:extLst>
              <a:ext uri="{FF2B5EF4-FFF2-40B4-BE49-F238E27FC236}">
                <a16:creationId xmlns:a16="http://schemas.microsoft.com/office/drawing/2014/main" id="{2C94DA5F-CCF7-A048-8A5D-EE8276E9014F}"/>
              </a:ext>
            </a:extLst>
          </p:cNvPr>
          <p:cNvSpPr>
            <a:spLocks noGrp="1"/>
          </p:cNvSpPr>
          <p:nvPr>
            <p:ph type="pic" sz="quarter" idx="10"/>
          </p:nvPr>
        </p:nvSpPr>
        <p:spPr>
          <a:xfrm>
            <a:off x="6087535" y="431800"/>
            <a:ext cx="6104467" cy="6045200"/>
          </a:xfrm>
          <a:prstGeom prst="rect">
            <a:avLst/>
          </a:prstGeom>
        </p:spPr>
        <p:txBody>
          <a:bodyPr anchor="ctr" anchorCtr="0"/>
          <a:lstStyle>
            <a:lvl1pPr marL="0" indent="0" algn="ctr">
              <a:buNone/>
              <a:defRPr>
                <a:solidFill>
                  <a:schemeClr val="tx1"/>
                </a:solidFill>
              </a:defRPr>
            </a:lvl1pPr>
          </a:lstStyle>
          <a:p>
            <a:r>
              <a:rPr lang="en-US"/>
              <a:t>Click icon to add picture</a:t>
            </a:r>
            <a:endParaRPr lang="en-US" dirty="0"/>
          </a:p>
        </p:txBody>
      </p:sp>
      <p:sp>
        <p:nvSpPr>
          <p:cNvPr id="9" name="Title 1">
            <a:extLst>
              <a:ext uri="{FF2B5EF4-FFF2-40B4-BE49-F238E27FC236}">
                <a16:creationId xmlns:a16="http://schemas.microsoft.com/office/drawing/2014/main" id="{453354D0-16E5-6249-964F-2F9A7EBF7C36}"/>
              </a:ext>
            </a:extLst>
          </p:cNvPr>
          <p:cNvSpPr>
            <a:spLocks noGrp="1"/>
          </p:cNvSpPr>
          <p:nvPr>
            <p:ph type="ctrTitle" hasCustomPrompt="1"/>
          </p:nvPr>
        </p:nvSpPr>
        <p:spPr>
          <a:xfrm>
            <a:off x="1727148" y="1766048"/>
            <a:ext cx="3489235" cy="443753"/>
          </a:xfrm>
          <a:prstGeom prst="rect">
            <a:avLst/>
          </a:prstGeom>
        </p:spPr>
        <p:txBody>
          <a:bodyPr lIns="0" tIns="0" rIns="0" bIns="0" anchor="b"/>
          <a:lstStyle>
            <a:lvl1pPr marL="0" indent="0" algn="l">
              <a:lnSpc>
                <a:spcPct val="100000"/>
              </a:lnSpc>
              <a:buFont typeface="Arial" panose="020B0604020202020204" pitchFamily="34" charset="0"/>
              <a:buNone/>
              <a:defRPr sz="3200" b="0" i="0" spc="0" baseline="0">
                <a:solidFill>
                  <a:schemeClr val="bg1"/>
                </a:solidFill>
                <a:latin typeface="CiscoSansTT ExtraLight" panose="020B0303020201020303" pitchFamily="34" charset="0"/>
                <a:cs typeface="CiscoSansTT ExtraLight" panose="020B0303020201020303" pitchFamily="34" charset="0"/>
              </a:defRPr>
            </a:lvl1pPr>
          </a:lstStyle>
          <a:p>
            <a:r>
              <a:rPr lang="en-GB" dirty="0"/>
              <a:t>Heading </a:t>
            </a:r>
            <a:endParaRPr lang="en-US" dirty="0"/>
          </a:p>
        </p:txBody>
      </p:sp>
      <p:sp>
        <p:nvSpPr>
          <p:cNvPr id="13" name="Picture Placeholder 2">
            <a:extLst>
              <a:ext uri="{FF2B5EF4-FFF2-40B4-BE49-F238E27FC236}">
                <a16:creationId xmlns:a16="http://schemas.microsoft.com/office/drawing/2014/main" id="{DB316346-3BC8-EF4A-BBC3-4B56BAC5B9A5}"/>
              </a:ext>
            </a:extLst>
          </p:cNvPr>
          <p:cNvSpPr>
            <a:spLocks noGrp="1"/>
          </p:cNvSpPr>
          <p:nvPr>
            <p:ph type="pic" sz="quarter" idx="24" hasCustomPrompt="1"/>
          </p:nvPr>
        </p:nvSpPr>
        <p:spPr>
          <a:xfrm>
            <a:off x="632127" y="2362201"/>
            <a:ext cx="722541" cy="675271"/>
          </a:xfrm>
          <a:prstGeom prst="rect">
            <a:avLst/>
          </a:prstGeom>
          <a:solidFill>
            <a:schemeClr val="bg2">
              <a:alpha val="0"/>
            </a:schemeClr>
          </a:solidFill>
        </p:spPr>
        <p:txBody>
          <a:bodyPr vert="horz" lIns="91420" tIns="45710" rIns="91420" bIns="45710" anchor="ctr"/>
          <a:lstStyle>
            <a:lvl1pPr marL="0" indent="0" algn="ctr">
              <a:buNone/>
              <a:defRPr sz="1333" b="0" i="0" baseline="0">
                <a:solidFill>
                  <a:schemeClr val="tx1"/>
                </a:solidFill>
                <a:latin typeface="CiscoSansTT ExtraLight" panose="020B0303020201020303" pitchFamily="34" charset="0"/>
                <a:cs typeface="CiscoSans ExtraLight"/>
              </a:defRPr>
            </a:lvl1pPr>
          </a:lstStyle>
          <a:p>
            <a:pPr lvl="0"/>
            <a:r>
              <a:rPr lang="en-US" noProof="0" dirty="0"/>
              <a:t>Click to add marketing icon</a:t>
            </a:r>
          </a:p>
        </p:txBody>
      </p:sp>
      <p:sp>
        <p:nvSpPr>
          <p:cNvPr id="14" name="Picture Placeholder 2">
            <a:extLst>
              <a:ext uri="{FF2B5EF4-FFF2-40B4-BE49-F238E27FC236}">
                <a16:creationId xmlns:a16="http://schemas.microsoft.com/office/drawing/2014/main" id="{3FD419D2-A5E0-5441-8593-FDCDFEAFC54B}"/>
              </a:ext>
            </a:extLst>
          </p:cNvPr>
          <p:cNvSpPr>
            <a:spLocks noGrp="1"/>
          </p:cNvSpPr>
          <p:nvPr>
            <p:ph type="pic" sz="quarter" idx="25" hasCustomPrompt="1"/>
          </p:nvPr>
        </p:nvSpPr>
        <p:spPr>
          <a:xfrm>
            <a:off x="632127" y="4206631"/>
            <a:ext cx="722541" cy="675271"/>
          </a:xfrm>
          <a:prstGeom prst="rect">
            <a:avLst/>
          </a:prstGeom>
          <a:solidFill>
            <a:schemeClr val="bg2">
              <a:alpha val="0"/>
            </a:schemeClr>
          </a:solidFill>
        </p:spPr>
        <p:txBody>
          <a:bodyPr vert="horz" lIns="91420" tIns="45710" rIns="91420" bIns="45710" anchor="ctr"/>
          <a:lstStyle>
            <a:lvl1pPr marL="0" indent="0" algn="ctr">
              <a:buNone/>
              <a:defRPr sz="1333" b="0" i="0" baseline="0">
                <a:solidFill>
                  <a:schemeClr val="tx1"/>
                </a:solidFill>
                <a:latin typeface="CiscoSansTT ExtraLight" panose="020B0303020201020303" pitchFamily="34" charset="0"/>
                <a:cs typeface="CiscoSans ExtraLight"/>
              </a:defRPr>
            </a:lvl1pPr>
          </a:lstStyle>
          <a:p>
            <a:pPr lvl="0"/>
            <a:r>
              <a:rPr lang="en-US" noProof="0" dirty="0"/>
              <a:t>Click to add marketing icon</a:t>
            </a:r>
          </a:p>
        </p:txBody>
      </p:sp>
      <p:sp>
        <p:nvSpPr>
          <p:cNvPr id="15" name="Text Placeholder 2">
            <a:extLst>
              <a:ext uri="{FF2B5EF4-FFF2-40B4-BE49-F238E27FC236}">
                <a16:creationId xmlns:a16="http://schemas.microsoft.com/office/drawing/2014/main" id="{B5E5EDE7-AAAF-8C40-8D1E-D24E33A2ADF4}"/>
              </a:ext>
            </a:extLst>
          </p:cNvPr>
          <p:cNvSpPr>
            <a:spLocks noGrp="1"/>
          </p:cNvSpPr>
          <p:nvPr>
            <p:ph type="body" sz="quarter" idx="16" hasCustomPrompt="1"/>
          </p:nvPr>
        </p:nvSpPr>
        <p:spPr>
          <a:xfrm>
            <a:off x="1727148" y="2362201"/>
            <a:ext cx="3489235" cy="182881"/>
          </a:xfrm>
          <a:prstGeom prst="rect">
            <a:avLst/>
          </a:prstGeom>
        </p:spPr>
        <p:txBody>
          <a:bodyPr lIns="0" tIns="0" rIns="0" bIns="0"/>
          <a:lstStyle>
            <a:lvl1pPr marL="0" indent="0">
              <a:buFont typeface="Arial" panose="020B0604020202020204" pitchFamily="34" charset="0"/>
              <a:buNone/>
              <a:defRPr sz="16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Subtitle</a:t>
            </a:r>
          </a:p>
        </p:txBody>
      </p:sp>
      <p:sp>
        <p:nvSpPr>
          <p:cNvPr id="17" name="Text Placeholder 2">
            <a:extLst>
              <a:ext uri="{FF2B5EF4-FFF2-40B4-BE49-F238E27FC236}">
                <a16:creationId xmlns:a16="http://schemas.microsoft.com/office/drawing/2014/main" id="{458D6C5F-0B29-8A4E-A858-26BECF27D154}"/>
              </a:ext>
            </a:extLst>
          </p:cNvPr>
          <p:cNvSpPr>
            <a:spLocks noGrp="1"/>
          </p:cNvSpPr>
          <p:nvPr>
            <p:ph type="body" sz="quarter" idx="20" hasCustomPrompt="1"/>
          </p:nvPr>
        </p:nvSpPr>
        <p:spPr>
          <a:xfrm>
            <a:off x="1727148" y="4206632"/>
            <a:ext cx="3489235" cy="182881"/>
          </a:xfrm>
          <a:prstGeom prst="rect">
            <a:avLst/>
          </a:prstGeom>
        </p:spPr>
        <p:txBody>
          <a:bodyPr lIns="0" tIns="0" rIns="0" bIns="0"/>
          <a:lstStyle>
            <a:lvl1pPr marL="0" indent="0">
              <a:buFont typeface="Arial" panose="020B0604020202020204" pitchFamily="34" charset="0"/>
              <a:buNone/>
              <a:defRPr sz="16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Subtitle</a:t>
            </a:r>
          </a:p>
        </p:txBody>
      </p:sp>
      <p:sp>
        <p:nvSpPr>
          <p:cNvPr id="19" name="Text Placeholder 2">
            <a:extLst>
              <a:ext uri="{FF2B5EF4-FFF2-40B4-BE49-F238E27FC236}">
                <a16:creationId xmlns:a16="http://schemas.microsoft.com/office/drawing/2014/main" id="{C414CF6E-DEBF-5A4C-8822-AC1C0D5EE905}"/>
              </a:ext>
            </a:extLst>
          </p:cNvPr>
          <p:cNvSpPr>
            <a:spLocks noGrp="1"/>
          </p:cNvSpPr>
          <p:nvPr>
            <p:ph type="body" sz="quarter" idx="32" hasCustomPrompt="1"/>
          </p:nvPr>
        </p:nvSpPr>
        <p:spPr>
          <a:xfrm>
            <a:off x="1727148" y="4625586"/>
            <a:ext cx="3489235" cy="1078213"/>
          </a:xfrm>
          <a:prstGeom prst="rect">
            <a:avLst/>
          </a:prstGeom>
        </p:spPr>
        <p:txBody>
          <a:bodyPr lIns="0" tIns="0" rIns="0" bIns="0"/>
          <a:lstStyle>
            <a:lvl1pPr marL="0" marR="0" indent="0" algn="l" defTabSz="912276" rtl="0" eaLnBrk="1" fontAlgn="base" latinLnBrk="0" hangingPunct="1">
              <a:lnSpc>
                <a:spcPts val="1733"/>
              </a:lnSpc>
              <a:spcBef>
                <a:spcPts val="0"/>
              </a:spcBef>
              <a:spcAft>
                <a:spcPts val="800"/>
              </a:spcAft>
              <a:buClr>
                <a:schemeClr val="tx2"/>
              </a:buClr>
              <a:buSzPct val="90000"/>
              <a:buFont typeface="Arial" panose="020B0604020202020204" pitchFamily="34" charset="0"/>
              <a:buNone/>
              <a:tabLst/>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a:t>
            </a:r>
            <a:r>
              <a:rPr lang="en-GB" dirty="0" err="1"/>
              <a:t>labore</a:t>
            </a:r>
            <a:r>
              <a:rPr lang="en-GB" dirty="0"/>
              <a:t> et dolore. 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labore.</a:t>
            </a:r>
          </a:p>
          <a:p>
            <a:pPr lvl="0"/>
            <a:endParaRPr lang="en-GB" dirty="0"/>
          </a:p>
        </p:txBody>
      </p:sp>
      <p:sp>
        <p:nvSpPr>
          <p:cNvPr id="20" name="Text Placeholder 2">
            <a:extLst>
              <a:ext uri="{FF2B5EF4-FFF2-40B4-BE49-F238E27FC236}">
                <a16:creationId xmlns:a16="http://schemas.microsoft.com/office/drawing/2014/main" id="{E10C3C35-F284-9842-AF8E-B4C121DB854F}"/>
              </a:ext>
            </a:extLst>
          </p:cNvPr>
          <p:cNvSpPr>
            <a:spLocks noGrp="1"/>
          </p:cNvSpPr>
          <p:nvPr>
            <p:ph type="body" sz="quarter" idx="31" hasCustomPrompt="1"/>
          </p:nvPr>
        </p:nvSpPr>
        <p:spPr>
          <a:xfrm>
            <a:off x="1727148" y="2792747"/>
            <a:ext cx="3489235" cy="1078213"/>
          </a:xfrm>
          <a:prstGeom prst="rect">
            <a:avLst/>
          </a:prstGeom>
        </p:spPr>
        <p:txBody>
          <a:bodyPr lIns="0" tIns="0" rIns="0" bIns="0"/>
          <a:lstStyle>
            <a:lvl1pPr marL="0" marR="0" indent="0" algn="l" defTabSz="912276" rtl="0" eaLnBrk="1" fontAlgn="base" latinLnBrk="0" hangingPunct="1">
              <a:lnSpc>
                <a:spcPts val="1733"/>
              </a:lnSpc>
              <a:spcBef>
                <a:spcPts val="0"/>
              </a:spcBef>
              <a:spcAft>
                <a:spcPts val="800"/>
              </a:spcAft>
              <a:buClr>
                <a:schemeClr val="tx2"/>
              </a:buClr>
              <a:buSzPct val="90000"/>
              <a:buFont typeface="Arial" panose="020B0604020202020204" pitchFamily="34" charset="0"/>
              <a:buNone/>
              <a:tabLst/>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a:t>
            </a:r>
            <a:r>
              <a:rPr lang="en-GB" dirty="0" err="1"/>
              <a:t>labore</a:t>
            </a:r>
            <a:r>
              <a:rPr lang="en-GB" dirty="0"/>
              <a:t> et dolore. 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labore.</a:t>
            </a:r>
          </a:p>
          <a:p>
            <a:pPr lvl="0"/>
            <a:endParaRPr lang="en-GB" dirty="0"/>
          </a:p>
        </p:txBody>
      </p:sp>
      <p:sp>
        <p:nvSpPr>
          <p:cNvPr id="12" name="Text Placeholder 2">
            <a:extLst>
              <a:ext uri="{FF2B5EF4-FFF2-40B4-BE49-F238E27FC236}">
                <a16:creationId xmlns:a16="http://schemas.microsoft.com/office/drawing/2014/main" id="{530ECFE8-BB22-2C91-22E4-8B647E6289E0}"/>
              </a:ext>
            </a:extLst>
          </p:cNvPr>
          <p:cNvSpPr>
            <a:spLocks noGrp="1"/>
          </p:cNvSpPr>
          <p:nvPr>
            <p:ph type="body" sz="quarter" idx="14" hasCustomPrompt="1"/>
          </p:nvPr>
        </p:nvSpPr>
        <p:spPr>
          <a:xfrm>
            <a:off x="632127" y="431800"/>
            <a:ext cx="3489235" cy="304800"/>
          </a:xfrm>
          <a:prstGeom prst="rect">
            <a:avLst/>
          </a:prstGeom>
        </p:spPr>
        <p:txBody>
          <a:bodyPr lIns="0" tIns="0" rIns="0" bIns="0"/>
          <a:lstStyle>
            <a:lvl1pPr marL="0" indent="0">
              <a:spcBef>
                <a:spcPts val="0"/>
              </a:spcBef>
              <a:buFont typeface="Arial" panose="020B0604020202020204" pitchFamily="34" charset="0"/>
              <a:buNone/>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Section title</a:t>
            </a:r>
          </a:p>
        </p:txBody>
      </p:sp>
    </p:spTree>
    <p:extLst>
      <p:ext uri="{BB962C8B-B14F-4D97-AF65-F5344CB8AC3E}">
        <p14:creationId xmlns:p14="http://schemas.microsoft.com/office/powerpoint/2010/main" val="25140480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extLst>
    <p:ext uri="{DCECCB84-F9BA-43D5-87BE-67443E8EF086}">
      <p15:sldGuideLst xmlns:p15="http://schemas.microsoft.com/office/powerpoint/2012/main">
        <p15:guide id="4" pos="3552">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Half page chart">
    <p:spTree>
      <p:nvGrpSpPr>
        <p:cNvPr id="1" name=""/>
        <p:cNvGrpSpPr/>
        <p:nvPr/>
      </p:nvGrpSpPr>
      <p:grpSpPr>
        <a:xfrm>
          <a:off x="0" y="0"/>
          <a:ext cx="0" cy="0"/>
          <a:chOff x="0" y="0"/>
          <a:chExt cx="0" cy="0"/>
        </a:xfrm>
      </p:grpSpPr>
      <p:sp>
        <p:nvSpPr>
          <p:cNvPr id="6" name="Chart Placeholder 5"/>
          <p:cNvSpPr>
            <a:spLocks noGrp="1"/>
          </p:cNvSpPr>
          <p:nvPr>
            <p:ph type="chart" sz="quarter" idx="10"/>
          </p:nvPr>
        </p:nvSpPr>
        <p:spPr>
          <a:xfrm>
            <a:off x="6786035" y="431803"/>
            <a:ext cx="4796367" cy="6045199"/>
          </a:xfrm>
          <a:prstGeom prst="rect">
            <a:avLst/>
          </a:prstGeom>
        </p:spPr>
        <p:txBody>
          <a:bodyPr anchor="ctr" anchorCtr="0"/>
          <a:lstStyle>
            <a:lvl1pPr marL="0" indent="0" algn="ctr">
              <a:buNone/>
              <a:defRPr>
                <a:solidFill>
                  <a:schemeClr val="tx1"/>
                </a:solidFill>
              </a:defRPr>
            </a:lvl1pPr>
          </a:lstStyle>
          <a:p>
            <a:r>
              <a:rPr lang="en-US"/>
              <a:t>Click icon to add chart</a:t>
            </a:r>
            <a:endParaRPr lang="en-US" dirty="0"/>
          </a:p>
        </p:txBody>
      </p:sp>
      <p:sp>
        <p:nvSpPr>
          <p:cNvPr id="4" name="Title 1">
            <a:extLst>
              <a:ext uri="{FF2B5EF4-FFF2-40B4-BE49-F238E27FC236}">
                <a16:creationId xmlns:a16="http://schemas.microsoft.com/office/drawing/2014/main" id="{7C0FB4A9-9785-254F-982E-7E82B77BF549}"/>
              </a:ext>
            </a:extLst>
          </p:cNvPr>
          <p:cNvSpPr>
            <a:spLocks noGrp="1"/>
          </p:cNvSpPr>
          <p:nvPr>
            <p:ph type="ctrTitle" hasCustomPrompt="1"/>
          </p:nvPr>
        </p:nvSpPr>
        <p:spPr>
          <a:xfrm>
            <a:off x="636096" y="2209802"/>
            <a:ext cx="5451437" cy="1955628"/>
          </a:xfrm>
          <a:prstGeom prst="rect">
            <a:avLst/>
          </a:prstGeom>
        </p:spPr>
        <p:txBody>
          <a:bodyPr lIns="0" tIns="0" rIns="0" bIns="0" anchor="ctr" anchorCtr="0"/>
          <a:lstStyle>
            <a:lvl1pPr marL="0" indent="0" algn="l">
              <a:lnSpc>
                <a:spcPct val="100000"/>
              </a:lnSpc>
              <a:buFont typeface="Arial" panose="020B0604020202020204" pitchFamily="34" charset="0"/>
              <a:buNone/>
              <a:defRPr sz="4267" b="0" i="0" spc="0" baseline="0">
                <a:solidFill>
                  <a:schemeClr val="bg1"/>
                </a:solidFill>
                <a:latin typeface="CiscoSansTT ExtraLight" panose="020B0303020201020303" pitchFamily="34" charset="0"/>
                <a:cs typeface="CiscoSansTT ExtraLight" panose="020B0303020201020303" pitchFamily="34" charset="0"/>
              </a:defRPr>
            </a:lvl1pPr>
          </a:lstStyle>
          <a:p>
            <a:r>
              <a:rPr lang="en-GB" dirty="0"/>
              <a:t>Slide copy should</a:t>
            </a:r>
            <a:br>
              <a:rPr lang="en-GB" dirty="0"/>
            </a:br>
            <a:r>
              <a:rPr lang="en-GB" dirty="0"/>
              <a:t>go here</a:t>
            </a:r>
            <a:endParaRPr lang="en-US" dirty="0"/>
          </a:p>
        </p:txBody>
      </p:sp>
      <p:sp>
        <p:nvSpPr>
          <p:cNvPr id="7" name="Text Placeholder 2">
            <a:extLst>
              <a:ext uri="{FF2B5EF4-FFF2-40B4-BE49-F238E27FC236}">
                <a16:creationId xmlns:a16="http://schemas.microsoft.com/office/drawing/2014/main" id="{25F9E7A7-281F-24AD-2948-98640334E329}"/>
              </a:ext>
            </a:extLst>
          </p:cNvPr>
          <p:cNvSpPr>
            <a:spLocks noGrp="1"/>
          </p:cNvSpPr>
          <p:nvPr>
            <p:ph type="body" sz="quarter" idx="14" hasCustomPrompt="1"/>
          </p:nvPr>
        </p:nvSpPr>
        <p:spPr>
          <a:xfrm>
            <a:off x="632127" y="431800"/>
            <a:ext cx="3489235" cy="304800"/>
          </a:xfrm>
          <a:prstGeom prst="rect">
            <a:avLst/>
          </a:prstGeom>
        </p:spPr>
        <p:txBody>
          <a:bodyPr lIns="0" tIns="0" rIns="0" bIns="0"/>
          <a:lstStyle>
            <a:lvl1pPr marL="0" indent="0">
              <a:buFont typeface="Arial" panose="020B0604020202020204" pitchFamily="34" charset="0"/>
              <a:buNone/>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Section title</a:t>
            </a:r>
          </a:p>
        </p:txBody>
      </p:sp>
    </p:spTree>
    <p:extLst>
      <p:ext uri="{BB962C8B-B14F-4D97-AF65-F5344CB8AC3E}">
        <p14:creationId xmlns:p14="http://schemas.microsoft.com/office/powerpoint/2010/main" val="257239776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extLst>
    <p:ext uri="{DCECCB84-F9BA-43D5-87BE-67443E8EF086}">
      <p15:sldGuideLst xmlns:p15="http://schemas.microsoft.com/office/powerpoint/2012/main">
        <p15:guide id="4" pos="3567">
          <p15:clr>
            <a:srgbClr val="FBAE4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cSld name="Map">
    <p:spTree>
      <p:nvGrpSpPr>
        <p:cNvPr id="1" name=""/>
        <p:cNvGrpSpPr/>
        <p:nvPr/>
      </p:nvGrpSpPr>
      <p:grpSpPr>
        <a:xfrm>
          <a:off x="0" y="0"/>
          <a:ext cx="0" cy="0"/>
          <a:chOff x="0" y="0"/>
          <a:chExt cx="0" cy="0"/>
        </a:xfrm>
      </p:grpSpPr>
      <p:sp>
        <p:nvSpPr>
          <p:cNvPr id="239" name="Text Placeholder 2">
            <a:extLst>
              <a:ext uri="{FF2B5EF4-FFF2-40B4-BE49-F238E27FC236}">
                <a16:creationId xmlns:a16="http://schemas.microsoft.com/office/drawing/2014/main" id="{0432F0B5-AA18-A142-8000-0B8E86D9192F}"/>
              </a:ext>
            </a:extLst>
          </p:cNvPr>
          <p:cNvSpPr>
            <a:spLocks noGrp="1"/>
          </p:cNvSpPr>
          <p:nvPr>
            <p:ph type="body" sz="quarter" idx="15" hasCustomPrompt="1"/>
          </p:nvPr>
        </p:nvSpPr>
        <p:spPr>
          <a:xfrm>
            <a:off x="632125" y="4261989"/>
            <a:ext cx="2587813" cy="1859411"/>
          </a:xfrm>
          <a:prstGeom prst="rect">
            <a:avLst/>
          </a:prstGeom>
        </p:spPr>
        <p:txBody>
          <a:bodyPr lIns="0" tIns="0" rIns="0" bIns="0"/>
          <a:lstStyle>
            <a:lvl1pPr marL="0" marR="0" indent="0" algn="l" defTabSz="912276" rtl="0" eaLnBrk="1" fontAlgn="base" latinLnBrk="0" hangingPunct="1">
              <a:lnSpc>
                <a:spcPts val="1467"/>
              </a:lnSpc>
              <a:spcBef>
                <a:spcPts val="0"/>
              </a:spcBef>
              <a:spcAft>
                <a:spcPts val="800"/>
              </a:spcAft>
              <a:buClr>
                <a:schemeClr val="tx2"/>
              </a:buClr>
              <a:buSzPct val="90000"/>
              <a:buFont typeface="Arial" panose="020B0604020202020204" pitchFamily="34" charset="0"/>
              <a:buNone/>
              <a:tabLst/>
              <a:defRPr sz="1067" b="0" i="1"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This map is fully editable. Double-click </a:t>
            </a:r>
            <a:br>
              <a:rPr lang="en-GB" dirty="0"/>
            </a:br>
            <a:r>
              <a:rPr lang="en-GB" dirty="0"/>
              <a:t>or ungroup to edit individual countries. </a:t>
            </a:r>
            <a:br>
              <a:rPr lang="en-GB" dirty="0"/>
            </a:br>
            <a:br>
              <a:rPr lang="en-GB" dirty="0"/>
            </a:br>
            <a:r>
              <a:rPr lang="en-GB" dirty="0"/>
              <a:t>Disclaimer: This map is sourced from the current UN map. It represents only the approximate relative location of boundaries and is not authoritative. This is for informational purposes and is not prepared or suitable for legal, engineering or survey purposes.  </a:t>
            </a:r>
          </a:p>
          <a:p>
            <a:pPr lvl="0"/>
            <a:endParaRPr lang="en-GB" dirty="0"/>
          </a:p>
        </p:txBody>
      </p:sp>
      <p:sp>
        <p:nvSpPr>
          <p:cNvPr id="6" name="Text Placeholder 6">
            <a:extLst>
              <a:ext uri="{FF2B5EF4-FFF2-40B4-BE49-F238E27FC236}">
                <a16:creationId xmlns:a16="http://schemas.microsoft.com/office/drawing/2014/main" id="{CF248584-E96B-60F6-5CB7-077CEF8F3BDE}"/>
              </a:ext>
            </a:extLst>
          </p:cNvPr>
          <p:cNvSpPr>
            <a:spLocks noGrp="1"/>
          </p:cNvSpPr>
          <p:nvPr>
            <p:ph type="body" sz="quarter" idx="23" hasCustomPrompt="1"/>
          </p:nvPr>
        </p:nvSpPr>
        <p:spPr>
          <a:xfrm>
            <a:off x="632820" y="753583"/>
            <a:ext cx="7460073" cy="482748"/>
          </a:xfrm>
          <a:prstGeom prst="rect">
            <a:avLst/>
          </a:prstGeom>
        </p:spPr>
        <p:txBody>
          <a:bodyPr lIns="0" tIns="0" rIns="0" bIns="0" anchor="t" anchorCtr="0"/>
          <a:lstStyle>
            <a:lvl1pPr marL="0" indent="0">
              <a:lnSpc>
                <a:spcPct val="100000"/>
              </a:lnSpc>
              <a:spcBef>
                <a:spcPts val="0"/>
              </a:spcBef>
              <a:buNone/>
              <a:defRPr sz="3200" b="0" i="0">
                <a:solidFill>
                  <a:schemeClr val="bg1"/>
                </a:solidFill>
                <a:latin typeface="CiscoSansTT ExtraLight" panose="020B0303020201020303" pitchFamily="34" charset="0"/>
                <a:cs typeface="CiscoSansTT ExtraLight" panose="020B0303020201020303" pitchFamily="34" charset="0"/>
              </a:defRPr>
            </a:lvl1pPr>
          </a:lstStyle>
          <a:p>
            <a:r>
              <a:rPr lang="en-GB" dirty="0"/>
              <a:t>Heading goes here</a:t>
            </a:r>
          </a:p>
        </p:txBody>
      </p:sp>
      <p:sp>
        <p:nvSpPr>
          <p:cNvPr id="7" name="Text Placeholder 2">
            <a:extLst>
              <a:ext uri="{FF2B5EF4-FFF2-40B4-BE49-F238E27FC236}">
                <a16:creationId xmlns:a16="http://schemas.microsoft.com/office/drawing/2014/main" id="{37AD3E42-A8B0-11B1-2428-C383D0195139}"/>
              </a:ext>
            </a:extLst>
          </p:cNvPr>
          <p:cNvSpPr>
            <a:spLocks noGrp="1"/>
          </p:cNvSpPr>
          <p:nvPr>
            <p:ph type="body" sz="quarter" idx="14" hasCustomPrompt="1"/>
          </p:nvPr>
        </p:nvSpPr>
        <p:spPr>
          <a:xfrm>
            <a:off x="632127" y="431800"/>
            <a:ext cx="3489235" cy="304800"/>
          </a:xfrm>
          <a:prstGeom prst="rect">
            <a:avLst/>
          </a:prstGeom>
        </p:spPr>
        <p:txBody>
          <a:bodyPr lIns="0" tIns="0" rIns="0" bIns="0"/>
          <a:lstStyle>
            <a:lvl1pPr marL="0" indent="0">
              <a:spcBef>
                <a:spcPts val="0"/>
              </a:spcBef>
              <a:buFont typeface="Arial" panose="020B0604020202020204" pitchFamily="34" charset="0"/>
              <a:buNone/>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Section title</a:t>
            </a:r>
          </a:p>
        </p:txBody>
      </p:sp>
    </p:spTree>
    <p:extLst>
      <p:ext uri="{BB962C8B-B14F-4D97-AF65-F5344CB8AC3E}">
        <p14:creationId xmlns:p14="http://schemas.microsoft.com/office/powerpoint/2010/main" val="41678158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Org chart 1">
    <p:bg>
      <p:bgPr>
        <a:solidFill>
          <a:schemeClr val="bg2"/>
        </a:solidFill>
        <a:effectLst/>
      </p:bgPr>
    </p:bg>
    <p:spTree>
      <p:nvGrpSpPr>
        <p:cNvPr id="1" name=""/>
        <p:cNvGrpSpPr/>
        <p:nvPr/>
      </p:nvGrpSpPr>
      <p:grpSpPr>
        <a:xfrm>
          <a:off x="0" y="0"/>
          <a:ext cx="0" cy="0"/>
          <a:chOff x="0" y="0"/>
          <a:chExt cx="0" cy="0"/>
        </a:xfrm>
      </p:grpSpPr>
      <p:sp>
        <p:nvSpPr>
          <p:cNvPr id="76" name="Text Placeholder 7">
            <a:extLst>
              <a:ext uri="{FF2B5EF4-FFF2-40B4-BE49-F238E27FC236}">
                <a16:creationId xmlns:a16="http://schemas.microsoft.com/office/drawing/2014/main" id="{E17737D0-FC6B-7145-AB20-DD008328E7AF}"/>
              </a:ext>
            </a:extLst>
          </p:cNvPr>
          <p:cNvSpPr>
            <a:spLocks noGrp="1"/>
          </p:cNvSpPr>
          <p:nvPr>
            <p:ph type="body" sz="quarter" idx="21" hasCustomPrompt="1"/>
          </p:nvPr>
        </p:nvSpPr>
        <p:spPr>
          <a:xfrm>
            <a:off x="632127" y="1349831"/>
            <a:ext cx="2490219"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78" name="Picture Placeholder 3">
            <a:extLst>
              <a:ext uri="{FF2B5EF4-FFF2-40B4-BE49-F238E27FC236}">
                <a16:creationId xmlns:a16="http://schemas.microsoft.com/office/drawing/2014/main" id="{A7181BD4-D32F-9345-AF80-E1B50A790230}"/>
              </a:ext>
            </a:extLst>
          </p:cNvPr>
          <p:cNvSpPr>
            <a:spLocks noGrp="1"/>
          </p:cNvSpPr>
          <p:nvPr>
            <p:ph type="pic" sz="quarter" idx="23"/>
          </p:nvPr>
        </p:nvSpPr>
        <p:spPr>
          <a:xfrm>
            <a:off x="696827" y="1917045"/>
            <a:ext cx="538263" cy="538263"/>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79" name="Picture Placeholder 3">
            <a:extLst>
              <a:ext uri="{FF2B5EF4-FFF2-40B4-BE49-F238E27FC236}">
                <a16:creationId xmlns:a16="http://schemas.microsoft.com/office/drawing/2014/main" id="{8B41B35C-4335-694B-BF5C-EFF21B146926}"/>
              </a:ext>
            </a:extLst>
          </p:cNvPr>
          <p:cNvSpPr>
            <a:spLocks noGrp="1"/>
          </p:cNvSpPr>
          <p:nvPr>
            <p:ph type="pic" sz="quarter" idx="24"/>
          </p:nvPr>
        </p:nvSpPr>
        <p:spPr>
          <a:xfrm>
            <a:off x="696827" y="2535199"/>
            <a:ext cx="538263" cy="538263"/>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80" name="Picture Placeholder 3">
            <a:extLst>
              <a:ext uri="{FF2B5EF4-FFF2-40B4-BE49-F238E27FC236}">
                <a16:creationId xmlns:a16="http://schemas.microsoft.com/office/drawing/2014/main" id="{866CFDD6-B03C-D145-9DE2-DE5127549723}"/>
              </a:ext>
            </a:extLst>
          </p:cNvPr>
          <p:cNvSpPr>
            <a:spLocks noGrp="1"/>
          </p:cNvSpPr>
          <p:nvPr>
            <p:ph type="pic" sz="quarter" idx="25"/>
          </p:nvPr>
        </p:nvSpPr>
        <p:spPr>
          <a:xfrm>
            <a:off x="696827" y="3153354"/>
            <a:ext cx="538263" cy="538263"/>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81" name="Picture Placeholder 3">
            <a:extLst>
              <a:ext uri="{FF2B5EF4-FFF2-40B4-BE49-F238E27FC236}">
                <a16:creationId xmlns:a16="http://schemas.microsoft.com/office/drawing/2014/main" id="{7E9D6FF4-058B-8046-ABE9-38E11FFC6001}"/>
              </a:ext>
            </a:extLst>
          </p:cNvPr>
          <p:cNvSpPr>
            <a:spLocks noGrp="1"/>
          </p:cNvSpPr>
          <p:nvPr>
            <p:ph type="pic" sz="quarter" idx="26"/>
          </p:nvPr>
        </p:nvSpPr>
        <p:spPr>
          <a:xfrm>
            <a:off x="696827" y="3771509"/>
            <a:ext cx="538263" cy="538263"/>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82" name="Picture Placeholder 3">
            <a:extLst>
              <a:ext uri="{FF2B5EF4-FFF2-40B4-BE49-F238E27FC236}">
                <a16:creationId xmlns:a16="http://schemas.microsoft.com/office/drawing/2014/main" id="{7D143D2C-F993-FD4D-A334-8C81C2918C4C}"/>
              </a:ext>
            </a:extLst>
          </p:cNvPr>
          <p:cNvSpPr>
            <a:spLocks noGrp="1"/>
          </p:cNvSpPr>
          <p:nvPr>
            <p:ph type="pic" sz="quarter" idx="27"/>
          </p:nvPr>
        </p:nvSpPr>
        <p:spPr>
          <a:xfrm>
            <a:off x="696827" y="4389663"/>
            <a:ext cx="538263" cy="538263"/>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83" name="Picture Placeholder 3">
            <a:extLst>
              <a:ext uri="{FF2B5EF4-FFF2-40B4-BE49-F238E27FC236}">
                <a16:creationId xmlns:a16="http://schemas.microsoft.com/office/drawing/2014/main" id="{989569BD-3B1E-2F43-AD8E-12EEFDBDB542}"/>
              </a:ext>
            </a:extLst>
          </p:cNvPr>
          <p:cNvSpPr>
            <a:spLocks noGrp="1"/>
          </p:cNvSpPr>
          <p:nvPr>
            <p:ph type="pic" sz="quarter" idx="28"/>
          </p:nvPr>
        </p:nvSpPr>
        <p:spPr>
          <a:xfrm>
            <a:off x="696827" y="5007818"/>
            <a:ext cx="538263" cy="538263"/>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84" name="Picture Placeholder 3">
            <a:extLst>
              <a:ext uri="{FF2B5EF4-FFF2-40B4-BE49-F238E27FC236}">
                <a16:creationId xmlns:a16="http://schemas.microsoft.com/office/drawing/2014/main" id="{BEB04B58-EE83-374A-AB3A-FD4D12C64DD5}"/>
              </a:ext>
            </a:extLst>
          </p:cNvPr>
          <p:cNvSpPr>
            <a:spLocks noGrp="1"/>
          </p:cNvSpPr>
          <p:nvPr>
            <p:ph type="pic" sz="quarter" idx="29"/>
          </p:nvPr>
        </p:nvSpPr>
        <p:spPr>
          <a:xfrm>
            <a:off x="696827" y="5625970"/>
            <a:ext cx="538263" cy="538263"/>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85" name="Text Placeholder 7">
            <a:extLst>
              <a:ext uri="{FF2B5EF4-FFF2-40B4-BE49-F238E27FC236}">
                <a16:creationId xmlns:a16="http://schemas.microsoft.com/office/drawing/2014/main" id="{8AAC0B54-C96C-C441-8863-1932E37ACBAD}"/>
              </a:ext>
            </a:extLst>
          </p:cNvPr>
          <p:cNvSpPr>
            <a:spLocks noGrp="1"/>
          </p:cNvSpPr>
          <p:nvPr>
            <p:ph type="body" sz="quarter" idx="30" hasCustomPrompt="1"/>
          </p:nvPr>
        </p:nvSpPr>
        <p:spPr>
          <a:xfrm>
            <a:off x="1235089" y="1967221"/>
            <a:ext cx="1957848"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86" name="Text Placeholder 7">
            <a:extLst>
              <a:ext uri="{FF2B5EF4-FFF2-40B4-BE49-F238E27FC236}">
                <a16:creationId xmlns:a16="http://schemas.microsoft.com/office/drawing/2014/main" id="{0F089C13-C00D-1746-A5D0-6C1948F1A73E}"/>
              </a:ext>
            </a:extLst>
          </p:cNvPr>
          <p:cNvSpPr>
            <a:spLocks noGrp="1"/>
          </p:cNvSpPr>
          <p:nvPr>
            <p:ph type="body" sz="quarter" idx="31" hasCustomPrompt="1"/>
          </p:nvPr>
        </p:nvSpPr>
        <p:spPr>
          <a:xfrm>
            <a:off x="1235089" y="2584612"/>
            <a:ext cx="1957848"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87" name="Text Placeholder 7">
            <a:extLst>
              <a:ext uri="{FF2B5EF4-FFF2-40B4-BE49-F238E27FC236}">
                <a16:creationId xmlns:a16="http://schemas.microsoft.com/office/drawing/2014/main" id="{3AB30254-5518-6C40-BF50-3E9FAE4EDF85}"/>
              </a:ext>
            </a:extLst>
          </p:cNvPr>
          <p:cNvSpPr>
            <a:spLocks noGrp="1"/>
          </p:cNvSpPr>
          <p:nvPr>
            <p:ph type="body" sz="quarter" idx="32" hasCustomPrompt="1"/>
          </p:nvPr>
        </p:nvSpPr>
        <p:spPr>
          <a:xfrm>
            <a:off x="1235089" y="3202003"/>
            <a:ext cx="1957848"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88" name="Text Placeholder 7">
            <a:extLst>
              <a:ext uri="{FF2B5EF4-FFF2-40B4-BE49-F238E27FC236}">
                <a16:creationId xmlns:a16="http://schemas.microsoft.com/office/drawing/2014/main" id="{0811A6CF-DD21-8D4C-9C08-8AF894110913}"/>
              </a:ext>
            </a:extLst>
          </p:cNvPr>
          <p:cNvSpPr>
            <a:spLocks noGrp="1"/>
          </p:cNvSpPr>
          <p:nvPr>
            <p:ph type="body" sz="quarter" idx="33" hasCustomPrompt="1"/>
          </p:nvPr>
        </p:nvSpPr>
        <p:spPr>
          <a:xfrm>
            <a:off x="1235089" y="3819393"/>
            <a:ext cx="1957848"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89" name="Text Placeholder 7">
            <a:extLst>
              <a:ext uri="{FF2B5EF4-FFF2-40B4-BE49-F238E27FC236}">
                <a16:creationId xmlns:a16="http://schemas.microsoft.com/office/drawing/2014/main" id="{D21AD92C-4C78-7443-BE76-29C48973EDB2}"/>
              </a:ext>
            </a:extLst>
          </p:cNvPr>
          <p:cNvSpPr>
            <a:spLocks noGrp="1"/>
          </p:cNvSpPr>
          <p:nvPr>
            <p:ph type="body" sz="quarter" idx="34" hasCustomPrompt="1"/>
          </p:nvPr>
        </p:nvSpPr>
        <p:spPr>
          <a:xfrm>
            <a:off x="1235089" y="4436784"/>
            <a:ext cx="1957848"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90" name="Text Placeholder 7">
            <a:extLst>
              <a:ext uri="{FF2B5EF4-FFF2-40B4-BE49-F238E27FC236}">
                <a16:creationId xmlns:a16="http://schemas.microsoft.com/office/drawing/2014/main" id="{C2B48CD5-A321-6E4E-A37C-2F205EF929FB}"/>
              </a:ext>
            </a:extLst>
          </p:cNvPr>
          <p:cNvSpPr>
            <a:spLocks noGrp="1"/>
          </p:cNvSpPr>
          <p:nvPr>
            <p:ph type="body" sz="quarter" idx="35" hasCustomPrompt="1"/>
          </p:nvPr>
        </p:nvSpPr>
        <p:spPr>
          <a:xfrm>
            <a:off x="1235089" y="5054175"/>
            <a:ext cx="1957848"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91" name="Text Placeholder 7">
            <a:extLst>
              <a:ext uri="{FF2B5EF4-FFF2-40B4-BE49-F238E27FC236}">
                <a16:creationId xmlns:a16="http://schemas.microsoft.com/office/drawing/2014/main" id="{D1F05418-8D4D-C748-A3F2-A4480B3CD983}"/>
              </a:ext>
            </a:extLst>
          </p:cNvPr>
          <p:cNvSpPr>
            <a:spLocks noGrp="1"/>
          </p:cNvSpPr>
          <p:nvPr>
            <p:ph type="body" sz="quarter" idx="36" hasCustomPrompt="1"/>
          </p:nvPr>
        </p:nvSpPr>
        <p:spPr>
          <a:xfrm>
            <a:off x="1235089" y="5671563"/>
            <a:ext cx="1957848"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108" name="Text Placeholder 7">
            <a:extLst>
              <a:ext uri="{FF2B5EF4-FFF2-40B4-BE49-F238E27FC236}">
                <a16:creationId xmlns:a16="http://schemas.microsoft.com/office/drawing/2014/main" id="{F7397E79-89BD-7149-B996-8FADDB83B5EC}"/>
              </a:ext>
            </a:extLst>
          </p:cNvPr>
          <p:cNvSpPr>
            <a:spLocks noGrp="1"/>
          </p:cNvSpPr>
          <p:nvPr>
            <p:ph type="body" sz="quarter" idx="37" hasCustomPrompt="1"/>
          </p:nvPr>
        </p:nvSpPr>
        <p:spPr>
          <a:xfrm>
            <a:off x="9203831" y="1349831"/>
            <a:ext cx="2507711"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109" name="Picture Placeholder 3">
            <a:extLst>
              <a:ext uri="{FF2B5EF4-FFF2-40B4-BE49-F238E27FC236}">
                <a16:creationId xmlns:a16="http://schemas.microsoft.com/office/drawing/2014/main" id="{65977F0B-74CE-E44C-93B2-249490598A1B}"/>
              </a:ext>
            </a:extLst>
          </p:cNvPr>
          <p:cNvSpPr>
            <a:spLocks noGrp="1"/>
          </p:cNvSpPr>
          <p:nvPr>
            <p:ph type="pic" sz="quarter" idx="38"/>
          </p:nvPr>
        </p:nvSpPr>
        <p:spPr>
          <a:xfrm>
            <a:off x="9286023" y="1917045"/>
            <a:ext cx="538263" cy="538263"/>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110" name="Picture Placeholder 3">
            <a:extLst>
              <a:ext uri="{FF2B5EF4-FFF2-40B4-BE49-F238E27FC236}">
                <a16:creationId xmlns:a16="http://schemas.microsoft.com/office/drawing/2014/main" id="{219BB1E5-9F99-5143-A2D1-EABF082DCA12}"/>
              </a:ext>
            </a:extLst>
          </p:cNvPr>
          <p:cNvSpPr>
            <a:spLocks noGrp="1"/>
          </p:cNvSpPr>
          <p:nvPr>
            <p:ph type="pic" sz="quarter" idx="39"/>
          </p:nvPr>
        </p:nvSpPr>
        <p:spPr>
          <a:xfrm>
            <a:off x="9286023" y="2535199"/>
            <a:ext cx="538263" cy="538263"/>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111" name="Picture Placeholder 3">
            <a:extLst>
              <a:ext uri="{FF2B5EF4-FFF2-40B4-BE49-F238E27FC236}">
                <a16:creationId xmlns:a16="http://schemas.microsoft.com/office/drawing/2014/main" id="{916A17DF-2388-4B4F-9CF8-7379304305A8}"/>
              </a:ext>
            </a:extLst>
          </p:cNvPr>
          <p:cNvSpPr>
            <a:spLocks noGrp="1"/>
          </p:cNvSpPr>
          <p:nvPr>
            <p:ph type="pic" sz="quarter" idx="40"/>
          </p:nvPr>
        </p:nvSpPr>
        <p:spPr>
          <a:xfrm>
            <a:off x="9286023" y="3153354"/>
            <a:ext cx="538263" cy="538263"/>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112" name="Picture Placeholder 3">
            <a:extLst>
              <a:ext uri="{FF2B5EF4-FFF2-40B4-BE49-F238E27FC236}">
                <a16:creationId xmlns:a16="http://schemas.microsoft.com/office/drawing/2014/main" id="{DC933AF6-FC67-8444-94EE-A70793FE14EC}"/>
              </a:ext>
            </a:extLst>
          </p:cNvPr>
          <p:cNvSpPr>
            <a:spLocks noGrp="1"/>
          </p:cNvSpPr>
          <p:nvPr>
            <p:ph type="pic" sz="quarter" idx="41"/>
          </p:nvPr>
        </p:nvSpPr>
        <p:spPr>
          <a:xfrm>
            <a:off x="9286023" y="3771509"/>
            <a:ext cx="538263" cy="538263"/>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113" name="Picture Placeholder 3">
            <a:extLst>
              <a:ext uri="{FF2B5EF4-FFF2-40B4-BE49-F238E27FC236}">
                <a16:creationId xmlns:a16="http://schemas.microsoft.com/office/drawing/2014/main" id="{CB399D5E-7F31-A24F-A1DE-A37A559BF962}"/>
              </a:ext>
            </a:extLst>
          </p:cNvPr>
          <p:cNvSpPr>
            <a:spLocks noGrp="1"/>
          </p:cNvSpPr>
          <p:nvPr>
            <p:ph type="pic" sz="quarter" idx="42"/>
          </p:nvPr>
        </p:nvSpPr>
        <p:spPr>
          <a:xfrm>
            <a:off x="9286023" y="4389663"/>
            <a:ext cx="538263" cy="538263"/>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114" name="Picture Placeholder 3">
            <a:extLst>
              <a:ext uri="{FF2B5EF4-FFF2-40B4-BE49-F238E27FC236}">
                <a16:creationId xmlns:a16="http://schemas.microsoft.com/office/drawing/2014/main" id="{B965FBBE-9194-2143-8B08-05E031CD6DBF}"/>
              </a:ext>
            </a:extLst>
          </p:cNvPr>
          <p:cNvSpPr>
            <a:spLocks noGrp="1"/>
          </p:cNvSpPr>
          <p:nvPr>
            <p:ph type="pic" sz="quarter" idx="43"/>
          </p:nvPr>
        </p:nvSpPr>
        <p:spPr>
          <a:xfrm>
            <a:off x="9286023" y="5007818"/>
            <a:ext cx="538263" cy="538263"/>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115" name="Picture Placeholder 3">
            <a:extLst>
              <a:ext uri="{FF2B5EF4-FFF2-40B4-BE49-F238E27FC236}">
                <a16:creationId xmlns:a16="http://schemas.microsoft.com/office/drawing/2014/main" id="{49F35041-77CA-1848-B269-74C604CA7E40}"/>
              </a:ext>
            </a:extLst>
          </p:cNvPr>
          <p:cNvSpPr>
            <a:spLocks noGrp="1"/>
          </p:cNvSpPr>
          <p:nvPr>
            <p:ph type="pic" sz="quarter" idx="44"/>
          </p:nvPr>
        </p:nvSpPr>
        <p:spPr>
          <a:xfrm>
            <a:off x="9286022" y="5625970"/>
            <a:ext cx="538263" cy="538263"/>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116" name="Text Placeholder 7">
            <a:extLst>
              <a:ext uri="{FF2B5EF4-FFF2-40B4-BE49-F238E27FC236}">
                <a16:creationId xmlns:a16="http://schemas.microsoft.com/office/drawing/2014/main" id="{7523ABB3-75D2-EB4B-8C6E-3820D8F4D52B}"/>
              </a:ext>
            </a:extLst>
          </p:cNvPr>
          <p:cNvSpPr>
            <a:spLocks noGrp="1"/>
          </p:cNvSpPr>
          <p:nvPr>
            <p:ph type="body" sz="quarter" idx="45" hasCustomPrompt="1"/>
          </p:nvPr>
        </p:nvSpPr>
        <p:spPr>
          <a:xfrm>
            <a:off x="9824285" y="1967221"/>
            <a:ext cx="1957848"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117" name="Text Placeholder 7">
            <a:extLst>
              <a:ext uri="{FF2B5EF4-FFF2-40B4-BE49-F238E27FC236}">
                <a16:creationId xmlns:a16="http://schemas.microsoft.com/office/drawing/2014/main" id="{31960E30-9C67-F74E-B253-1DE44672EE81}"/>
              </a:ext>
            </a:extLst>
          </p:cNvPr>
          <p:cNvSpPr>
            <a:spLocks noGrp="1"/>
          </p:cNvSpPr>
          <p:nvPr>
            <p:ph type="body" sz="quarter" idx="46" hasCustomPrompt="1"/>
          </p:nvPr>
        </p:nvSpPr>
        <p:spPr>
          <a:xfrm>
            <a:off x="9824285" y="2584612"/>
            <a:ext cx="1957848"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118" name="Text Placeholder 7">
            <a:extLst>
              <a:ext uri="{FF2B5EF4-FFF2-40B4-BE49-F238E27FC236}">
                <a16:creationId xmlns:a16="http://schemas.microsoft.com/office/drawing/2014/main" id="{D198513C-EECB-854A-B6A3-42BC9E6FB8C4}"/>
              </a:ext>
            </a:extLst>
          </p:cNvPr>
          <p:cNvSpPr>
            <a:spLocks noGrp="1"/>
          </p:cNvSpPr>
          <p:nvPr>
            <p:ph type="body" sz="quarter" idx="47" hasCustomPrompt="1"/>
          </p:nvPr>
        </p:nvSpPr>
        <p:spPr>
          <a:xfrm>
            <a:off x="9824285" y="3202003"/>
            <a:ext cx="1957848"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119" name="Text Placeholder 7">
            <a:extLst>
              <a:ext uri="{FF2B5EF4-FFF2-40B4-BE49-F238E27FC236}">
                <a16:creationId xmlns:a16="http://schemas.microsoft.com/office/drawing/2014/main" id="{D7710000-DF90-134E-97A1-21653758D218}"/>
              </a:ext>
            </a:extLst>
          </p:cNvPr>
          <p:cNvSpPr>
            <a:spLocks noGrp="1"/>
          </p:cNvSpPr>
          <p:nvPr>
            <p:ph type="body" sz="quarter" idx="48" hasCustomPrompt="1"/>
          </p:nvPr>
        </p:nvSpPr>
        <p:spPr>
          <a:xfrm>
            <a:off x="9824285" y="3819393"/>
            <a:ext cx="1957848"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120" name="Text Placeholder 7">
            <a:extLst>
              <a:ext uri="{FF2B5EF4-FFF2-40B4-BE49-F238E27FC236}">
                <a16:creationId xmlns:a16="http://schemas.microsoft.com/office/drawing/2014/main" id="{22BB9ACD-30E4-4842-B8B6-F65E21604C23}"/>
              </a:ext>
            </a:extLst>
          </p:cNvPr>
          <p:cNvSpPr>
            <a:spLocks noGrp="1"/>
          </p:cNvSpPr>
          <p:nvPr>
            <p:ph type="body" sz="quarter" idx="49" hasCustomPrompt="1"/>
          </p:nvPr>
        </p:nvSpPr>
        <p:spPr>
          <a:xfrm>
            <a:off x="9824285" y="4436784"/>
            <a:ext cx="1957848"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121" name="Text Placeholder 7">
            <a:extLst>
              <a:ext uri="{FF2B5EF4-FFF2-40B4-BE49-F238E27FC236}">
                <a16:creationId xmlns:a16="http://schemas.microsoft.com/office/drawing/2014/main" id="{F1A7767C-FCA9-9742-8B5C-0539AFAAB5B0}"/>
              </a:ext>
            </a:extLst>
          </p:cNvPr>
          <p:cNvSpPr>
            <a:spLocks noGrp="1"/>
          </p:cNvSpPr>
          <p:nvPr>
            <p:ph type="body" sz="quarter" idx="50" hasCustomPrompt="1"/>
          </p:nvPr>
        </p:nvSpPr>
        <p:spPr>
          <a:xfrm>
            <a:off x="9824285" y="5054175"/>
            <a:ext cx="1957848"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122" name="Text Placeholder 7">
            <a:extLst>
              <a:ext uri="{FF2B5EF4-FFF2-40B4-BE49-F238E27FC236}">
                <a16:creationId xmlns:a16="http://schemas.microsoft.com/office/drawing/2014/main" id="{C3DF1340-33D8-624D-A201-67A4FB45E295}"/>
              </a:ext>
            </a:extLst>
          </p:cNvPr>
          <p:cNvSpPr>
            <a:spLocks noGrp="1"/>
          </p:cNvSpPr>
          <p:nvPr>
            <p:ph type="body" sz="quarter" idx="51" hasCustomPrompt="1"/>
          </p:nvPr>
        </p:nvSpPr>
        <p:spPr>
          <a:xfrm>
            <a:off x="9824285" y="5671563"/>
            <a:ext cx="1957848"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123" name="Text Placeholder 7">
            <a:extLst>
              <a:ext uri="{FF2B5EF4-FFF2-40B4-BE49-F238E27FC236}">
                <a16:creationId xmlns:a16="http://schemas.microsoft.com/office/drawing/2014/main" id="{9A8C8EBC-B967-3441-9C50-E663A1873548}"/>
              </a:ext>
            </a:extLst>
          </p:cNvPr>
          <p:cNvSpPr>
            <a:spLocks noGrp="1"/>
          </p:cNvSpPr>
          <p:nvPr>
            <p:ph type="body" sz="quarter" idx="52" hasCustomPrompt="1"/>
          </p:nvPr>
        </p:nvSpPr>
        <p:spPr>
          <a:xfrm>
            <a:off x="6340767" y="1349831"/>
            <a:ext cx="2507711"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124" name="Picture Placeholder 3">
            <a:extLst>
              <a:ext uri="{FF2B5EF4-FFF2-40B4-BE49-F238E27FC236}">
                <a16:creationId xmlns:a16="http://schemas.microsoft.com/office/drawing/2014/main" id="{85D84EFE-A9F0-F949-8B06-B05A3CF9FC86}"/>
              </a:ext>
            </a:extLst>
          </p:cNvPr>
          <p:cNvSpPr>
            <a:spLocks noGrp="1"/>
          </p:cNvSpPr>
          <p:nvPr>
            <p:ph type="pic" sz="quarter" idx="53"/>
          </p:nvPr>
        </p:nvSpPr>
        <p:spPr>
          <a:xfrm>
            <a:off x="6422959" y="1917045"/>
            <a:ext cx="538263" cy="538263"/>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125" name="Picture Placeholder 3">
            <a:extLst>
              <a:ext uri="{FF2B5EF4-FFF2-40B4-BE49-F238E27FC236}">
                <a16:creationId xmlns:a16="http://schemas.microsoft.com/office/drawing/2014/main" id="{8EFF426A-2289-1D42-9B4B-084B41BA8E48}"/>
              </a:ext>
            </a:extLst>
          </p:cNvPr>
          <p:cNvSpPr>
            <a:spLocks noGrp="1"/>
          </p:cNvSpPr>
          <p:nvPr>
            <p:ph type="pic" sz="quarter" idx="54"/>
          </p:nvPr>
        </p:nvSpPr>
        <p:spPr>
          <a:xfrm>
            <a:off x="6422959" y="2535199"/>
            <a:ext cx="538263" cy="538263"/>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126" name="Picture Placeholder 3">
            <a:extLst>
              <a:ext uri="{FF2B5EF4-FFF2-40B4-BE49-F238E27FC236}">
                <a16:creationId xmlns:a16="http://schemas.microsoft.com/office/drawing/2014/main" id="{0A50ED24-F3A8-5A4B-9ABA-EE3E81B5D8D3}"/>
              </a:ext>
            </a:extLst>
          </p:cNvPr>
          <p:cNvSpPr>
            <a:spLocks noGrp="1"/>
          </p:cNvSpPr>
          <p:nvPr>
            <p:ph type="pic" sz="quarter" idx="55"/>
          </p:nvPr>
        </p:nvSpPr>
        <p:spPr>
          <a:xfrm>
            <a:off x="6422959" y="3153354"/>
            <a:ext cx="538263" cy="538263"/>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127" name="Picture Placeholder 3">
            <a:extLst>
              <a:ext uri="{FF2B5EF4-FFF2-40B4-BE49-F238E27FC236}">
                <a16:creationId xmlns:a16="http://schemas.microsoft.com/office/drawing/2014/main" id="{86391241-E295-F04A-8D4F-B3CC3531A58C}"/>
              </a:ext>
            </a:extLst>
          </p:cNvPr>
          <p:cNvSpPr>
            <a:spLocks noGrp="1"/>
          </p:cNvSpPr>
          <p:nvPr>
            <p:ph type="pic" sz="quarter" idx="56"/>
          </p:nvPr>
        </p:nvSpPr>
        <p:spPr>
          <a:xfrm>
            <a:off x="6422959" y="3771509"/>
            <a:ext cx="538263" cy="538263"/>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128" name="Picture Placeholder 3">
            <a:extLst>
              <a:ext uri="{FF2B5EF4-FFF2-40B4-BE49-F238E27FC236}">
                <a16:creationId xmlns:a16="http://schemas.microsoft.com/office/drawing/2014/main" id="{5800B324-271D-A144-994E-8EEC38FAD6E2}"/>
              </a:ext>
            </a:extLst>
          </p:cNvPr>
          <p:cNvSpPr>
            <a:spLocks noGrp="1"/>
          </p:cNvSpPr>
          <p:nvPr>
            <p:ph type="pic" sz="quarter" idx="57"/>
          </p:nvPr>
        </p:nvSpPr>
        <p:spPr>
          <a:xfrm>
            <a:off x="6422959" y="4389663"/>
            <a:ext cx="538263" cy="538263"/>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129" name="Picture Placeholder 3">
            <a:extLst>
              <a:ext uri="{FF2B5EF4-FFF2-40B4-BE49-F238E27FC236}">
                <a16:creationId xmlns:a16="http://schemas.microsoft.com/office/drawing/2014/main" id="{2B710327-3253-2A41-8C63-5C40B8CE1260}"/>
              </a:ext>
            </a:extLst>
          </p:cNvPr>
          <p:cNvSpPr>
            <a:spLocks noGrp="1"/>
          </p:cNvSpPr>
          <p:nvPr>
            <p:ph type="pic" sz="quarter" idx="58"/>
          </p:nvPr>
        </p:nvSpPr>
        <p:spPr>
          <a:xfrm>
            <a:off x="6422959" y="5007818"/>
            <a:ext cx="538263" cy="538263"/>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130" name="Picture Placeholder 3">
            <a:extLst>
              <a:ext uri="{FF2B5EF4-FFF2-40B4-BE49-F238E27FC236}">
                <a16:creationId xmlns:a16="http://schemas.microsoft.com/office/drawing/2014/main" id="{73578B84-B907-EE47-BD2B-152CC5042C2F}"/>
              </a:ext>
            </a:extLst>
          </p:cNvPr>
          <p:cNvSpPr>
            <a:spLocks noGrp="1"/>
          </p:cNvSpPr>
          <p:nvPr>
            <p:ph type="pic" sz="quarter" idx="59"/>
          </p:nvPr>
        </p:nvSpPr>
        <p:spPr>
          <a:xfrm>
            <a:off x="6422957" y="5625970"/>
            <a:ext cx="538263" cy="538263"/>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131" name="Text Placeholder 7">
            <a:extLst>
              <a:ext uri="{FF2B5EF4-FFF2-40B4-BE49-F238E27FC236}">
                <a16:creationId xmlns:a16="http://schemas.microsoft.com/office/drawing/2014/main" id="{B19546DA-147A-E247-8549-A1603BB54EA3}"/>
              </a:ext>
            </a:extLst>
          </p:cNvPr>
          <p:cNvSpPr>
            <a:spLocks noGrp="1"/>
          </p:cNvSpPr>
          <p:nvPr>
            <p:ph type="body" sz="quarter" idx="60" hasCustomPrompt="1"/>
          </p:nvPr>
        </p:nvSpPr>
        <p:spPr>
          <a:xfrm>
            <a:off x="6961220" y="1967221"/>
            <a:ext cx="1957848"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132" name="Text Placeholder 7">
            <a:extLst>
              <a:ext uri="{FF2B5EF4-FFF2-40B4-BE49-F238E27FC236}">
                <a16:creationId xmlns:a16="http://schemas.microsoft.com/office/drawing/2014/main" id="{18BADDE2-0D41-7F49-94A6-68B4FC423185}"/>
              </a:ext>
            </a:extLst>
          </p:cNvPr>
          <p:cNvSpPr>
            <a:spLocks noGrp="1"/>
          </p:cNvSpPr>
          <p:nvPr>
            <p:ph type="body" sz="quarter" idx="61" hasCustomPrompt="1"/>
          </p:nvPr>
        </p:nvSpPr>
        <p:spPr>
          <a:xfrm>
            <a:off x="6961220" y="2584612"/>
            <a:ext cx="1957848"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133" name="Text Placeholder 7">
            <a:extLst>
              <a:ext uri="{FF2B5EF4-FFF2-40B4-BE49-F238E27FC236}">
                <a16:creationId xmlns:a16="http://schemas.microsoft.com/office/drawing/2014/main" id="{7E6CE366-201D-8B40-BA7D-4A11C575FF36}"/>
              </a:ext>
            </a:extLst>
          </p:cNvPr>
          <p:cNvSpPr>
            <a:spLocks noGrp="1"/>
          </p:cNvSpPr>
          <p:nvPr>
            <p:ph type="body" sz="quarter" idx="62" hasCustomPrompt="1"/>
          </p:nvPr>
        </p:nvSpPr>
        <p:spPr>
          <a:xfrm>
            <a:off x="6961220" y="3202003"/>
            <a:ext cx="1957848"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134" name="Text Placeholder 7">
            <a:extLst>
              <a:ext uri="{FF2B5EF4-FFF2-40B4-BE49-F238E27FC236}">
                <a16:creationId xmlns:a16="http://schemas.microsoft.com/office/drawing/2014/main" id="{465604B6-8FCF-4B40-8A9B-0F5C655A7EE7}"/>
              </a:ext>
            </a:extLst>
          </p:cNvPr>
          <p:cNvSpPr>
            <a:spLocks noGrp="1"/>
          </p:cNvSpPr>
          <p:nvPr>
            <p:ph type="body" sz="quarter" idx="63" hasCustomPrompt="1"/>
          </p:nvPr>
        </p:nvSpPr>
        <p:spPr>
          <a:xfrm>
            <a:off x="6961220" y="3819393"/>
            <a:ext cx="1957848"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135" name="Text Placeholder 7">
            <a:extLst>
              <a:ext uri="{FF2B5EF4-FFF2-40B4-BE49-F238E27FC236}">
                <a16:creationId xmlns:a16="http://schemas.microsoft.com/office/drawing/2014/main" id="{D608FA58-EAB0-4D46-9359-1EB2C7A651E9}"/>
              </a:ext>
            </a:extLst>
          </p:cNvPr>
          <p:cNvSpPr>
            <a:spLocks noGrp="1"/>
          </p:cNvSpPr>
          <p:nvPr>
            <p:ph type="body" sz="quarter" idx="64" hasCustomPrompt="1"/>
          </p:nvPr>
        </p:nvSpPr>
        <p:spPr>
          <a:xfrm>
            <a:off x="6961220" y="4436784"/>
            <a:ext cx="1957848"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136" name="Text Placeholder 7">
            <a:extLst>
              <a:ext uri="{FF2B5EF4-FFF2-40B4-BE49-F238E27FC236}">
                <a16:creationId xmlns:a16="http://schemas.microsoft.com/office/drawing/2014/main" id="{66A1D58A-319D-484B-B270-C19908CCE522}"/>
              </a:ext>
            </a:extLst>
          </p:cNvPr>
          <p:cNvSpPr>
            <a:spLocks noGrp="1"/>
          </p:cNvSpPr>
          <p:nvPr>
            <p:ph type="body" sz="quarter" idx="65" hasCustomPrompt="1"/>
          </p:nvPr>
        </p:nvSpPr>
        <p:spPr>
          <a:xfrm>
            <a:off x="6961220" y="5054175"/>
            <a:ext cx="1957848"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137" name="Text Placeholder 7">
            <a:extLst>
              <a:ext uri="{FF2B5EF4-FFF2-40B4-BE49-F238E27FC236}">
                <a16:creationId xmlns:a16="http://schemas.microsoft.com/office/drawing/2014/main" id="{445DAC0C-999B-824E-8AA3-C28ED112E896}"/>
              </a:ext>
            </a:extLst>
          </p:cNvPr>
          <p:cNvSpPr>
            <a:spLocks noGrp="1"/>
          </p:cNvSpPr>
          <p:nvPr>
            <p:ph type="body" sz="quarter" idx="66" hasCustomPrompt="1"/>
          </p:nvPr>
        </p:nvSpPr>
        <p:spPr>
          <a:xfrm>
            <a:off x="6961220" y="5671563"/>
            <a:ext cx="1957848"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138" name="Text Placeholder 7">
            <a:extLst>
              <a:ext uri="{FF2B5EF4-FFF2-40B4-BE49-F238E27FC236}">
                <a16:creationId xmlns:a16="http://schemas.microsoft.com/office/drawing/2014/main" id="{3EE18008-A4F6-524A-9AF5-F1EA61E66A83}"/>
              </a:ext>
            </a:extLst>
          </p:cNvPr>
          <p:cNvSpPr>
            <a:spLocks noGrp="1"/>
          </p:cNvSpPr>
          <p:nvPr>
            <p:ph type="body" sz="quarter" idx="67" hasCustomPrompt="1"/>
          </p:nvPr>
        </p:nvSpPr>
        <p:spPr>
          <a:xfrm>
            <a:off x="3491401" y="1349831"/>
            <a:ext cx="2507711"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139" name="Picture Placeholder 3">
            <a:extLst>
              <a:ext uri="{FF2B5EF4-FFF2-40B4-BE49-F238E27FC236}">
                <a16:creationId xmlns:a16="http://schemas.microsoft.com/office/drawing/2014/main" id="{C606DDCF-1093-3C40-9DA4-C8FA9DDF68A6}"/>
              </a:ext>
            </a:extLst>
          </p:cNvPr>
          <p:cNvSpPr>
            <a:spLocks noGrp="1"/>
          </p:cNvSpPr>
          <p:nvPr>
            <p:ph type="pic" sz="quarter" idx="68"/>
          </p:nvPr>
        </p:nvSpPr>
        <p:spPr>
          <a:xfrm>
            <a:off x="3573593" y="1917045"/>
            <a:ext cx="538263" cy="538263"/>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140" name="Picture Placeholder 3">
            <a:extLst>
              <a:ext uri="{FF2B5EF4-FFF2-40B4-BE49-F238E27FC236}">
                <a16:creationId xmlns:a16="http://schemas.microsoft.com/office/drawing/2014/main" id="{7D435CA4-D726-254B-8C0D-14AABA90391A}"/>
              </a:ext>
            </a:extLst>
          </p:cNvPr>
          <p:cNvSpPr>
            <a:spLocks noGrp="1"/>
          </p:cNvSpPr>
          <p:nvPr>
            <p:ph type="pic" sz="quarter" idx="69"/>
          </p:nvPr>
        </p:nvSpPr>
        <p:spPr>
          <a:xfrm>
            <a:off x="3573593" y="2535199"/>
            <a:ext cx="538263" cy="538263"/>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141" name="Picture Placeholder 3">
            <a:extLst>
              <a:ext uri="{FF2B5EF4-FFF2-40B4-BE49-F238E27FC236}">
                <a16:creationId xmlns:a16="http://schemas.microsoft.com/office/drawing/2014/main" id="{0BD6C709-0DC1-2C44-B6B5-6FF36E6A3BE5}"/>
              </a:ext>
            </a:extLst>
          </p:cNvPr>
          <p:cNvSpPr>
            <a:spLocks noGrp="1"/>
          </p:cNvSpPr>
          <p:nvPr>
            <p:ph type="pic" sz="quarter" idx="70"/>
          </p:nvPr>
        </p:nvSpPr>
        <p:spPr>
          <a:xfrm>
            <a:off x="3573593" y="3153354"/>
            <a:ext cx="538263" cy="538263"/>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142" name="Picture Placeholder 3">
            <a:extLst>
              <a:ext uri="{FF2B5EF4-FFF2-40B4-BE49-F238E27FC236}">
                <a16:creationId xmlns:a16="http://schemas.microsoft.com/office/drawing/2014/main" id="{DC8D87A0-3C79-C546-A435-B78B1F5D3A4F}"/>
              </a:ext>
            </a:extLst>
          </p:cNvPr>
          <p:cNvSpPr>
            <a:spLocks noGrp="1"/>
          </p:cNvSpPr>
          <p:nvPr>
            <p:ph type="pic" sz="quarter" idx="71"/>
          </p:nvPr>
        </p:nvSpPr>
        <p:spPr>
          <a:xfrm>
            <a:off x="3573593" y="3771509"/>
            <a:ext cx="538263" cy="538263"/>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143" name="Picture Placeholder 3">
            <a:extLst>
              <a:ext uri="{FF2B5EF4-FFF2-40B4-BE49-F238E27FC236}">
                <a16:creationId xmlns:a16="http://schemas.microsoft.com/office/drawing/2014/main" id="{A02C95F8-AB0D-6943-BE11-975298CD5587}"/>
              </a:ext>
            </a:extLst>
          </p:cNvPr>
          <p:cNvSpPr>
            <a:spLocks noGrp="1"/>
          </p:cNvSpPr>
          <p:nvPr>
            <p:ph type="pic" sz="quarter" idx="72"/>
          </p:nvPr>
        </p:nvSpPr>
        <p:spPr>
          <a:xfrm>
            <a:off x="3573593" y="4389663"/>
            <a:ext cx="538263" cy="538263"/>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144" name="Picture Placeholder 3">
            <a:extLst>
              <a:ext uri="{FF2B5EF4-FFF2-40B4-BE49-F238E27FC236}">
                <a16:creationId xmlns:a16="http://schemas.microsoft.com/office/drawing/2014/main" id="{7F865E1B-0FE7-0D46-BDD2-A9C595992E87}"/>
              </a:ext>
            </a:extLst>
          </p:cNvPr>
          <p:cNvSpPr>
            <a:spLocks noGrp="1"/>
          </p:cNvSpPr>
          <p:nvPr>
            <p:ph type="pic" sz="quarter" idx="73"/>
          </p:nvPr>
        </p:nvSpPr>
        <p:spPr>
          <a:xfrm>
            <a:off x="3573593" y="5007818"/>
            <a:ext cx="538263" cy="538263"/>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145" name="Picture Placeholder 3">
            <a:extLst>
              <a:ext uri="{FF2B5EF4-FFF2-40B4-BE49-F238E27FC236}">
                <a16:creationId xmlns:a16="http://schemas.microsoft.com/office/drawing/2014/main" id="{445B5578-E099-1041-967A-4DC54DB24B51}"/>
              </a:ext>
            </a:extLst>
          </p:cNvPr>
          <p:cNvSpPr>
            <a:spLocks noGrp="1"/>
          </p:cNvSpPr>
          <p:nvPr>
            <p:ph type="pic" sz="quarter" idx="74"/>
          </p:nvPr>
        </p:nvSpPr>
        <p:spPr>
          <a:xfrm>
            <a:off x="3573591" y="5625970"/>
            <a:ext cx="538263" cy="538263"/>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146" name="Text Placeholder 7">
            <a:extLst>
              <a:ext uri="{FF2B5EF4-FFF2-40B4-BE49-F238E27FC236}">
                <a16:creationId xmlns:a16="http://schemas.microsoft.com/office/drawing/2014/main" id="{211687FD-DB71-0342-A587-F03CA82E1912}"/>
              </a:ext>
            </a:extLst>
          </p:cNvPr>
          <p:cNvSpPr>
            <a:spLocks noGrp="1"/>
          </p:cNvSpPr>
          <p:nvPr>
            <p:ph type="body" sz="quarter" idx="75" hasCustomPrompt="1"/>
          </p:nvPr>
        </p:nvSpPr>
        <p:spPr>
          <a:xfrm>
            <a:off x="4111853" y="1967221"/>
            <a:ext cx="1957848"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147" name="Text Placeholder 7">
            <a:extLst>
              <a:ext uri="{FF2B5EF4-FFF2-40B4-BE49-F238E27FC236}">
                <a16:creationId xmlns:a16="http://schemas.microsoft.com/office/drawing/2014/main" id="{C6266F2D-D76E-4B44-93DD-A34796AC023B}"/>
              </a:ext>
            </a:extLst>
          </p:cNvPr>
          <p:cNvSpPr>
            <a:spLocks noGrp="1"/>
          </p:cNvSpPr>
          <p:nvPr>
            <p:ph type="body" sz="quarter" idx="76" hasCustomPrompt="1"/>
          </p:nvPr>
        </p:nvSpPr>
        <p:spPr>
          <a:xfrm>
            <a:off x="4111853" y="2584612"/>
            <a:ext cx="1957848"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148" name="Text Placeholder 7">
            <a:extLst>
              <a:ext uri="{FF2B5EF4-FFF2-40B4-BE49-F238E27FC236}">
                <a16:creationId xmlns:a16="http://schemas.microsoft.com/office/drawing/2014/main" id="{EED47149-409B-B14D-8718-6D51AE3D3AB5}"/>
              </a:ext>
            </a:extLst>
          </p:cNvPr>
          <p:cNvSpPr>
            <a:spLocks noGrp="1"/>
          </p:cNvSpPr>
          <p:nvPr>
            <p:ph type="body" sz="quarter" idx="77" hasCustomPrompt="1"/>
          </p:nvPr>
        </p:nvSpPr>
        <p:spPr>
          <a:xfrm>
            <a:off x="4111853" y="3202003"/>
            <a:ext cx="1957848"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149" name="Text Placeholder 7">
            <a:extLst>
              <a:ext uri="{FF2B5EF4-FFF2-40B4-BE49-F238E27FC236}">
                <a16:creationId xmlns:a16="http://schemas.microsoft.com/office/drawing/2014/main" id="{4E84D3C7-B3A4-CC48-9855-4938E4E118AD}"/>
              </a:ext>
            </a:extLst>
          </p:cNvPr>
          <p:cNvSpPr>
            <a:spLocks noGrp="1"/>
          </p:cNvSpPr>
          <p:nvPr>
            <p:ph type="body" sz="quarter" idx="78" hasCustomPrompt="1"/>
          </p:nvPr>
        </p:nvSpPr>
        <p:spPr>
          <a:xfrm>
            <a:off x="4111853" y="3819393"/>
            <a:ext cx="1957848"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150" name="Text Placeholder 7">
            <a:extLst>
              <a:ext uri="{FF2B5EF4-FFF2-40B4-BE49-F238E27FC236}">
                <a16:creationId xmlns:a16="http://schemas.microsoft.com/office/drawing/2014/main" id="{DC0C48EA-7A34-944B-8132-DF37F09318AE}"/>
              </a:ext>
            </a:extLst>
          </p:cNvPr>
          <p:cNvSpPr>
            <a:spLocks noGrp="1"/>
          </p:cNvSpPr>
          <p:nvPr>
            <p:ph type="body" sz="quarter" idx="79" hasCustomPrompt="1"/>
          </p:nvPr>
        </p:nvSpPr>
        <p:spPr>
          <a:xfrm>
            <a:off x="4111853" y="4436784"/>
            <a:ext cx="1957848"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151" name="Text Placeholder 7">
            <a:extLst>
              <a:ext uri="{FF2B5EF4-FFF2-40B4-BE49-F238E27FC236}">
                <a16:creationId xmlns:a16="http://schemas.microsoft.com/office/drawing/2014/main" id="{7ACADDD2-9A10-6942-8259-473273FBB069}"/>
              </a:ext>
            </a:extLst>
          </p:cNvPr>
          <p:cNvSpPr>
            <a:spLocks noGrp="1"/>
          </p:cNvSpPr>
          <p:nvPr>
            <p:ph type="body" sz="quarter" idx="80" hasCustomPrompt="1"/>
          </p:nvPr>
        </p:nvSpPr>
        <p:spPr>
          <a:xfrm>
            <a:off x="4111853" y="5054175"/>
            <a:ext cx="1957848"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152" name="Text Placeholder 7">
            <a:extLst>
              <a:ext uri="{FF2B5EF4-FFF2-40B4-BE49-F238E27FC236}">
                <a16:creationId xmlns:a16="http://schemas.microsoft.com/office/drawing/2014/main" id="{B7475A50-9DE6-6F44-B7FA-C3C7928FF283}"/>
              </a:ext>
            </a:extLst>
          </p:cNvPr>
          <p:cNvSpPr>
            <a:spLocks noGrp="1"/>
          </p:cNvSpPr>
          <p:nvPr>
            <p:ph type="body" sz="quarter" idx="81" hasCustomPrompt="1"/>
          </p:nvPr>
        </p:nvSpPr>
        <p:spPr>
          <a:xfrm>
            <a:off x="4111853" y="5671563"/>
            <a:ext cx="1957848"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64" name="Text Placeholder 6">
            <a:extLst>
              <a:ext uri="{FF2B5EF4-FFF2-40B4-BE49-F238E27FC236}">
                <a16:creationId xmlns:a16="http://schemas.microsoft.com/office/drawing/2014/main" id="{58C553A7-8A31-870C-101B-0A204C3890FC}"/>
              </a:ext>
            </a:extLst>
          </p:cNvPr>
          <p:cNvSpPr>
            <a:spLocks noGrp="1"/>
          </p:cNvSpPr>
          <p:nvPr>
            <p:ph type="body" sz="quarter" idx="82" hasCustomPrompt="1"/>
          </p:nvPr>
        </p:nvSpPr>
        <p:spPr>
          <a:xfrm>
            <a:off x="632820" y="753583"/>
            <a:ext cx="7460073" cy="482748"/>
          </a:xfrm>
          <a:prstGeom prst="rect">
            <a:avLst/>
          </a:prstGeom>
        </p:spPr>
        <p:txBody>
          <a:bodyPr lIns="0" tIns="0" rIns="0" bIns="0" anchor="t" anchorCtr="0"/>
          <a:lstStyle>
            <a:lvl1pPr marL="0" indent="0">
              <a:lnSpc>
                <a:spcPct val="100000"/>
              </a:lnSpc>
              <a:spcBef>
                <a:spcPts val="0"/>
              </a:spcBef>
              <a:buNone/>
              <a:defRPr sz="3200" b="0" i="0">
                <a:solidFill>
                  <a:schemeClr val="bg1"/>
                </a:solidFill>
                <a:latin typeface="CiscoSansTT ExtraLight" panose="020B0303020201020303" pitchFamily="34" charset="0"/>
                <a:cs typeface="CiscoSansTT ExtraLight" panose="020B0303020201020303" pitchFamily="34" charset="0"/>
              </a:defRPr>
            </a:lvl1pPr>
          </a:lstStyle>
          <a:p>
            <a:r>
              <a:rPr lang="en-GB" dirty="0"/>
              <a:t>Heading goes here</a:t>
            </a:r>
          </a:p>
        </p:txBody>
      </p:sp>
      <p:sp>
        <p:nvSpPr>
          <p:cNvPr id="65" name="Text Placeholder 2">
            <a:extLst>
              <a:ext uri="{FF2B5EF4-FFF2-40B4-BE49-F238E27FC236}">
                <a16:creationId xmlns:a16="http://schemas.microsoft.com/office/drawing/2014/main" id="{7469A137-485B-5AAB-AAF4-554238BF1365}"/>
              </a:ext>
            </a:extLst>
          </p:cNvPr>
          <p:cNvSpPr>
            <a:spLocks noGrp="1"/>
          </p:cNvSpPr>
          <p:nvPr>
            <p:ph type="body" sz="quarter" idx="14" hasCustomPrompt="1"/>
          </p:nvPr>
        </p:nvSpPr>
        <p:spPr>
          <a:xfrm>
            <a:off x="632127" y="431800"/>
            <a:ext cx="3489235" cy="304800"/>
          </a:xfrm>
          <a:prstGeom prst="rect">
            <a:avLst/>
          </a:prstGeom>
        </p:spPr>
        <p:txBody>
          <a:bodyPr lIns="0" tIns="0" rIns="0" bIns="0"/>
          <a:lstStyle>
            <a:lvl1pPr marL="0" indent="0">
              <a:spcBef>
                <a:spcPts val="0"/>
              </a:spcBef>
              <a:buFont typeface="Arial" panose="020B0604020202020204" pitchFamily="34" charset="0"/>
              <a:buNone/>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Section title</a:t>
            </a:r>
          </a:p>
        </p:txBody>
      </p:sp>
    </p:spTree>
    <p:extLst>
      <p:ext uri="{BB962C8B-B14F-4D97-AF65-F5344CB8AC3E}">
        <p14:creationId xmlns:p14="http://schemas.microsoft.com/office/powerpoint/2010/main" val="332888583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Org chart 2">
    <p:bg>
      <p:bgPr>
        <a:solidFill>
          <a:schemeClr val="bg2"/>
        </a:solidFill>
        <a:effectLst/>
      </p:bgPr>
    </p:bg>
    <p:spTree>
      <p:nvGrpSpPr>
        <p:cNvPr id="1" name=""/>
        <p:cNvGrpSpPr/>
        <p:nvPr/>
      </p:nvGrpSpPr>
      <p:grpSpPr>
        <a:xfrm>
          <a:off x="0" y="0"/>
          <a:ext cx="0" cy="0"/>
          <a:chOff x="0" y="0"/>
          <a:chExt cx="0" cy="0"/>
        </a:xfrm>
      </p:grpSpPr>
      <p:sp>
        <p:nvSpPr>
          <p:cNvPr id="76" name="Text Placeholder 7">
            <a:extLst>
              <a:ext uri="{FF2B5EF4-FFF2-40B4-BE49-F238E27FC236}">
                <a16:creationId xmlns:a16="http://schemas.microsoft.com/office/drawing/2014/main" id="{E17737D0-FC6B-7145-AB20-DD008328E7AF}"/>
              </a:ext>
            </a:extLst>
          </p:cNvPr>
          <p:cNvSpPr>
            <a:spLocks noGrp="1"/>
          </p:cNvSpPr>
          <p:nvPr>
            <p:ph type="body" sz="quarter" idx="21" hasCustomPrompt="1"/>
          </p:nvPr>
        </p:nvSpPr>
        <p:spPr>
          <a:xfrm>
            <a:off x="614635" y="1171748"/>
            <a:ext cx="2507711"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78" name="Picture Placeholder 3">
            <a:extLst>
              <a:ext uri="{FF2B5EF4-FFF2-40B4-BE49-F238E27FC236}">
                <a16:creationId xmlns:a16="http://schemas.microsoft.com/office/drawing/2014/main" id="{A7181BD4-D32F-9345-AF80-E1B50A790230}"/>
              </a:ext>
            </a:extLst>
          </p:cNvPr>
          <p:cNvSpPr>
            <a:spLocks noGrp="1"/>
          </p:cNvSpPr>
          <p:nvPr>
            <p:ph type="pic" sz="quarter" idx="23"/>
          </p:nvPr>
        </p:nvSpPr>
        <p:spPr>
          <a:xfrm>
            <a:off x="724227" y="1578211"/>
            <a:ext cx="483467" cy="483464"/>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79" name="Picture Placeholder 3">
            <a:extLst>
              <a:ext uri="{FF2B5EF4-FFF2-40B4-BE49-F238E27FC236}">
                <a16:creationId xmlns:a16="http://schemas.microsoft.com/office/drawing/2014/main" id="{8B41B35C-4335-694B-BF5C-EFF21B146926}"/>
              </a:ext>
            </a:extLst>
          </p:cNvPr>
          <p:cNvSpPr>
            <a:spLocks noGrp="1"/>
          </p:cNvSpPr>
          <p:nvPr>
            <p:ph type="pic" sz="quarter" idx="24"/>
          </p:nvPr>
        </p:nvSpPr>
        <p:spPr>
          <a:xfrm>
            <a:off x="724227" y="2166105"/>
            <a:ext cx="483467" cy="483464"/>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80" name="Picture Placeholder 3">
            <a:extLst>
              <a:ext uri="{FF2B5EF4-FFF2-40B4-BE49-F238E27FC236}">
                <a16:creationId xmlns:a16="http://schemas.microsoft.com/office/drawing/2014/main" id="{866CFDD6-B03C-D145-9DE2-DE5127549723}"/>
              </a:ext>
            </a:extLst>
          </p:cNvPr>
          <p:cNvSpPr>
            <a:spLocks noGrp="1"/>
          </p:cNvSpPr>
          <p:nvPr>
            <p:ph type="pic" sz="quarter" idx="25"/>
          </p:nvPr>
        </p:nvSpPr>
        <p:spPr>
          <a:xfrm>
            <a:off x="724227" y="2754000"/>
            <a:ext cx="483467" cy="483464"/>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81" name="Picture Placeholder 3">
            <a:extLst>
              <a:ext uri="{FF2B5EF4-FFF2-40B4-BE49-F238E27FC236}">
                <a16:creationId xmlns:a16="http://schemas.microsoft.com/office/drawing/2014/main" id="{7E9D6FF4-058B-8046-ABE9-38E11FFC6001}"/>
              </a:ext>
            </a:extLst>
          </p:cNvPr>
          <p:cNvSpPr>
            <a:spLocks noGrp="1"/>
          </p:cNvSpPr>
          <p:nvPr>
            <p:ph type="pic" sz="quarter" idx="26"/>
          </p:nvPr>
        </p:nvSpPr>
        <p:spPr>
          <a:xfrm>
            <a:off x="724227" y="3341895"/>
            <a:ext cx="483467" cy="483464"/>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82" name="Picture Placeholder 3">
            <a:extLst>
              <a:ext uri="{FF2B5EF4-FFF2-40B4-BE49-F238E27FC236}">
                <a16:creationId xmlns:a16="http://schemas.microsoft.com/office/drawing/2014/main" id="{7D143D2C-F993-FD4D-A334-8C81C2918C4C}"/>
              </a:ext>
            </a:extLst>
          </p:cNvPr>
          <p:cNvSpPr>
            <a:spLocks noGrp="1"/>
          </p:cNvSpPr>
          <p:nvPr>
            <p:ph type="pic" sz="quarter" idx="27"/>
          </p:nvPr>
        </p:nvSpPr>
        <p:spPr>
          <a:xfrm>
            <a:off x="724227" y="3929789"/>
            <a:ext cx="483467" cy="483464"/>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83" name="Picture Placeholder 3">
            <a:extLst>
              <a:ext uri="{FF2B5EF4-FFF2-40B4-BE49-F238E27FC236}">
                <a16:creationId xmlns:a16="http://schemas.microsoft.com/office/drawing/2014/main" id="{989569BD-3B1E-2F43-AD8E-12EEFDBDB542}"/>
              </a:ext>
            </a:extLst>
          </p:cNvPr>
          <p:cNvSpPr>
            <a:spLocks noGrp="1"/>
          </p:cNvSpPr>
          <p:nvPr>
            <p:ph type="pic" sz="quarter" idx="28"/>
          </p:nvPr>
        </p:nvSpPr>
        <p:spPr>
          <a:xfrm>
            <a:off x="724227" y="4517684"/>
            <a:ext cx="483467" cy="483464"/>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84" name="Picture Placeholder 3">
            <a:extLst>
              <a:ext uri="{FF2B5EF4-FFF2-40B4-BE49-F238E27FC236}">
                <a16:creationId xmlns:a16="http://schemas.microsoft.com/office/drawing/2014/main" id="{BEB04B58-EE83-374A-AB3A-FD4D12C64DD5}"/>
              </a:ext>
            </a:extLst>
          </p:cNvPr>
          <p:cNvSpPr>
            <a:spLocks noGrp="1"/>
          </p:cNvSpPr>
          <p:nvPr>
            <p:ph type="pic" sz="quarter" idx="29"/>
          </p:nvPr>
        </p:nvSpPr>
        <p:spPr>
          <a:xfrm>
            <a:off x="724224" y="5105579"/>
            <a:ext cx="483467" cy="483464"/>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85" name="Text Placeholder 7">
            <a:extLst>
              <a:ext uri="{FF2B5EF4-FFF2-40B4-BE49-F238E27FC236}">
                <a16:creationId xmlns:a16="http://schemas.microsoft.com/office/drawing/2014/main" id="{8AAC0B54-C96C-C441-8863-1932E37ACBAD}"/>
              </a:ext>
            </a:extLst>
          </p:cNvPr>
          <p:cNvSpPr>
            <a:spLocks noGrp="1"/>
          </p:cNvSpPr>
          <p:nvPr>
            <p:ph type="body" sz="quarter" idx="30" hasCustomPrompt="1"/>
          </p:nvPr>
        </p:nvSpPr>
        <p:spPr>
          <a:xfrm>
            <a:off x="1235089" y="1600989"/>
            <a:ext cx="1957848"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86" name="Text Placeholder 7">
            <a:extLst>
              <a:ext uri="{FF2B5EF4-FFF2-40B4-BE49-F238E27FC236}">
                <a16:creationId xmlns:a16="http://schemas.microsoft.com/office/drawing/2014/main" id="{0F089C13-C00D-1746-A5D0-6C1948F1A73E}"/>
              </a:ext>
            </a:extLst>
          </p:cNvPr>
          <p:cNvSpPr>
            <a:spLocks noGrp="1"/>
          </p:cNvSpPr>
          <p:nvPr>
            <p:ph type="body" sz="quarter" idx="31" hasCustomPrompt="1"/>
          </p:nvPr>
        </p:nvSpPr>
        <p:spPr>
          <a:xfrm>
            <a:off x="1235089" y="2188229"/>
            <a:ext cx="1957848"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87" name="Text Placeholder 7">
            <a:extLst>
              <a:ext uri="{FF2B5EF4-FFF2-40B4-BE49-F238E27FC236}">
                <a16:creationId xmlns:a16="http://schemas.microsoft.com/office/drawing/2014/main" id="{3AB30254-5518-6C40-BF50-3E9FAE4EDF85}"/>
              </a:ext>
            </a:extLst>
          </p:cNvPr>
          <p:cNvSpPr>
            <a:spLocks noGrp="1"/>
          </p:cNvSpPr>
          <p:nvPr>
            <p:ph type="body" sz="quarter" idx="32" hasCustomPrompt="1"/>
          </p:nvPr>
        </p:nvSpPr>
        <p:spPr>
          <a:xfrm>
            <a:off x="1235089" y="2775469"/>
            <a:ext cx="1957848"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88" name="Text Placeholder 7">
            <a:extLst>
              <a:ext uri="{FF2B5EF4-FFF2-40B4-BE49-F238E27FC236}">
                <a16:creationId xmlns:a16="http://schemas.microsoft.com/office/drawing/2014/main" id="{0811A6CF-DD21-8D4C-9C08-8AF894110913}"/>
              </a:ext>
            </a:extLst>
          </p:cNvPr>
          <p:cNvSpPr>
            <a:spLocks noGrp="1"/>
          </p:cNvSpPr>
          <p:nvPr>
            <p:ph type="body" sz="quarter" idx="33" hasCustomPrompt="1"/>
          </p:nvPr>
        </p:nvSpPr>
        <p:spPr>
          <a:xfrm>
            <a:off x="1235089" y="3362709"/>
            <a:ext cx="1957848"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89" name="Text Placeholder 7">
            <a:extLst>
              <a:ext uri="{FF2B5EF4-FFF2-40B4-BE49-F238E27FC236}">
                <a16:creationId xmlns:a16="http://schemas.microsoft.com/office/drawing/2014/main" id="{D21AD92C-4C78-7443-BE76-29C48973EDB2}"/>
              </a:ext>
            </a:extLst>
          </p:cNvPr>
          <p:cNvSpPr>
            <a:spLocks noGrp="1"/>
          </p:cNvSpPr>
          <p:nvPr>
            <p:ph type="body" sz="quarter" idx="34" hasCustomPrompt="1"/>
          </p:nvPr>
        </p:nvSpPr>
        <p:spPr>
          <a:xfrm>
            <a:off x="1235089" y="3949949"/>
            <a:ext cx="1957848"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90" name="Text Placeholder 7">
            <a:extLst>
              <a:ext uri="{FF2B5EF4-FFF2-40B4-BE49-F238E27FC236}">
                <a16:creationId xmlns:a16="http://schemas.microsoft.com/office/drawing/2014/main" id="{C2B48CD5-A321-6E4E-A37C-2F205EF929FB}"/>
              </a:ext>
            </a:extLst>
          </p:cNvPr>
          <p:cNvSpPr>
            <a:spLocks noGrp="1"/>
          </p:cNvSpPr>
          <p:nvPr>
            <p:ph type="body" sz="quarter" idx="35" hasCustomPrompt="1"/>
          </p:nvPr>
        </p:nvSpPr>
        <p:spPr>
          <a:xfrm>
            <a:off x="1235089" y="4537189"/>
            <a:ext cx="1957848"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91" name="Text Placeholder 7">
            <a:extLst>
              <a:ext uri="{FF2B5EF4-FFF2-40B4-BE49-F238E27FC236}">
                <a16:creationId xmlns:a16="http://schemas.microsoft.com/office/drawing/2014/main" id="{D1F05418-8D4D-C748-A3F2-A4480B3CD983}"/>
              </a:ext>
            </a:extLst>
          </p:cNvPr>
          <p:cNvSpPr>
            <a:spLocks noGrp="1"/>
          </p:cNvSpPr>
          <p:nvPr>
            <p:ph type="body" sz="quarter" idx="36" hasCustomPrompt="1"/>
          </p:nvPr>
        </p:nvSpPr>
        <p:spPr>
          <a:xfrm>
            <a:off x="1235089" y="5124429"/>
            <a:ext cx="1957848"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108" name="Text Placeholder 7">
            <a:extLst>
              <a:ext uri="{FF2B5EF4-FFF2-40B4-BE49-F238E27FC236}">
                <a16:creationId xmlns:a16="http://schemas.microsoft.com/office/drawing/2014/main" id="{F7397E79-89BD-7149-B996-8FADDB83B5EC}"/>
              </a:ext>
            </a:extLst>
          </p:cNvPr>
          <p:cNvSpPr>
            <a:spLocks noGrp="1"/>
          </p:cNvSpPr>
          <p:nvPr>
            <p:ph type="body" sz="quarter" idx="37" hasCustomPrompt="1"/>
          </p:nvPr>
        </p:nvSpPr>
        <p:spPr>
          <a:xfrm>
            <a:off x="9203831" y="1171748"/>
            <a:ext cx="2507711"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109" name="Picture Placeholder 3">
            <a:extLst>
              <a:ext uri="{FF2B5EF4-FFF2-40B4-BE49-F238E27FC236}">
                <a16:creationId xmlns:a16="http://schemas.microsoft.com/office/drawing/2014/main" id="{65977F0B-74CE-E44C-93B2-249490598A1B}"/>
              </a:ext>
            </a:extLst>
          </p:cNvPr>
          <p:cNvSpPr>
            <a:spLocks noGrp="1"/>
          </p:cNvSpPr>
          <p:nvPr>
            <p:ph type="pic" sz="quarter" idx="38"/>
          </p:nvPr>
        </p:nvSpPr>
        <p:spPr>
          <a:xfrm>
            <a:off x="9313421" y="1578211"/>
            <a:ext cx="483467" cy="483464"/>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110" name="Picture Placeholder 3">
            <a:extLst>
              <a:ext uri="{FF2B5EF4-FFF2-40B4-BE49-F238E27FC236}">
                <a16:creationId xmlns:a16="http://schemas.microsoft.com/office/drawing/2014/main" id="{219BB1E5-9F99-5143-A2D1-EABF082DCA12}"/>
              </a:ext>
            </a:extLst>
          </p:cNvPr>
          <p:cNvSpPr>
            <a:spLocks noGrp="1"/>
          </p:cNvSpPr>
          <p:nvPr>
            <p:ph type="pic" sz="quarter" idx="39"/>
          </p:nvPr>
        </p:nvSpPr>
        <p:spPr>
          <a:xfrm>
            <a:off x="9313421" y="2166105"/>
            <a:ext cx="483467" cy="483464"/>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111" name="Picture Placeholder 3">
            <a:extLst>
              <a:ext uri="{FF2B5EF4-FFF2-40B4-BE49-F238E27FC236}">
                <a16:creationId xmlns:a16="http://schemas.microsoft.com/office/drawing/2014/main" id="{916A17DF-2388-4B4F-9CF8-7379304305A8}"/>
              </a:ext>
            </a:extLst>
          </p:cNvPr>
          <p:cNvSpPr>
            <a:spLocks noGrp="1"/>
          </p:cNvSpPr>
          <p:nvPr>
            <p:ph type="pic" sz="quarter" idx="40"/>
          </p:nvPr>
        </p:nvSpPr>
        <p:spPr>
          <a:xfrm>
            <a:off x="9313421" y="2754000"/>
            <a:ext cx="483467" cy="483464"/>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112" name="Picture Placeholder 3">
            <a:extLst>
              <a:ext uri="{FF2B5EF4-FFF2-40B4-BE49-F238E27FC236}">
                <a16:creationId xmlns:a16="http://schemas.microsoft.com/office/drawing/2014/main" id="{DC933AF6-FC67-8444-94EE-A70793FE14EC}"/>
              </a:ext>
            </a:extLst>
          </p:cNvPr>
          <p:cNvSpPr>
            <a:spLocks noGrp="1"/>
          </p:cNvSpPr>
          <p:nvPr>
            <p:ph type="pic" sz="quarter" idx="41"/>
          </p:nvPr>
        </p:nvSpPr>
        <p:spPr>
          <a:xfrm>
            <a:off x="9313421" y="3341895"/>
            <a:ext cx="483467" cy="483464"/>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113" name="Picture Placeholder 3">
            <a:extLst>
              <a:ext uri="{FF2B5EF4-FFF2-40B4-BE49-F238E27FC236}">
                <a16:creationId xmlns:a16="http://schemas.microsoft.com/office/drawing/2014/main" id="{CB399D5E-7F31-A24F-A1DE-A37A559BF962}"/>
              </a:ext>
            </a:extLst>
          </p:cNvPr>
          <p:cNvSpPr>
            <a:spLocks noGrp="1"/>
          </p:cNvSpPr>
          <p:nvPr>
            <p:ph type="pic" sz="quarter" idx="42"/>
          </p:nvPr>
        </p:nvSpPr>
        <p:spPr>
          <a:xfrm>
            <a:off x="9313421" y="3929789"/>
            <a:ext cx="483467" cy="483464"/>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114" name="Picture Placeholder 3">
            <a:extLst>
              <a:ext uri="{FF2B5EF4-FFF2-40B4-BE49-F238E27FC236}">
                <a16:creationId xmlns:a16="http://schemas.microsoft.com/office/drawing/2014/main" id="{B965FBBE-9194-2143-8B08-05E031CD6DBF}"/>
              </a:ext>
            </a:extLst>
          </p:cNvPr>
          <p:cNvSpPr>
            <a:spLocks noGrp="1"/>
          </p:cNvSpPr>
          <p:nvPr>
            <p:ph type="pic" sz="quarter" idx="43"/>
          </p:nvPr>
        </p:nvSpPr>
        <p:spPr>
          <a:xfrm>
            <a:off x="9313421" y="4517684"/>
            <a:ext cx="483467" cy="483464"/>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115" name="Picture Placeholder 3">
            <a:extLst>
              <a:ext uri="{FF2B5EF4-FFF2-40B4-BE49-F238E27FC236}">
                <a16:creationId xmlns:a16="http://schemas.microsoft.com/office/drawing/2014/main" id="{49F35041-77CA-1848-B269-74C604CA7E40}"/>
              </a:ext>
            </a:extLst>
          </p:cNvPr>
          <p:cNvSpPr>
            <a:spLocks noGrp="1"/>
          </p:cNvSpPr>
          <p:nvPr>
            <p:ph type="pic" sz="quarter" idx="44"/>
          </p:nvPr>
        </p:nvSpPr>
        <p:spPr>
          <a:xfrm>
            <a:off x="9313421" y="5105579"/>
            <a:ext cx="483467" cy="483464"/>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116" name="Text Placeholder 7">
            <a:extLst>
              <a:ext uri="{FF2B5EF4-FFF2-40B4-BE49-F238E27FC236}">
                <a16:creationId xmlns:a16="http://schemas.microsoft.com/office/drawing/2014/main" id="{7523ABB3-75D2-EB4B-8C6E-3820D8F4D52B}"/>
              </a:ext>
            </a:extLst>
          </p:cNvPr>
          <p:cNvSpPr>
            <a:spLocks noGrp="1"/>
          </p:cNvSpPr>
          <p:nvPr>
            <p:ph type="body" sz="quarter" idx="45" hasCustomPrompt="1"/>
          </p:nvPr>
        </p:nvSpPr>
        <p:spPr>
          <a:xfrm>
            <a:off x="9824285" y="1600989"/>
            <a:ext cx="1957848"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117" name="Text Placeholder 7">
            <a:extLst>
              <a:ext uri="{FF2B5EF4-FFF2-40B4-BE49-F238E27FC236}">
                <a16:creationId xmlns:a16="http://schemas.microsoft.com/office/drawing/2014/main" id="{31960E30-9C67-F74E-B253-1DE44672EE81}"/>
              </a:ext>
            </a:extLst>
          </p:cNvPr>
          <p:cNvSpPr>
            <a:spLocks noGrp="1"/>
          </p:cNvSpPr>
          <p:nvPr>
            <p:ph type="body" sz="quarter" idx="46" hasCustomPrompt="1"/>
          </p:nvPr>
        </p:nvSpPr>
        <p:spPr>
          <a:xfrm>
            <a:off x="9824285" y="2188229"/>
            <a:ext cx="1957848"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118" name="Text Placeholder 7">
            <a:extLst>
              <a:ext uri="{FF2B5EF4-FFF2-40B4-BE49-F238E27FC236}">
                <a16:creationId xmlns:a16="http://schemas.microsoft.com/office/drawing/2014/main" id="{D198513C-EECB-854A-B6A3-42BC9E6FB8C4}"/>
              </a:ext>
            </a:extLst>
          </p:cNvPr>
          <p:cNvSpPr>
            <a:spLocks noGrp="1"/>
          </p:cNvSpPr>
          <p:nvPr>
            <p:ph type="body" sz="quarter" idx="47" hasCustomPrompt="1"/>
          </p:nvPr>
        </p:nvSpPr>
        <p:spPr>
          <a:xfrm>
            <a:off x="9824285" y="2775469"/>
            <a:ext cx="1957848"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119" name="Text Placeholder 7">
            <a:extLst>
              <a:ext uri="{FF2B5EF4-FFF2-40B4-BE49-F238E27FC236}">
                <a16:creationId xmlns:a16="http://schemas.microsoft.com/office/drawing/2014/main" id="{D7710000-DF90-134E-97A1-21653758D218}"/>
              </a:ext>
            </a:extLst>
          </p:cNvPr>
          <p:cNvSpPr>
            <a:spLocks noGrp="1"/>
          </p:cNvSpPr>
          <p:nvPr>
            <p:ph type="body" sz="quarter" idx="48" hasCustomPrompt="1"/>
          </p:nvPr>
        </p:nvSpPr>
        <p:spPr>
          <a:xfrm>
            <a:off x="9824285" y="3362709"/>
            <a:ext cx="1957848"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120" name="Text Placeholder 7">
            <a:extLst>
              <a:ext uri="{FF2B5EF4-FFF2-40B4-BE49-F238E27FC236}">
                <a16:creationId xmlns:a16="http://schemas.microsoft.com/office/drawing/2014/main" id="{22BB9ACD-30E4-4842-B8B6-F65E21604C23}"/>
              </a:ext>
            </a:extLst>
          </p:cNvPr>
          <p:cNvSpPr>
            <a:spLocks noGrp="1"/>
          </p:cNvSpPr>
          <p:nvPr>
            <p:ph type="body" sz="quarter" idx="49" hasCustomPrompt="1"/>
          </p:nvPr>
        </p:nvSpPr>
        <p:spPr>
          <a:xfrm>
            <a:off x="9824285" y="3949949"/>
            <a:ext cx="1957848"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121" name="Text Placeholder 7">
            <a:extLst>
              <a:ext uri="{FF2B5EF4-FFF2-40B4-BE49-F238E27FC236}">
                <a16:creationId xmlns:a16="http://schemas.microsoft.com/office/drawing/2014/main" id="{F1A7767C-FCA9-9742-8B5C-0539AFAAB5B0}"/>
              </a:ext>
            </a:extLst>
          </p:cNvPr>
          <p:cNvSpPr>
            <a:spLocks noGrp="1"/>
          </p:cNvSpPr>
          <p:nvPr>
            <p:ph type="body" sz="quarter" idx="50" hasCustomPrompt="1"/>
          </p:nvPr>
        </p:nvSpPr>
        <p:spPr>
          <a:xfrm>
            <a:off x="9824285" y="4537189"/>
            <a:ext cx="1957848"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122" name="Text Placeholder 7">
            <a:extLst>
              <a:ext uri="{FF2B5EF4-FFF2-40B4-BE49-F238E27FC236}">
                <a16:creationId xmlns:a16="http://schemas.microsoft.com/office/drawing/2014/main" id="{C3DF1340-33D8-624D-A201-67A4FB45E295}"/>
              </a:ext>
            </a:extLst>
          </p:cNvPr>
          <p:cNvSpPr>
            <a:spLocks noGrp="1"/>
          </p:cNvSpPr>
          <p:nvPr>
            <p:ph type="body" sz="quarter" idx="51" hasCustomPrompt="1"/>
          </p:nvPr>
        </p:nvSpPr>
        <p:spPr>
          <a:xfrm>
            <a:off x="9824285" y="5124429"/>
            <a:ext cx="1957848"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123" name="Text Placeholder 7">
            <a:extLst>
              <a:ext uri="{FF2B5EF4-FFF2-40B4-BE49-F238E27FC236}">
                <a16:creationId xmlns:a16="http://schemas.microsoft.com/office/drawing/2014/main" id="{9A8C8EBC-B967-3441-9C50-E663A1873548}"/>
              </a:ext>
            </a:extLst>
          </p:cNvPr>
          <p:cNvSpPr>
            <a:spLocks noGrp="1"/>
          </p:cNvSpPr>
          <p:nvPr>
            <p:ph type="body" sz="quarter" idx="52" hasCustomPrompt="1"/>
          </p:nvPr>
        </p:nvSpPr>
        <p:spPr>
          <a:xfrm>
            <a:off x="6340767" y="1171748"/>
            <a:ext cx="2507711"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124" name="Picture Placeholder 3">
            <a:extLst>
              <a:ext uri="{FF2B5EF4-FFF2-40B4-BE49-F238E27FC236}">
                <a16:creationId xmlns:a16="http://schemas.microsoft.com/office/drawing/2014/main" id="{85D84EFE-A9F0-F949-8B06-B05A3CF9FC86}"/>
              </a:ext>
            </a:extLst>
          </p:cNvPr>
          <p:cNvSpPr>
            <a:spLocks noGrp="1"/>
          </p:cNvSpPr>
          <p:nvPr>
            <p:ph type="pic" sz="quarter" idx="53"/>
          </p:nvPr>
        </p:nvSpPr>
        <p:spPr>
          <a:xfrm>
            <a:off x="6450356" y="1578211"/>
            <a:ext cx="483467" cy="483464"/>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125" name="Picture Placeholder 3">
            <a:extLst>
              <a:ext uri="{FF2B5EF4-FFF2-40B4-BE49-F238E27FC236}">
                <a16:creationId xmlns:a16="http://schemas.microsoft.com/office/drawing/2014/main" id="{8EFF426A-2289-1D42-9B4B-084B41BA8E48}"/>
              </a:ext>
            </a:extLst>
          </p:cNvPr>
          <p:cNvSpPr>
            <a:spLocks noGrp="1"/>
          </p:cNvSpPr>
          <p:nvPr>
            <p:ph type="pic" sz="quarter" idx="54"/>
          </p:nvPr>
        </p:nvSpPr>
        <p:spPr>
          <a:xfrm>
            <a:off x="6450356" y="2166105"/>
            <a:ext cx="483467" cy="483464"/>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126" name="Picture Placeholder 3">
            <a:extLst>
              <a:ext uri="{FF2B5EF4-FFF2-40B4-BE49-F238E27FC236}">
                <a16:creationId xmlns:a16="http://schemas.microsoft.com/office/drawing/2014/main" id="{0A50ED24-F3A8-5A4B-9ABA-EE3E81B5D8D3}"/>
              </a:ext>
            </a:extLst>
          </p:cNvPr>
          <p:cNvSpPr>
            <a:spLocks noGrp="1"/>
          </p:cNvSpPr>
          <p:nvPr>
            <p:ph type="pic" sz="quarter" idx="55"/>
          </p:nvPr>
        </p:nvSpPr>
        <p:spPr>
          <a:xfrm>
            <a:off x="6450356" y="2754000"/>
            <a:ext cx="483467" cy="483464"/>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127" name="Picture Placeholder 3">
            <a:extLst>
              <a:ext uri="{FF2B5EF4-FFF2-40B4-BE49-F238E27FC236}">
                <a16:creationId xmlns:a16="http://schemas.microsoft.com/office/drawing/2014/main" id="{86391241-E295-F04A-8D4F-B3CC3531A58C}"/>
              </a:ext>
            </a:extLst>
          </p:cNvPr>
          <p:cNvSpPr>
            <a:spLocks noGrp="1"/>
          </p:cNvSpPr>
          <p:nvPr>
            <p:ph type="pic" sz="quarter" idx="56"/>
          </p:nvPr>
        </p:nvSpPr>
        <p:spPr>
          <a:xfrm>
            <a:off x="6450356" y="3341895"/>
            <a:ext cx="483467" cy="483464"/>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128" name="Picture Placeholder 3">
            <a:extLst>
              <a:ext uri="{FF2B5EF4-FFF2-40B4-BE49-F238E27FC236}">
                <a16:creationId xmlns:a16="http://schemas.microsoft.com/office/drawing/2014/main" id="{5800B324-271D-A144-994E-8EEC38FAD6E2}"/>
              </a:ext>
            </a:extLst>
          </p:cNvPr>
          <p:cNvSpPr>
            <a:spLocks noGrp="1"/>
          </p:cNvSpPr>
          <p:nvPr>
            <p:ph type="pic" sz="quarter" idx="57"/>
          </p:nvPr>
        </p:nvSpPr>
        <p:spPr>
          <a:xfrm>
            <a:off x="6450356" y="3929789"/>
            <a:ext cx="483467" cy="483464"/>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129" name="Picture Placeholder 3">
            <a:extLst>
              <a:ext uri="{FF2B5EF4-FFF2-40B4-BE49-F238E27FC236}">
                <a16:creationId xmlns:a16="http://schemas.microsoft.com/office/drawing/2014/main" id="{2B710327-3253-2A41-8C63-5C40B8CE1260}"/>
              </a:ext>
            </a:extLst>
          </p:cNvPr>
          <p:cNvSpPr>
            <a:spLocks noGrp="1"/>
          </p:cNvSpPr>
          <p:nvPr>
            <p:ph type="pic" sz="quarter" idx="58"/>
          </p:nvPr>
        </p:nvSpPr>
        <p:spPr>
          <a:xfrm>
            <a:off x="6450356" y="4517684"/>
            <a:ext cx="483467" cy="483464"/>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130" name="Picture Placeholder 3">
            <a:extLst>
              <a:ext uri="{FF2B5EF4-FFF2-40B4-BE49-F238E27FC236}">
                <a16:creationId xmlns:a16="http://schemas.microsoft.com/office/drawing/2014/main" id="{73578B84-B907-EE47-BD2B-152CC5042C2F}"/>
              </a:ext>
            </a:extLst>
          </p:cNvPr>
          <p:cNvSpPr>
            <a:spLocks noGrp="1"/>
          </p:cNvSpPr>
          <p:nvPr>
            <p:ph type="pic" sz="quarter" idx="59"/>
          </p:nvPr>
        </p:nvSpPr>
        <p:spPr>
          <a:xfrm>
            <a:off x="6450356" y="5105579"/>
            <a:ext cx="483467" cy="483464"/>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131" name="Text Placeholder 7">
            <a:extLst>
              <a:ext uri="{FF2B5EF4-FFF2-40B4-BE49-F238E27FC236}">
                <a16:creationId xmlns:a16="http://schemas.microsoft.com/office/drawing/2014/main" id="{B19546DA-147A-E247-8549-A1603BB54EA3}"/>
              </a:ext>
            </a:extLst>
          </p:cNvPr>
          <p:cNvSpPr>
            <a:spLocks noGrp="1"/>
          </p:cNvSpPr>
          <p:nvPr>
            <p:ph type="body" sz="quarter" idx="60" hasCustomPrompt="1"/>
          </p:nvPr>
        </p:nvSpPr>
        <p:spPr>
          <a:xfrm>
            <a:off x="6961220" y="1600989"/>
            <a:ext cx="1957848"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132" name="Text Placeholder 7">
            <a:extLst>
              <a:ext uri="{FF2B5EF4-FFF2-40B4-BE49-F238E27FC236}">
                <a16:creationId xmlns:a16="http://schemas.microsoft.com/office/drawing/2014/main" id="{18BADDE2-0D41-7F49-94A6-68B4FC423185}"/>
              </a:ext>
            </a:extLst>
          </p:cNvPr>
          <p:cNvSpPr>
            <a:spLocks noGrp="1"/>
          </p:cNvSpPr>
          <p:nvPr>
            <p:ph type="body" sz="quarter" idx="61" hasCustomPrompt="1"/>
          </p:nvPr>
        </p:nvSpPr>
        <p:spPr>
          <a:xfrm>
            <a:off x="6961220" y="2188229"/>
            <a:ext cx="1957848"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133" name="Text Placeholder 7">
            <a:extLst>
              <a:ext uri="{FF2B5EF4-FFF2-40B4-BE49-F238E27FC236}">
                <a16:creationId xmlns:a16="http://schemas.microsoft.com/office/drawing/2014/main" id="{7E6CE366-201D-8B40-BA7D-4A11C575FF36}"/>
              </a:ext>
            </a:extLst>
          </p:cNvPr>
          <p:cNvSpPr>
            <a:spLocks noGrp="1"/>
          </p:cNvSpPr>
          <p:nvPr>
            <p:ph type="body" sz="quarter" idx="62" hasCustomPrompt="1"/>
          </p:nvPr>
        </p:nvSpPr>
        <p:spPr>
          <a:xfrm>
            <a:off x="6961220" y="2775469"/>
            <a:ext cx="1957848"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134" name="Text Placeholder 7">
            <a:extLst>
              <a:ext uri="{FF2B5EF4-FFF2-40B4-BE49-F238E27FC236}">
                <a16:creationId xmlns:a16="http://schemas.microsoft.com/office/drawing/2014/main" id="{465604B6-8FCF-4B40-8A9B-0F5C655A7EE7}"/>
              </a:ext>
            </a:extLst>
          </p:cNvPr>
          <p:cNvSpPr>
            <a:spLocks noGrp="1"/>
          </p:cNvSpPr>
          <p:nvPr>
            <p:ph type="body" sz="quarter" idx="63" hasCustomPrompt="1"/>
          </p:nvPr>
        </p:nvSpPr>
        <p:spPr>
          <a:xfrm>
            <a:off x="6961220" y="3362709"/>
            <a:ext cx="1957848"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135" name="Text Placeholder 7">
            <a:extLst>
              <a:ext uri="{FF2B5EF4-FFF2-40B4-BE49-F238E27FC236}">
                <a16:creationId xmlns:a16="http://schemas.microsoft.com/office/drawing/2014/main" id="{D608FA58-EAB0-4D46-9359-1EB2C7A651E9}"/>
              </a:ext>
            </a:extLst>
          </p:cNvPr>
          <p:cNvSpPr>
            <a:spLocks noGrp="1"/>
          </p:cNvSpPr>
          <p:nvPr>
            <p:ph type="body" sz="quarter" idx="64" hasCustomPrompt="1"/>
          </p:nvPr>
        </p:nvSpPr>
        <p:spPr>
          <a:xfrm>
            <a:off x="6961220" y="3949949"/>
            <a:ext cx="1957848"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136" name="Text Placeholder 7">
            <a:extLst>
              <a:ext uri="{FF2B5EF4-FFF2-40B4-BE49-F238E27FC236}">
                <a16:creationId xmlns:a16="http://schemas.microsoft.com/office/drawing/2014/main" id="{66A1D58A-319D-484B-B270-C19908CCE522}"/>
              </a:ext>
            </a:extLst>
          </p:cNvPr>
          <p:cNvSpPr>
            <a:spLocks noGrp="1"/>
          </p:cNvSpPr>
          <p:nvPr>
            <p:ph type="body" sz="quarter" idx="65" hasCustomPrompt="1"/>
          </p:nvPr>
        </p:nvSpPr>
        <p:spPr>
          <a:xfrm>
            <a:off x="6961220" y="4537189"/>
            <a:ext cx="1957848"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137" name="Text Placeholder 7">
            <a:extLst>
              <a:ext uri="{FF2B5EF4-FFF2-40B4-BE49-F238E27FC236}">
                <a16:creationId xmlns:a16="http://schemas.microsoft.com/office/drawing/2014/main" id="{445DAC0C-999B-824E-8AA3-C28ED112E896}"/>
              </a:ext>
            </a:extLst>
          </p:cNvPr>
          <p:cNvSpPr>
            <a:spLocks noGrp="1"/>
          </p:cNvSpPr>
          <p:nvPr>
            <p:ph type="body" sz="quarter" idx="66" hasCustomPrompt="1"/>
          </p:nvPr>
        </p:nvSpPr>
        <p:spPr>
          <a:xfrm>
            <a:off x="6961220" y="5124429"/>
            <a:ext cx="1957848"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138" name="Text Placeholder 7">
            <a:extLst>
              <a:ext uri="{FF2B5EF4-FFF2-40B4-BE49-F238E27FC236}">
                <a16:creationId xmlns:a16="http://schemas.microsoft.com/office/drawing/2014/main" id="{3EE18008-A4F6-524A-9AF5-F1EA61E66A83}"/>
              </a:ext>
            </a:extLst>
          </p:cNvPr>
          <p:cNvSpPr>
            <a:spLocks noGrp="1"/>
          </p:cNvSpPr>
          <p:nvPr>
            <p:ph type="body" sz="quarter" idx="67" hasCustomPrompt="1"/>
          </p:nvPr>
        </p:nvSpPr>
        <p:spPr>
          <a:xfrm>
            <a:off x="3491401" y="1171748"/>
            <a:ext cx="2507711"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139" name="Picture Placeholder 3">
            <a:extLst>
              <a:ext uri="{FF2B5EF4-FFF2-40B4-BE49-F238E27FC236}">
                <a16:creationId xmlns:a16="http://schemas.microsoft.com/office/drawing/2014/main" id="{C606DDCF-1093-3C40-9DA4-C8FA9DDF68A6}"/>
              </a:ext>
            </a:extLst>
          </p:cNvPr>
          <p:cNvSpPr>
            <a:spLocks noGrp="1"/>
          </p:cNvSpPr>
          <p:nvPr>
            <p:ph type="pic" sz="quarter" idx="68"/>
          </p:nvPr>
        </p:nvSpPr>
        <p:spPr>
          <a:xfrm>
            <a:off x="3600989" y="1578211"/>
            <a:ext cx="483467" cy="483464"/>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140" name="Picture Placeholder 3">
            <a:extLst>
              <a:ext uri="{FF2B5EF4-FFF2-40B4-BE49-F238E27FC236}">
                <a16:creationId xmlns:a16="http://schemas.microsoft.com/office/drawing/2014/main" id="{7D435CA4-D726-254B-8C0D-14AABA90391A}"/>
              </a:ext>
            </a:extLst>
          </p:cNvPr>
          <p:cNvSpPr>
            <a:spLocks noGrp="1"/>
          </p:cNvSpPr>
          <p:nvPr>
            <p:ph type="pic" sz="quarter" idx="69"/>
          </p:nvPr>
        </p:nvSpPr>
        <p:spPr>
          <a:xfrm>
            <a:off x="3600989" y="2166105"/>
            <a:ext cx="483467" cy="483464"/>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141" name="Picture Placeholder 3">
            <a:extLst>
              <a:ext uri="{FF2B5EF4-FFF2-40B4-BE49-F238E27FC236}">
                <a16:creationId xmlns:a16="http://schemas.microsoft.com/office/drawing/2014/main" id="{0BD6C709-0DC1-2C44-B6B5-6FF36E6A3BE5}"/>
              </a:ext>
            </a:extLst>
          </p:cNvPr>
          <p:cNvSpPr>
            <a:spLocks noGrp="1"/>
          </p:cNvSpPr>
          <p:nvPr>
            <p:ph type="pic" sz="quarter" idx="70"/>
          </p:nvPr>
        </p:nvSpPr>
        <p:spPr>
          <a:xfrm>
            <a:off x="3600989" y="2754000"/>
            <a:ext cx="483467" cy="483464"/>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142" name="Picture Placeholder 3">
            <a:extLst>
              <a:ext uri="{FF2B5EF4-FFF2-40B4-BE49-F238E27FC236}">
                <a16:creationId xmlns:a16="http://schemas.microsoft.com/office/drawing/2014/main" id="{DC8D87A0-3C79-C546-A435-B78B1F5D3A4F}"/>
              </a:ext>
            </a:extLst>
          </p:cNvPr>
          <p:cNvSpPr>
            <a:spLocks noGrp="1"/>
          </p:cNvSpPr>
          <p:nvPr>
            <p:ph type="pic" sz="quarter" idx="71"/>
          </p:nvPr>
        </p:nvSpPr>
        <p:spPr>
          <a:xfrm>
            <a:off x="3600989" y="3341895"/>
            <a:ext cx="483467" cy="483464"/>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143" name="Picture Placeholder 3">
            <a:extLst>
              <a:ext uri="{FF2B5EF4-FFF2-40B4-BE49-F238E27FC236}">
                <a16:creationId xmlns:a16="http://schemas.microsoft.com/office/drawing/2014/main" id="{A02C95F8-AB0D-6943-BE11-975298CD5587}"/>
              </a:ext>
            </a:extLst>
          </p:cNvPr>
          <p:cNvSpPr>
            <a:spLocks noGrp="1"/>
          </p:cNvSpPr>
          <p:nvPr>
            <p:ph type="pic" sz="quarter" idx="72"/>
          </p:nvPr>
        </p:nvSpPr>
        <p:spPr>
          <a:xfrm>
            <a:off x="3600989" y="3929789"/>
            <a:ext cx="483467" cy="483464"/>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144" name="Picture Placeholder 3">
            <a:extLst>
              <a:ext uri="{FF2B5EF4-FFF2-40B4-BE49-F238E27FC236}">
                <a16:creationId xmlns:a16="http://schemas.microsoft.com/office/drawing/2014/main" id="{7F865E1B-0FE7-0D46-BDD2-A9C595992E87}"/>
              </a:ext>
            </a:extLst>
          </p:cNvPr>
          <p:cNvSpPr>
            <a:spLocks noGrp="1"/>
          </p:cNvSpPr>
          <p:nvPr>
            <p:ph type="pic" sz="quarter" idx="73"/>
          </p:nvPr>
        </p:nvSpPr>
        <p:spPr>
          <a:xfrm>
            <a:off x="3600989" y="4517684"/>
            <a:ext cx="483467" cy="483464"/>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145" name="Picture Placeholder 3">
            <a:extLst>
              <a:ext uri="{FF2B5EF4-FFF2-40B4-BE49-F238E27FC236}">
                <a16:creationId xmlns:a16="http://schemas.microsoft.com/office/drawing/2014/main" id="{445B5578-E099-1041-967A-4DC54DB24B51}"/>
              </a:ext>
            </a:extLst>
          </p:cNvPr>
          <p:cNvSpPr>
            <a:spLocks noGrp="1"/>
          </p:cNvSpPr>
          <p:nvPr>
            <p:ph type="pic" sz="quarter" idx="74"/>
          </p:nvPr>
        </p:nvSpPr>
        <p:spPr>
          <a:xfrm>
            <a:off x="3600988" y="5105579"/>
            <a:ext cx="483467" cy="483464"/>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146" name="Text Placeholder 7">
            <a:extLst>
              <a:ext uri="{FF2B5EF4-FFF2-40B4-BE49-F238E27FC236}">
                <a16:creationId xmlns:a16="http://schemas.microsoft.com/office/drawing/2014/main" id="{211687FD-DB71-0342-A587-F03CA82E1912}"/>
              </a:ext>
            </a:extLst>
          </p:cNvPr>
          <p:cNvSpPr>
            <a:spLocks noGrp="1"/>
          </p:cNvSpPr>
          <p:nvPr>
            <p:ph type="body" sz="quarter" idx="75" hasCustomPrompt="1"/>
          </p:nvPr>
        </p:nvSpPr>
        <p:spPr>
          <a:xfrm>
            <a:off x="4111853" y="1600989"/>
            <a:ext cx="1957848"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147" name="Text Placeholder 7">
            <a:extLst>
              <a:ext uri="{FF2B5EF4-FFF2-40B4-BE49-F238E27FC236}">
                <a16:creationId xmlns:a16="http://schemas.microsoft.com/office/drawing/2014/main" id="{C6266F2D-D76E-4B44-93DD-A34796AC023B}"/>
              </a:ext>
            </a:extLst>
          </p:cNvPr>
          <p:cNvSpPr>
            <a:spLocks noGrp="1"/>
          </p:cNvSpPr>
          <p:nvPr>
            <p:ph type="body" sz="quarter" idx="76" hasCustomPrompt="1"/>
          </p:nvPr>
        </p:nvSpPr>
        <p:spPr>
          <a:xfrm>
            <a:off x="4111853" y="2188229"/>
            <a:ext cx="1957848"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148" name="Text Placeholder 7">
            <a:extLst>
              <a:ext uri="{FF2B5EF4-FFF2-40B4-BE49-F238E27FC236}">
                <a16:creationId xmlns:a16="http://schemas.microsoft.com/office/drawing/2014/main" id="{EED47149-409B-B14D-8718-6D51AE3D3AB5}"/>
              </a:ext>
            </a:extLst>
          </p:cNvPr>
          <p:cNvSpPr>
            <a:spLocks noGrp="1"/>
          </p:cNvSpPr>
          <p:nvPr>
            <p:ph type="body" sz="quarter" idx="77" hasCustomPrompt="1"/>
          </p:nvPr>
        </p:nvSpPr>
        <p:spPr>
          <a:xfrm>
            <a:off x="4111853" y="2775469"/>
            <a:ext cx="1957848"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149" name="Text Placeholder 7">
            <a:extLst>
              <a:ext uri="{FF2B5EF4-FFF2-40B4-BE49-F238E27FC236}">
                <a16:creationId xmlns:a16="http://schemas.microsoft.com/office/drawing/2014/main" id="{4E84D3C7-B3A4-CC48-9855-4938E4E118AD}"/>
              </a:ext>
            </a:extLst>
          </p:cNvPr>
          <p:cNvSpPr>
            <a:spLocks noGrp="1"/>
          </p:cNvSpPr>
          <p:nvPr>
            <p:ph type="body" sz="quarter" idx="78" hasCustomPrompt="1"/>
          </p:nvPr>
        </p:nvSpPr>
        <p:spPr>
          <a:xfrm>
            <a:off x="4111853" y="3362709"/>
            <a:ext cx="1957848"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150" name="Text Placeholder 7">
            <a:extLst>
              <a:ext uri="{FF2B5EF4-FFF2-40B4-BE49-F238E27FC236}">
                <a16:creationId xmlns:a16="http://schemas.microsoft.com/office/drawing/2014/main" id="{DC0C48EA-7A34-944B-8132-DF37F09318AE}"/>
              </a:ext>
            </a:extLst>
          </p:cNvPr>
          <p:cNvSpPr>
            <a:spLocks noGrp="1"/>
          </p:cNvSpPr>
          <p:nvPr>
            <p:ph type="body" sz="quarter" idx="79" hasCustomPrompt="1"/>
          </p:nvPr>
        </p:nvSpPr>
        <p:spPr>
          <a:xfrm>
            <a:off x="4111853" y="3949949"/>
            <a:ext cx="1957848"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151" name="Text Placeholder 7">
            <a:extLst>
              <a:ext uri="{FF2B5EF4-FFF2-40B4-BE49-F238E27FC236}">
                <a16:creationId xmlns:a16="http://schemas.microsoft.com/office/drawing/2014/main" id="{7ACADDD2-9A10-6942-8259-473273FBB069}"/>
              </a:ext>
            </a:extLst>
          </p:cNvPr>
          <p:cNvSpPr>
            <a:spLocks noGrp="1"/>
          </p:cNvSpPr>
          <p:nvPr>
            <p:ph type="body" sz="quarter" idx="80" hasCustomPrompt="1"/>
          </p:nvPr>
        </p:nvSpPr>
        <p:spPr>
          <a:xfrm>
            <a:off x="4111853" y="4537189"/>
            <a:ext cx="1957848"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152" name="Text Placeholder 7">
            <a:extLst>
              <a:ext uri="{FF2B5EF4-FFF2-40B4-BE49-F238E27FC236}">
                <a16:creationId xmlns:a16="http://schemas.microsoft.com/office/drawing/2014/main" id="{B7475A50-9DE6-6F44-B7FA-C3C7928FF283}"/>
              </a:ext>
            </a:extLst>
          </p:cNvPr>
          <p:cNvSpPr>
            <a:spLocks noGrp="1"/>
          </p:cNvSpPr>
          <p:nvPr>
            <p:ph type="body" sz="quarter" idx="81" hasCustomPrompt="1"/>
          </p:nvPr>
        </p:nvSpPr>
        <p:spPr>
          <a:xfrm>
            <a:off x="4111853" y="5124429"/>
            <a:ext cx="1957848"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64" name="Picture Placeholder 3">
            <a:extLst>
              <a:ext uri="{FF2B5EF4-FFF2-40B4-BE49-F238E27FC236}">
                <a16:creationId xmlns:a16="http://schemas.microsoft.com/office/drawing/2014/main" id="{12FBBD29-DE96-1B40-80B4-0F0231B1AC5D}"/>
              </a:ext>
            </a:extLst>
          </p:cNvPr>
          <p:cNvSpPr>
            <a:spLocks noGrp="1"/>
          </p:cNvSpPr>
          <p:nvPr>
            <p:ph type="pic" sz="quarter" idx="82"/>
          </p:nvPr>
        </p:nvSpPr>
        <p:spPr>
          <a:xfrm>
            <a:off x="724224" y="5693473"/>
            <a:ext cx="483467" cy="483464"/>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65" name="Text Placeholder 7">
            <a:extLst>
              <a:ext uri="{FF2B5EF4-FFF2-40B4-BE49-F238E27FC236}">
                <a16:creationId xmlns:a16="http://schemas.microsoft.com/office/drawing/2014/main" id="{39F508A9-3E93-DC43-B332-68A35B7D24FA}"/>
              </a:ext>
            </a:extLst>
          </p:cNvPr>
          <p:cNvSpPr>
            <a:spLocks noGrp="1"/>
          </p:cNvSpPr>
          <p:nvPr>
            <p:ph type="body" sz="quarter" idx="83" hasCustomPrompt="1"/>
          </p:nvPr>
        </p:nvSpPr>
        <p:spPr>
          <a:xfrm>
            <a:off x="1235089" y="5711668"/>
            <a:ext cx="1957848"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66" name="Picture Placeholder 3">
            <a:extLst>
              <a:ext uri="{FF2B5EF4-FFF2-40B4-BE49-F238E27FC236}">
                <a16:creationId xmlns:a16="http://schemas.microsoft.com/office/drawing/2014/main" id="{6840C14B-D589-C94B-B8F9-28CFE94FABCE}"/>
              </a:ext>
            </a:extLst>
          </p:cNvPr>
          <p:cNvSpPr>
            <a:spLocks noGrp="1"/>
          </p:cNvSpPr>
          <p:nvPr>
            <p:ph type="pic" sz="quarter" idx="84"/>
          </p:nvPr>
        </p:nvSpPr>
        <p:spPr>
          <a:xfrm>
            <a:off x="9313421" y="5693473"/>
            <a:ext cx="483467" cy="483464"/>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67" name="Text Placeholder 7">
            <a:extLst>
              <a:ext uri="{FF2B5EF4-FFF2-40B4-BE49-F238E27FC236}">
                <a16:creationId xmlns:a16="http://schemas.microsoft.com/office/drawing/2014/main" id="{6F63A7A9-9CFA-0F4D-8695-447FE1CB25B8}"/>
              </a:ext>
            </a:extLst>
          </p:cNvPr>
          <p:cNvSpPr>
            <a:spLocks noGrp="1"/>
          </p:cNvSpPr>
          <p:nvPr>
            <p:ph type="body" sz="quarter" idx="85" hasCustomPrompt="1"/>
          </p:nvPr>
        </p:nvSpPr>
        <p:spPr>
          <a:xfrm>
            <a:off x="9824285" y="5711668"/>
            <a:ext cx="1957848"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68" name="Picture Placeholder 3">
            <a:extLst>
              <a:ext uri="{FF2B5EF4-FFF2-40B4-BE49-F238E27FC236}">
                <a16:creationId xmlns:a16="http://schemas.microsoft.com/office/drawing/2014/main" id="{39551C59-03A2-B642-967F-11FFE636352F}"/>
              </a:ext>
            </a:extLst>
          </p:cNvPr>
          <p:cNvSpPr>
            <a:spLocks noGrp="1"/>
          </p:cNvSpPr>
          <p:nvPr>
            <p:ph type="pic" sz="quarter" idx="86"/>
          </p:nvPr>
        </p:nvSpPr>
        <p:spPr>
          <a:xfrm>
            <a:off x="6450356" y="5693473"/>
            <a:ext cx="483467" cy="483464"/>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69" name="Text Placeholder 7">
            <a:extLst>
              <a:ext uri="{FF2B5EF4-FFF2-40B4-BE49-F238E27FC236}">
                <a16:creationId xmlns:a16="http://schemas.microsoft.com/office/drawing/2014/main" id="{C02837D7-FC31-B34E-9191-971D6AEF1BA0}"/>
              </a:ext>
            </a:extLst>
          </p:cNvPr>
          <p:cNvSpPr>
            <a:spLocks noGrp="1"/>
          </p:cNvSpPr>
          <p:nvPr>
            <p:ph type="body" sz="quarter" idx="87" hasCustomPrompt="1"/>
          </p:nvPr>
        </p:nvSpPr>
        <p:spPr>
          <a:xfrm>
            <a:off x="6961220" y="5711668"/>
            <a:ext cx="1957848"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70" name="Picture Placeholder 3">
            <a:extLst>
              <a:ext uri="{FF2B5EF4-FFF2-40B4-BE49-F238E27FC236}">
                <a16:creationId xmlns:a16="http://schemas.microsoft.com/office/drawing/2014/main" id="{0A9A16C4-5950-FE46-8970-C4FE824F08F2}"/>
              </a:ext>
            </a:extLst>
          </p:cNvPr>
          <p:cNvSpPr>
            <a:spLocks noGrp="1"/>
          </p:cNvSpPr>
          <p:nvPr>
            <p:ph type="pic" sz="quarter" idx="88"/>
          </p:nvPr>
        </p:nvSpPr>
        <p:spPr>
          <a:xfrm>
            <a:off x="3600988" y="5693473"/>
            <a:ext cx="483467" cy="483464"/>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71" name="Text Placeholder 7">
            <a:extLst>
              <a:ext uri="{FF2B5EF4-FFF2-40B4-BE49-F238E27FC236}">
                <a16:creationId xmlns:a16="http://schemas.microsoft.com/office/drawing/2014/main" id="{F0A4E703-0CB6-8D41-8B11-CDC79E494EEE}"/>
              </a:ext>
            </a:extLst>
          </p:cNvPr>
          <p:cNvSpPr>
            <a:spLocks noGrp="1"/>
          </p:cNvSpPr>
          <p:nvPr>
            <p:ph type="body" sz="quarter" idx="89" hasCustomPrompt="1"/>
          </p:nvPr>
        </p:nvSpPr>
        <p:spPr>
          <a:xfrm>
            <a:off x="4111853" y="5711668"/>
            <a:ext cx="1957848"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74" name="Text Placeholder 6">
            <a:extLst>
              <a:ext uri="{FF2B5EF4-FFF2-40B4-BE49-F238E27FC236}">
                <a16:creationId xmlns:a16="http://schemas.microsoft.com/office/drawing/2014/main" id="{1E10DC83-CCB3-2596-F842-884E3BF17A47}"/>
              </a:ext>
            </a:extLst>
          </p:cNvPr>
          <p:cNvSpPr>
            <a:spLocks noGrp="1"/>
          </p:cNvSpPr>
          <p:nvPr>
            <p:ph type="body" sz="quarter" idx="90" hasCustomPrompt="1"/>
          </p:nvPr>
        </p:nvSpPr>
        <p:spPr>
          <a:xfrm>
            <a:off x="625928" y="450012"/>
            <a:ext cx="7460073" cy="482748"/>
          </a:xfrm>
          <a:prstGeom prst="rect">
            <a:avLst/>
          </a:prstGeom>
        </p:spPr>
        <p:txBody>
          <a:bodyPr lIns="0" tIns="0" rIns="0" bIns="0" anchor="t" anchorCtr="0"/>
          <a:lstStyle>
            <a:lvl1pPr marL="0" indent="0">
              <a:lnSpc>
                <a:spcPct val="100000"/>
              </a:lnSpc>
              <a:spcBef>
                <a:spcPts val="0"/>
              </a:spcBef>
              <a:buNone/>
              <a:defRPr sz="3200" b="0" i="0">
                <a:solidFill>
                  <a:schemeClr val="bg1"/>
                </a:solidFill>
                <a:latin typeface="CiscoSansTT ExtraLight" panose="020B0303020201020303" pitchFamily="34" charset="0"/>
                <a:cs typeface="CiscoSansTT ExtraLight" panose="020B0303020201020303" pitchFamily="34" charset="0"/>
              </a:defRPr>
            </a:lvl1pPr>
          </a:lstStyle>
          <a:p>
            <a:r>
              <a:rPr lang="en-GB" dirty="0"/>
              <a:t>Heading goes here</a:t>
            </a:r>
          </a:p>
        </p:txBody>
      </p:sp>
    </p:spTree>
    <p:extLst>
      <p:ext uri="{BB962C8B-B14F-4D97-AF65-F5344CB8AC3E}">
        <p14:creationId xmlns:p14="http://schemas.microsoft.com/office/powerpoint/2010/main" val="275256786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Org chart 3">
    <p:bg>
      <p:bgPr>
        <a:solidFill>
          <a:schemeClr val="bg2"/>
        </a:solidFill>
        <a:effectLst/>
      </p:bgPr>
    </p:bg>
    <p:spTree>
      <p:nvGrpSpPr>
        <p:cNvPr id="1" name=""/>
        <p:cNvGrpSpPr/>
        <p:nvPr/>
      </p:nvGrpSpPr>
      <p:grpSpPr>
        <a:xfrm>
          <a:off x="0" y="0"/>
          <a:ext cx="0" cy="0"/>
          <a:chOff x="0" y="0"/>
          <a:chExt cx="0" cy="0"/>
        </a:xfrm>
      </p:grpSpPr>
      <p:sp>
        <p:nvSpPr>
          <p:cNvPr id="76" name="Text Placeholder 7">
            <a:extLst>
              <a:ext uri="{FF2B5EF4-FFF2-40B4-BE49-F238E27FC236}">
                <a16:creationId xmlns:a16="http://schemas.microsoft.com/office/drawing/2014/main" id="{E17737D0-FC6B-7145-AB20-DD008328E7AF}"/>
              </a:ext>
            </a:extLst>
          </p:cNvPr>
          <p:cNvSpPr>
            <a:spLocks noGrp="1"/>
          </p:cNvSpPr>
          <p:nvPr>
            <p:ph type="body" sz="quarter" idx="21" hasCustomPrompt="1"/>
          </p:nvPr>
        </p:nvSpPr>
        <p:spPr>
          <a:xfrm>
            <a:off x="632126" y="1029572"/>
            <a:ext cx="2517617"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78" name="Picture Placeholder 3">
            <a:extLst>
              <a:ext uri="{FF2B5EF4-FFF2-40B4-BE49-F238E27FC236}">
                <a16:creationId xmlns:a16="http://schemas.microsoft.com/office/drawing/2014/main" id="{A7181BD4-D32F-9345-AF80-E1B50A790230}"/>
              </a:ext>
            </a:extLst>
          </p:cNvPr>
          <p:cNvSpPr>
            <a:spLocks noGrp="1"/>
          </p:cNvSpPr>
          <p:nvPr>
            <p:ph type="pic" sz="quarter" idx="23"/>
          </p:nvPr>
        </p:nvSpPr>
        <p:spPr>
          <a:xfrm>
            <a:off x="711691" y="1479553"/>
            <a:ext cx="396429" cy="396427"/>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79" name="Picture Placeholder 3">
            <a:extLst>
              <a:ext uri="{FF2B5EF4-FFF2-40B4-BE49-F238E27FC236}">
                <a16:creationId xmlns:a16="http://schemas.microsoft.com/office/drawing/2014/main" id="{8B41B35C-4335-694B-BF5C-EFF21B146926}"/>
              </a:ext>
            </a:extLst>
          </p:cNvPr>
          <p:cNvSpPr>
            <a:spLocks noGrp="1"/>
          </p:cNvSpPr>
          <p:nvPr>
            <p:ph type="pic" sz="quarter" idx="24"/>
          </p:nvPr>
        </p:nvSpPr>
        <p:spPr>
          <a:xfrm>
            <a:off x="711691" y="2004320"/>
            <a:ext cx="396429" cy="396427"/>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80" name="Picture Placeholder 3">
            <a:extLst>
              <a:ext uri="{FF2B5EF4-FFF2-40B4-BE49-F238E27FC236}">
                <a16:creationId xmlns:a16="http://schemas.microsoft.com/office/drawing/2014/main" id="{866CFDD6-B03C-D145-9DE2-DE5127549723}"/>
              </a:ext>
            </a:extLst>
          </p:cNvPr>
          <p:cNvSpPr>
            <a:spLocks noGrp="1"/>
          </p:cNvSpPr>
          <p:nvPr>
            <p:ph type="pic" sz="quarter" idx="25"/>
          </p:nvPr>
        </p:nvSpPr>
        <p:spPr>
          <a:xfrm>
            <a:off x="711691" y="2529085"/>
            <a:ext cx="396429" cy="396427"/>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81" name="Picture Placeholder 3">
            <a:extLst>
              <a:ext uri="{FF2B5EF4-FFF2-40B4-BE49-F238E27FC236}">
                <a16:creationId xmlns:a16="http://schemas.microsoft.com/office/drawing/2014/main" id="{7E9D6FF4-058B-8046-ABE9-38E11FFC6001}"/>
              </a:ext>
            </a:extLst>
          </p:cNvPr>
          <p:cNvSpPr>
            <a:spLocks noGrp="1"/>
          </p:cNvSpPr>
          <p:nvPr>
            <p:ph type="pic" sz="quarter" idx="26"/>
          </p:nvPr>
        </p:nvSpPr>
        <p:spPr>
          <a:xfrm>
            <a:off x="711691" y="3053849"/>
            <a:ext cx="396429" cy="396427"/>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82" name="Picture Placeholder 3">
            <a:extLst>
              <a:ext uri="{FF2B5EF4-FFF2-40B4-BE49-F238E27FC236}">
                <a16:creationId xmlns:a16="http://schemas.microsoft.com/office/drawing/2014/main" id="{7D143D2C-F993-FD4D-A334-8C81C2918C4C}"/>
              </a:ext>
            </a:extLst>
          </p:cNvPr>
          <p:cNvSpPr>
            <a:spLocks noGrp="1"/>
          </p:cNvSpPr>
          <p:nvPr>
            <p:ph type="pic" sz="quarter" idx="27"/>
          </p:nvPr>
        </p:nvSpPr>
        <p:spPr>
          <a:xfrm>
            <a:off x="711691" y="3578614"/>
            <a:ext cx="396429" cy="396427"/>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83" name="Picture Placeholder 3">
            <a:extLst>
              <a:ext uri="{FF2B5EF4-FFF2-40B4-BE49-F238E27FC236}">
                <a16:creationId xmlns:a16="http://schemas.microsoft.com/office/drawing/2014/main" id="{989569BD-3B1E-2F43-AD8E-12EEFDBDB542}"/>
              </a:ext>
            </a:extLst>
          </p:cNvPr>
          <p:cNvSpPr>
            <a:spLocks noGrp="1"/>
          </p:cNvSpPr>
          <p:nvPr>
            <p:ph type="pic" sz="quarter" idx="28"/>
          </p:nvPr>
        </p:nvSpPr>
        <p:spPr>
          <a:xfrm>
            <a:off x="711691" y="4103380"/>
            <a:ext cx="396429" cy="396427"/>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84" name="Picture Placeholder 3">
            <a:extLst>
              <a:ext uri="{FF2B5EF4-FFF2-40B4-BE49-F238E27FC236}">
                <a16:creationId xmlns:a16="http://schemas.microsoft.com/office/drawing/2014/main" id="{BEB04B58-EE83-374A-AB3A-FD4D12C64DD5}"/>
              </a:ext>
            </a:extLst>
          </p:cNvPr>
          <p:cNvSpPr>
            <a:spLocks noGrp="1"/>
          </p:cNvSpPr>
          <p:nvPr>
            <p:ph type="pic" sz="quarter" idx="29"/>
          </p:nvPr>
        </p:nvSpPr>
        <p:spPr>
          <a:xfrm>
            <a:off x="711690" y="4628145"/>
            <a:ext cx="396429" cy="396427"/>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85" name="Text Placeholder 7">
            <a:extLst>
              <a:ext uri="{FF2B5EF4-FFF2-40B4-BE49-F238E27FC236}">
                <a16:creationId xmlns:a16="http://schemas.microsoft.com/office/drawing/2014/main" id="{8AAC0B54-C96C-C441-8863-1932E37ACBAD}"/>
              </a:ext>
            </a:extLst>
          </p:cNvPr>
          <p:cNvSpPr>
            <a:spLocks noGrp="1"/>
          </p:cNvSpPr>
          <p:nvPr>
            <p:ph type="body" sz="quarter" idx="30" hasCustomPrompt="1"/>
          </p:nvPr>
        </p:nvSpPr>
        <p:spPr>
          <a:xfrm>
            <a:off x="1108119" y="1458813"/>
            <a:ext cx="2028765"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86" name="Text Placeholder 7">
            <a:extLst>
              <a:ext uri="{FF2B5EF4-FFF2-40B4-BE49-F238E27FC236}">
                <a16:creationId xmlns:a16="http://schemas.microsoft.com/office/drawing/2014/main" id="{0F089C13-C00D-1746-A5D0-6C1948F1A73E}"/>
              </a:ext>
            </a:extLst>
          </p:cNvPr>
          <p:cNvSpPr>
            <a:spLocks noGrp="1"/>
          </p:cNvSpPr>
          <p:nvPr>
            <p:ph type="body" sz="quarter" idx="31" hasCustomPrompt="1"/>
          </p:nvPr>
        </p:nvSpPr>
        <p:spPr>
          <a:xfrm>
            <a:off x="1108119" y="1983005"/>
            <a:ext cx="2028765"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87" name="Text Placeholder 7">
            <a:extLst>
              <a:ext uri="{FF2B5EF4-FFF2-40B4-BE49-F238E27FC236}">
                <a16:creationId xmlns:a16="http://schemas.microsoft.com/office/drawing/2014/main" id="{3AB30254-5518-6C40-BF50-3E9FAE4EDF85}"/>
              </a:ext>
            </a:extLst>
          </p:cNvPr>
          <p:cNvSpPr>
            <a:spLocks noGrp="1"/>
          </p:cNvSpPr>
          <p:nvPr>
            <p:ph type="body" sz="quarter" idx="32" hasCustomPrompt="1"/>
          </p:nvPr>
        </p:nvSpPr>
        <p:spPr>
          <a:xfrm>
            <a:off x="1108119" y="2507197"/>
            <a:ext cx="2028765"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88" name="Text Placeholder 7">
            <a:extLst>
              <a:ext uri="{FF2B5EF4-FFF2-40B4-BE49-F238E27FC236}">
                <a16:creationId xmlns:a16="http://schemas.microsoft.com/office/drawing/2014/main" id="{0811A6CF-DD21-8D4C-9C08-8AF894110913}"/>
              </a:ext>
            </a:extLst>
          </p:cNvPr>
          <p:cNvSpPr>
            <a:spLocks noGrp="1"/>
          </p:cNvSpPr>
          <p:nvPr>
            <p:ph type="body" sz="quarter" idx="33" hasCustomPrompt="1"/>
          </p:nvPr>
        </p:nvSpPr>
        <p:spPr>
          <a:xfrm>
            <a:off x="1108119" y="3031389"/>
            <a:ext cx="2028765"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89" name="Text Placeholder 7">
            <a:extLst>
              <a:ext uri="{FF2B5EF4-FFF2-40B4-BE49-F238E27FC236}">
                <a16:creationId xmlns:a16="http://schemas.microsoft.com/office/drawing/2014/main" id="{D21AD92C-4C78-7443-BE76-29C48973EDB2}"/>
              </a:ext>
            </a:extLst>
          </p:cNvPr>
          <p:cNvSpPr>
            <a:spLocks noGrp="1"/>
          </p:cNvSpPr>
          <p:nvPr>
            <p:ph type="body" sz="quarter" idx="34" hasCustomPrompt="1"/>
          </p:nvPr>
        </p:nvSpPr>
        <p:spPr>
          <a:xfrm>
            <a:off x="1108119" y="3555581"/>
            <a:ext cx="2028765"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90" name="Text Placeholder 7">
            <a:extLst>
              <a:ext uri="{FF2B5EF4-FFF2-40B4-BE49-F238E27FC236}">
                <a16:creationId xmlns:a16="http://schemas.microsoft.com/office/drawing/2014/main" id="{C2B48CD5-A321-6E4E-A37C-2F205EF929FB}"/>
              </a:ext>
            </a:extLst>
          </p:cNvPr>
          <p:cNvSpPr>
            <a:spLocks noGrp="1"/>
          </p:cNvSpPr>
          <p:nvPr>
            <p:ph type="body" sz="quarter" idx="35" hasCustomPrompt="1"/>
          </p:nvPr>
        </p:nvSpPr>
        <p:spPr>
          <a:xfrm>
            <a:off x="1108119" y="4079773"/>
            <a:ext cx="2028765"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91" name="Text Placeholder 7">
            <a:extLst>
              <a:ext uri="{FF2B5EF4-FFF2-40B4-BE49-F238E27FC236}">
                <a16:creationId xmlns:a16="http://schemas.microsoft.com/office/drawing/2014/main" id="{D1F05418-8D4D-C748-A3F2-A4480B3CD983}"/>
              </a:ext>
            </a:extLst>
          </p:cNvPr>
          <p:cNvSpPr>
            <a:spLocks noGrp="1"/>
          </p:cNvSpPr>
          <p:nvPr>
            <p:ph type="body" sz="quarter" idx="36" hasCustomPrompt="1"/>
          </p:nvPr>
        </p:nvSpPr>
        <p:spPr>
          <a:xfrm>
            <a:off x="1108119" y="4603965"/>
            <a:ext cx="2028765"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108" name="Text Placeholder 7">
            <a:extLst>
              <a:ext uri="{FF2B5EF4-FFF2-40B4-BE49-F238E27FC236}">
                <a16:creationId xmlns:a16="http://schemas.microsoft.com/office/drawing/2014/main" id="{F7397E79-89BD-7149-B996-8FADDB83B5EC}"/>
              </a:ext>
            </a:extLst>
          </p:cNvPr>
          <p:cNvSpPr>
            <a:spLocks noGrp="1"/>
          </p:cNvSpPr>
          <p:nvPr>
            <p:ph type="body" sz="quarter" idx="37" hasCustomPrompt="1"/>
          </p:nvPr>
        </p:nvSpPr>
        <p:spPr>
          <a:xfrm>
            <a:off x="9203831" y="1029572"/>
            <a:ext cx="2507711"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109" name="Picture Placeholder 3">
            <a:extLst>
              <a:ext uri="{FF2B5EF4-FFF2-40B4-BE49-F238E27FC236}">
                <a16:creationId xmlns:a16="http://schemas.microsoft.com/office/drawing/2014/main" id="{65977F0B-74CE-E44C-93B2-249490598A1B}"/>
              </a:ext>
            </a:extLst>
          </p:cNvPr>
          <p:cNvSpPr>
            <a:spLocks noGrp="1"/>
          </p:cNvSpPr>
          <p:nvPr>
            <p:ph type="pic" sz="quarter" idx="38"/>
          </p:nvPr>
        </p:nvSpPr>
        <p:spPr>
          <a:xfrm>
            <a:off x="9300887" y="1479553"/>
            <a:ext cx="396429" cy="396427"/>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110" name="Picture Placeholder 3">
            <a:extLst>
              <a:ext uri="{FF2B5EF4-FFF2-40B4-BE49-F238E27FC236}">
                <a16:creationId xmlns:a16="http://schemas.microsoft.com/office/drawing/2014/main" id="{219BB1E5-9F99-5143-A2D1-EABF082DCA12}"/>
              </a:ext>
            </a:extLst>
          </p:cNvPr>
          <p:cNvSpPr>
            <a:spLocks noGrp="1"/>
          </p:cNvSpPr>
          <p:nvPr>
            <p:ph type="pic" sz="quarter" idx="39"/>
          </p:nvPr>
        </p:nvSpPr>
        <p:spPr>
          <a:xfrm>
            <a:off x="9300887" y="2004320"/>
            <a:ext cx="396429" cy="396427"/>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111" name="Picture Placeholder 3">
            <a:extLst>
              <a:ext uri="{FF2B5EF4-FFF2-40B4-BE49-F238E27FC236}">
                <a16:creationId xmlns:a16="http://schemas.microsoft.com/office/drawing/2014/main" id="{916A17DF-2388-4B4F-9CF8-7379304305A8}"/>
              </a:ext>
            </a:extLst>
          </p:cNvPr>
          <p:cNvSpPr>
            <a:spLocks noGrp="1"/>
          </p:cNvSpPr>
          <p:nvPr>
            <p:ph type="pic" sz="quarter" idx="40"/>
          </p:nvPr>
        </p:nvSpPr>
        <p:spPr>
          <a:xfrm>
            <a:off x="9300887" y="2529085"/>
            <a:ext cx="396429" cy="396427"/>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112" name="Picture Placeholder 3">
            <a:extLst>
              <a:ext uri="{FF2B5EF4-FFF2-40B4-BE49-F238E27FC236}">
                <a16:creationId xmlns:a16="http://schemas.microsoft.com/office/drawing/2014/main" id="{DC933AF6-FC67-8444-94EE-A70793FE14EC}"/>
              </a:ext>
            </a:extLst>
          </p:cNvPr>
          <p:cNvSpPr>
            <a:spLocks noGrp="1"/>
          </p:cNvSpPr>
          <p:nvPr>
            <p:ph type="pic" sz="quarter" idx="41"/>
          </p:nvPr>
        </p:nvSpPr>
        <p:spPr>
          <a:xfrm>
            <a:off x="9300887" y="3053849"/>
            <a:ext cx="396429" cy="396427"/>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113" name="Picture Placeholder 3">
            <a:extLst>
              <a:ext uri="{FF2B5EF4-FFF2-40B4-BE49-F238E27FC236}">
                <a16:creationId xmlns:a16="http://schemas.microsoft.com/office/drawing/2014/main" id="{CB399D5E-7F31-A24F-A1DE-A37A559BF962}"/>
              </a:ext>
            </a:extLst>
          </p:cNvPr>
          <p:cNvSpPr>
            <a:spLocks noGrp="1"/>
          </p:cNvSpPr>
          <p:nvPr>
            <p:ph type="pic" sz="quarter" idx="42"/>
          </p:nvPr>
        </p:nvSpPr>
        <p:spPr>
          <a:xfrm>
            <a:off x="9300887" y="3578614"/>
            <a:ext cx="396429" cy="396427"/>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114" name="Picture Placeholder 3">
            <a:extLst>
              <a:ext uri="{FF2B5EF4-FFF2-40B4-BE49-F238E27FC236}">
                <a16:creationId xmlns:a16="http://schemas.microsoft.com/office/drawing/2014/main" id="{B965FBBE-9194-2143-8B08-05E031CD6DBF}"/>
              </a:ext>
            </a:extLst>
          </p:cNvPr>
          <p:cNvSpPr>
            <a:spLocks noGrp="1"/>
          </p:cNvSpPr>
          <p:nvPr>
            <p:ph type="pic" sz="quarter" idx="43"/>
          </p:nvPr>
        </p:nvSpPr>
        <p:spPr>
          <a:xfrm>
            <a:off x="9300887" y="4103380"/>
            <a:ext cx="396429" cy="396427"/>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115" name="Picture Placeholder 3">
            <a:extLst>
              <a:ext uri="{FF2B5EF4-FFF2-40B4-BE49-F238E27FC236}">
                <a16:creationId xmlns:a16="http://schemas.microsoft.com/office/drawing/2014/main" id="{49F35041-77CA-1848-B269-74C604CA7E40}"/>
              </a:ext>
            </a:extLst>
          </p:cNvPr>
          <p:cNvSpPr>
            <a:spLocks noGrp="1"/>
          </p:cNvSpPr>
          <p:nvPr>
            <p:ph type="pic" sz="quarter" idx="44"/>
          </p:nvPr>
        </p:nvSpPr>
        <p:spPr>
          <a:xfrm>
            <a:off x="9300886" y="4628145"/>
            <a:ext cx="396429" cy="396427"/>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116" name="Text Placeholder 7">
            <a:extLst>
              <a:ext uri="{FF2B5EF4-FFF2-40B4-BE49-F238E27FC236}">
                <a16:creationId xmlns:a16="http://schemas.microsoft.com/office/drawing/2014/main" id="{7523ABB3-75D2-EB4B-8C6E-3820D8F4D52B}"/>
              </a:ext>
            </a:extLst>
          </p:cNvPr>
          <p:cNvSpPr>
            <a:spLocks noGrp="1"/>
          </p:cNvSpPr>
          <p:nvPr>
            <p:ph type="body" sz="quarter" idx="45" hasCustomPrompt="1"/>
          </p:nvPr>
        </p:nvSpPr>
        <p:spPr>
          <a:xfrm>
            <a:off x="9697315" y="1458813"/>
            <a:ext cx="2028765"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117" name="Text Placeholder 7">
            <a:extLst>
              <a:ext uri="{FF2B5EF4-FFF2-40B4-BE49-F238E27FC236}">
                <a16:creationId xmlns:a16="http://schemas.microsoft.com/office/drawing/2014/main" id="{31960E30-9C67-F74E-B253-1DE44672EE81}"/>
              </a:ext>
            </a:extLst>
          </p:cNvPr>
          <p:cNvSpPr>
            <a:spLocks noGrp="1"/>
          </p:cNvSpPr>
          <p:nvPr>
            <p:ph type="body" sz="quarter" idx="46" hasCustomPrompt="1"/>
          </p:nvPr>
        </p:nvSpPr>
        <p:spPr>
          <a:xfrm>
            <a:off x="9697315" y="1983005"/>
            <a:ext cx="2028765"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118" name="Text Placeholder 7">
            <a:extLst>
              <a:ext uri="{FF2B5EF4-FFF2-40B4-BE49-F238E27FC236}">
                <a16:creationId xmlns:a16="http://schemas.microsoft.com/office/drawing/2014/main" id="{D198513C-EECB-854A-B6A3-42BC9E6FB8C4}"/>
              </a:ext>
            </a:extLst>
          </p:cNvPr>
          <p:cNvSpPr>
            <a:spLocks noGrp="1"/>
          </p:cNvSpPr>
          <p:nvPr>
            <p:ph type="body" sz="quarter" idx="47" hasCustomPrompt="1"/>
          </p:nvPr>
        </p:nvSpPr>
        <p:spPr>
          <a:xfrm>
            <a:off x="9697315" y="2507197"/>
            <a:ext cx="2028765"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119" name="Text Placeholder 7">
            <a:extLst>
              <a:ext uri="{FF2B5EF4-FFF2-40B4-BE49-F238E27FC236}">
                <a16:creationId xmlns:a16="http://schemas.microsoft.com/office/drawing/2014/main" id="{D7710000-DF90-134E-97A1-21653758D218}"/>
              </a:ext>
            </a:extLst>
          </p:cNvPr>
          <p:cNvSpPr>
            <a:spLocks noGrp="1"/>
          </p:cNvSpPr>
          <p:nvPr>
            <p:ph type="body" sz="quarter" idx="48" hasCustomPrompt="1"/>
          </p:nvPr>
        </p:nvSpPr>
        <p:spPr>
          <a:xfrm>
            <a:off x="9697315" y="3031389"/>
            <a:ext cx="2028765"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120" name="Text Placeholder 7">
            <a:extLst>
              <a:ext uri="{FF2B5EF4-FFF2-40B4-BE49-F238E27FC236}">
                <a16:creationId xmlns:a16="http://schemas.microsoft.com/office/drawing/2014/main" id="{22BB9ACD-30E4-4842-B8B6-F65E21604C23}"/>
              </a:ext>
            </a:extLst>
          </p:cNvPr>
          <p:cNvSpPr>
            <a:spLocks noGrp="1"/>
          </p:cNvSpPr>
          <p:nvPr>
            <p:ph type="body" sz="quarter" idx="49" hasCustomPrompt="1"/>
          </p:nvPr>
        </p:nvSpPr>
        <p:spPr>
          <a:xfrm>
            <a:off x="9697315" y="3555581"/>
            <a:ext cx="2028765"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121" name="Text Placeholder 7">
            <a:extLst>
              <a:ext uri="{FF2B5EF4-FFF2-40B4-BE49-F238E27FC236}">
                <a16:creationId xmlns:a16="http://schemas.microsoft.com/office/drawing/2014/main" id="{F1A7767C-FCA9-9742-8B5C-0539AFAAB5B0}"/>
              </a:ext>
            </a:extLst>
          </p:cNvPr>
          <p:cNvSpPr>
            <a:spLocks noGrp="1"/>
          </p:cNvSpPr>
          <p:nvPr>
            <p:ph type="body" sz="quarter" idx="50" hasCustomPrompt="1"/>
          </p:nvPr>
        </p:nvSpPr>
        <p:spPr>
          <a:xfrm>
            <a:off x="9697315" y="4079773"/>
            <a:ext cx="2028765"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122" name="Text Placeholder 7">
            <a:extLst>
              <a:ext uri="{FF2B5EF4-FFF2-40B4-BE49-F238E27FC236}">
                <a16:creationId xmlns:a16="http://schemas.microsoft.com/office/drawing/2014/main" id="{C3DF1340-33D8-624D-A201-67A4FB45E295}"/>
              </a:ext>
            </a:extLst>
          </p:cNvPr>
          <p:cNvSpPr>
            <a:spLocks noGrp="1"/>
          </p:cNvSpPr>
          <p:nvPr>
            <p:ph type="body" sz="quarter" idx="51" hasCustomPrompt="1"/>
          </p:nvPr>
        </p:nvSpPr>
        <p:spPr>
          <a:xfrm>
            <a:off x="9697315" y="4603965"/>
            <a:ext cx="2028765"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123" name="Text Placeholder 7">
            <a:extLst>
              <a:ext uri="{FF2B5EF4-FFF2-40B4-BE49-F238E27FC236}">
                <a16:creationId xmlns:a16="http://schemas.microsoft.com/office/drawing/2014/main" id="{9A8C8EBC-B967-3441-9C50-E663A1873548}"/>
              </a:ext>
            </a:extLst>
          </p:cNvPr>
          <p:cNvSpPr>
            <a:spLocks noGrp="1"/>
          </p:cNvSpPr>
          <p:nvPr>
            <p:ph type="body" sz="quarter" idx="52" hasCustomPrompt="1"/>
          </p:nvPr>
        </p:nvSpPr>
        <p:spPr>
          <a:xfrm>
            <a:off x="6340767" y="1029572"/>
            <a:ext cx="2507711"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124" name="Picture Placeholder 3">
            <a:extLst>
              <a:ext uri="{FF2B5EF4-FFF2-40B4-BE49-F238E27FC236}">
                <a16:creationId xmlns:a16="http://schemas.microsoft.com/office/drawing/2014/main" id="{85D84EFE-A9F0-F949-8B06-B05A3CF9FC86}"/>
              </a:ext>
            </a:extLst>
          </p:cNvPr>
          <p:cNvSpPr>
            <a:spLocks noGrp="1"/>
          </p:cNvSpPr>
          <p:nvPr>
            <p:ph type="pic" sz="quarter" idx="53"/>
          </p:nvPr>
        </p:nvSpPr>
        <p:spPr>
          <a:xfrm>
            <a:off x="6437822" y="1479553"/>
            <a:ext cx="396429" cy="396427"/>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125" name="Picture Placeholder 3">
            <a:extLst>
              <a:ext uri="{FF2B5EF4-FFF2-40B4-BE49-F238E27FC236}">
                <a16:creationId xmlns:a16="http://schemas.microsoft.com/office/drawing/2014/main" id="{8EFF426A-2289-1D42-9B4B-084B41BA8E48}"/>
              </a:ext>
            </a:extLst>
          </p:cNvPr>
          <p:cNvSpPr>
            <a:spLocks noGrp="1"/>
          </p:cNvSpPr>
          <p:nvPr>
            <p:ph type="pic" sz="quarter" idx="54"/>
          </p:nvPr>
        </p:nvSpPr>
        <p:spPr>
          <a:xfrm>
            <a:off x="6437822" y="2004320"/>
            <a:ext cx="396429" cy="396427"/>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126" name="Picture Placeholder 3">
            <a:extLst>
              <a:ext uri="{FF2B5EF4-FFF2-40B4-BE49-F238E27FC236}">
                <a16:creationId xmlns:a16="http://schemas.microsoft.com/office/drawing/2014/main" id="{0A50ED24-F3A8-5A4B-9ABA-EE3E81B5D8D3}"/>
              </a:ext>
            </a:extLst>
          </p:cNvPr>
          <p:cNvSpPr>
            <a:spLocks noGrp="1"/>
          </p:cNvSpPr>
          <p:nvPr>
            <p:ph type="pic" sz="quarter" idx="55"/>
          </p:nvPr>
        </p:nvSpPr>
        <p:spPr>
          <a:xfrm>
            <a:off x="6437822" y="2529085"/>
            <a:ext cx="396429" cy="396427"/>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127" name="Picture Placeholder 3">
            <a:extLst>
              <a:ext uri="{FF2B5EF4-FFF2-40B4-BE49-F238E27FC236}">
                <a16:creationId xmlns:a16="http://schemas.microsoft.com/office/drawing/2014/main" id="{86391241-E295-F04A-8D4F-B3CC3531A58C}"/>
              </a:ext>
            </a:extLst>
          </p:cNvPr>
          <p:cNvSpPr>
            <a:spLocks noGrp="1"/>
          </p:cNvSpPr>
          <p:nvPr>
            <p:ph type="pic" sz="quarter" idx="56"/>
          </p:nvPr>
        </p:nvSpPr>
        <p:spPr>
          <a:xfrm>
            <a:off x="6437822" y="3053849"/>
            <a:ext cx="396429" cy="396427"/>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128" name="Picture Placeholder 3">
            <a:extLst>
              <a:ext uri="{FF2B5EF4-FFF2-40B4-BE49-F238E27FC236}">
                <a16:creationId xmlns:a16="http://schemas.microsoft.com/office/drawing/2014/main" id="{5800B324-271D-A144-994E-8EEC38FAD6E2}"/>
              </a:ext>
            </a:extLst>
          </p:cNvPr>
          <p:cNvSpPr>
            <a:spLocks noGrp="1"/>
          </p:cNvSpPr>
          <p:nvPr>
            <p:ph type="pic" sz="quarter" idx="57"/>
          </p:nvPr>
        </p:nvSpPr>
        <p:spPr>
          <a:xfrm>
            <a:off x="6437822" y="3578614"/>
            <a:ext cx="396429" cy="396427"/>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129" name="Picture Placeholder 3">
            <a:extLst>
              <a:ext uri="{FF2B5EF4-FFF2-40B4-BE49-F238E27FC236}">
                <a16:creationId xmlns:a16="http://schemas.microsoft.com/office/drawing/2014/main" id="{2B710327-3253-2A41-8C63-5C40B8CE1260}"/>
              </a:ext>
            </a:extLst>
          </p:cNvPr>
          <p:cNvSpPr>
            <a:spLocks noGrp="1"/>
          </p:cNvSpPr>
          <p:nvPr>
            <p:ph type="pic" sz="quarter" idx="58"/>
          </p:nvPr>
        </p:nvSpPr>
        <p:spPr>
          <a:xfrm>
            <a:off x="6437822" y="4103380"/>
            <a:ext cx="396429" cy="396427"/>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130" name="Picture Placeholder 3">
            <a:extLst>
              <a:ext uri="{FF2B5EF4-FFF2-40B4-BE49-F238E27FC236}">
                <a16:creationId xmlns:a16="http://schemas.microsoft.com/office/drawing/2014/main" id="{73578B84-B907-EE47-BD2B-152CC5042C2F}"/>
              </a:ext>
            </a:extLst>
          </p:cNvPr>
          <p:cNvSpPr>
            <a:spLocks noGrp="1"/>
          </p:cNvSpPr>
          <p:nvPr>
            <p:ph type="pic" sz="quarter" idx="59"/>
          </p:nvPr>
        </p:nvSpPr>
        <p:spPr>
          <a:xfrm>
            <a:off x="6437820" y="4628145"/>
            <a:ext cx="396429" cy="396427"/>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131" name="Text Placeholder 7">
            <a:extLst>
              <a:ext uri="{FF2B5EF4-FFF2-40B4-BE49-F238E27FC236}">
                <a16:creationId xmlns:a16="http://schemas.microsoft.com/office/drawing/2014/main" id="{B19546DA-147A-E247-8549-A1603BB54EA3}"/>
              </a:ext>
            </a:extLst>
          </p:cNvPr>
          <p:cNvSpPr>
            <a:spLocks noGrp="1"/>
          </p:cNvSpPr>
          <p:nvPr>
            <p:ph type="body" sz="quarter" idx="60" hasCustomPrompt="1"/>
          </p:nvPr>
        </p:nvSpPr>
        <p:spPr>
          <a:xfrm>
            <a:off x="6834251" y="1458813"/>
            <a:ext cx="2028765"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132" name="Text Placeholder 7">
            <a:extLst>
              <a:ext uri="{FF2B5EF4-FFF2-40B4-BE49-F238E27FC236}">
                <a16:creationId xmlns:a16="http://schemas.microsoft.com/office/drawing/2014/main" id="{18BADDE2-0D41-7F49-94A6-68B4FC423185}"/>
              </a:ext>
            </a:extLst>
          </p:cNvPr>
          <p:cNvSpPr>
            <a:spLocks noGrp="1"/>
          </p:cNvSpPr>
          <p:nvPr>
            <p:ph type="body" sz="quarter" idx="61" hasCustomPrompt="1"/>
          </p:nvPr>
        </p:nvSpPr>
        <p:spPr>
          <a:xfrm>
            <a:off x="6834251" y="1983005"/>
            <a:ext cx="2028765"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133" name="Text Placeholder 7">
            <a:extLst>
              <a:ext uri="{FF2B5EF4-FFF2-40B4-BE49-F238E27FC236}">
                <a16:creationId xmlns:a16="http://schemas.microsoft.com/office/drawing/2014/main" id="{7E6CE366-201D-8B40-BA7D-4A11C575FF36}"/>
              </a:ext>
            </a:extLst>
          </p:cNvPr>
          <p:cNvSpPr>
            <a:spLocks noGrp="1"/>
          </p:cNvSpPr>
          <p:nvPr>
            <p:ph type="body" sz="quarter" idx="62" hasCustomPrompt="1"/>
          </p:nvPr>
        </p:nvSpPr>
        <p:spPr>
          <a:xfrm>
            <a:off x="6834251" y="2507197"/>
            <a:ext cx="2028765"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134" name="Text Placeholder 7">
            <a:extLst>
              <a:ext uri="{FF2B5EF4-FFF2-40B4-BE49-F238E27FC236}">
                <a16:creationId xmlns:a16="http://schemas.microsoft.com/office/drawing/2014/main" id="{465604B6-8FCF-4B40-8A9B-0F5C655A7EE7}"/>
              </a:ext>
            </a:extLst>
          </p:cNvPr>
          <p:cNvSpPr>
            <a:spLocks noGrp="1"/>
          </p:cNvSpPr>
          <p:nvPr>
            <p:ph type="body" sz="quarter" idx="63" hasCustomPrompt="1"/>
          </p:nvPr>
        </p:nvSpPr>
        <p:spPr>
          <a:xfrm>
            <a:off x="6834251" y="3031389"/>
            <a:ext cx="2028765"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135" name="Text Placeholder 7">
            <a:extLst>
              <a:ext uri="{FF2B5EF4-FFF2-40B4-BE49-F238E27FC236}">
                <a16:creationId xmlns:a16="http://schemas.microsoft.com/office/drawing/2014/main" id="{D608FA58-EAB0-4D46-9359-1EB2C7A651E9}"/>
              </a:ext>
            </a:extLst>
          </p:cNvPr>
          <p:cNvSpPr>
            <a:spLocks noGrp="1"/>
          </p:cNvSpPr>
          <p:nvPr>
            <p:ph type="body" sz="quarter" idx="64" hasCustomPrompt="1"/>
          </p:nvPr>
        </p:nvSpPr>
        <p:spPr>
          <a:xfrm>
            <a:off x="6834251" y="3555581"/>
            <a:ext cx="2028765"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136" name="Text Placeholder 7">
            <a:extLst>
              <a:ext uri="{FF2B5EF4-FFF2-40B4-BE49-F238E27FC236}">
                <a16:creationId xmlns:a16="http://schemas.microsoft.com/office/drawing/2014/main" id="{66A1D58A-319D-484B-B270-C19908CCE522}"/>
              </a:ext>
            </a:extLst>
          </p:cNvPr>
          <p:cNvSpPr>
            <a:spLocks noGrp="1"/>
          </p:cNvSpPr>
          <p:nvPr>
            <p:ph type="body" sz="quarter" idx="65" hasCustomPrompt="1"/>
          </p:nvPr>
        </p:nvSpPr>
        <p:spPr>
          <a:xfrm>
            <a:off x="6834251" y="4079773"/>
            <a:ext cx="2028765"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137" name="Text Placeholder 7">
            <a:extLst>
              <a:ext uri="{FF2B5EF4-FFF2-40B4-BE49-F238E27FC236}">
                <a16:creationId xmlns:a16="http://schemas.microsoft.com/office/drawing/2014/main" id="{445DAC0C-999B-824E-8AA3-C28ED112E896}"/>
              </a:ext>
            </a:extLst>
          </p:cNvPr>
          <p:cNvSpPr>
            <a:spLocks noGrp="1"/>
          </p:cNvSpPr>
          <p:nvPr>
            <p:ph type="body" sz="quarter" idx="66" hasCustomPrompt="1"/>
          </p:nvPr>
        </p:nvSpPr>
        <p:spPr>
          <a:xfrm>
            <a:off x="6834251" y="4603965"/>
            <a:ext cx="2028765"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138" name="Text Placeholder 7">
            <a:extLst>
              <a:ext uri="{FF2B5EF4-FFF2-40B4-BE49-F238E27FC236}">
                <a16:creationId xmlns:a16="http://schemas.microsoft.com/office/drawing/2014/main" id="{3EE18008-A4F6-524A-9AF5-F1EA61E66A83}"/>
              </a:ext>
            </a:extLst>
          </p:cNvPr>
          <p:cNvSpPr>
            <a:spLocks noGrp="1"/>
          </p:cNvSpPr>
          <p:nvPr>
            <p:ph type="body" sz="quarter" idx="67" hasCustomPrompt="1"/>
          </p:nvPr>
        </p:nvSpPr>
        <p:spPr>
          <a:xfrm>
            <a:off x="3491401" y="1029572"/>
            <a:ext cx="2507711"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139" name="Picture Placeholder 3">
            <a:extLst>
              <a:ext uri="{FF2B5EF4-FFF2-40B4-BE49-F238E27FC236}">
                <a16:creationId xmlns:a16="http://schemas.microsoft.com/office/drawing/2014/main" id="{C606DDCF-1093-3C40-9DA4-C8FA9DDF68A6}"/>
              </a:ext>
            </a:extLst>
          </p:cNvPr>
          <p:cNvSpPr>
            <a:spLocks noGrp="1"/>
          </p:cNvSpPr>
          <p:nvPr>
            <p:ph type="pic" sz="quarter" idx="68"/>
          </p:nvPr>
        </p:nvSpPr>
        <p:spPr>
          <a:xfrm>
            <a:off x="3588455" y="1479553"/>
            <a:ext cx="396429" cy="396427"/>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140" name="Picture Placeholder 3">
            <a:extLst>
              <a:ext uri="{FF2B5EF4-FFF2-40B4-BE49-F238E27FC236}">
                <a16:creationId xmlns:a16="http://schemas.microsoft.com/office/drawing/2014/main" id="{7D435CA4-D726-254B-8C0D-14AABA90391A}"/>
              </a:ext>
            </a:extLst>
          </p:cNvPr>
          <p:cNvSpPr>
            <a:spLocks noGrp="1"/>
          </p:cNvSpPr>
          <p:nvPr>
            <p:ph type="pic" sz="quarter" idx="69"/>
          </p:nvPr>
        </p:nvSpPr>
        <p:spPr>
          <a:xfrm>
            <a:off x="3588455" y="2004320"/>
            <a:ext cx="396429" cy="396427"/>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141" name="Picture Placeholder 3">
            <a:extLst>
              <a:ext uri="{FF2B5EF4-FFF2-40B4-BE49-F238E27FC236}">
                <a16:creationId xmlns:a16="http://schemas.microsoft.com/office/drawing/2014/main" id="{0BD6C709-0DC1-2C44-B6B5-6FF36E6A3BE5}"/>
              </a:ext>
            </a:extLst>
          </p:cNvPr>
          <p:cNvSpPr>
            <a:spLocks noGrp="1"/>
          </p:cNvSpPr>
          <p:nvPr>
            <p:ph type="pic" sz="quarter" idx="70"/>
          </p:nvPr>
        </p:nvSpPr>
        <p:spPr>
          <a:xfrm>
            <a:off x="3588455" y="2529085"/>
            <a:ext cx="396429" cy="396427"/>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142" name="Picture Placeholder 3">
            <a:extLst>
              <a:ext uri="{FF2B5EF4-FFF2-40B4-BE49-F238E27FC236}">
                <a16:creationId xmlns:a16="http://schemas.microsoft.com/office/drawing/2014/main" id="{DC8D87A0-3C79-C546-A435-B78B1F5D3A4F}"/>
              </a:ext>
            </a:extLst>
          </p:cNvPr>
          <p:cNvSpPr>
            <a:spLocks noGrp="1"/>
          </p:cNvSpPr>
          <p:nvPr>
            <p:ph type="pic" sz="quarter" idx="71"/>
          </p:nvPr>
        </p:nvSpPr>
        <p:spPr>
          <a:xfrm>
            <a:off x="3588455" y="3053849"/>
            <a:ext cx="396429" cy="396427"/>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143" name="Picture Placeholder 3">
            <a:extLst>
              <a:ext uri="{FF2B5EF4-FFF2-40B4-BE49-F238E27FC236}">
                <a16:creationId xmlns:a16="http://schemas.microsoft.com/office/drawing/2014/main" id="{A02C95F8-AB0D-6943-BE11-975298CD5587}"/>
              </a:ext>
            </a:extLst>
          </p:cNvPr>
          <p:cNvSpPr>
            <a:spLocks noGrp="1"/>
          </p:cNvSpPr>
          <p:nvPr>
            <p:ph type="pic" sz="quarter" idx="72"/>
          </p:nvPr>
        </p:nvSpPr>
        <p:spPr>
          <a:xfrm>
            <a:off x="3588455" y="3578614"/>
            <a:ext cx="396429" cy="396427"/>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144" name="Picture Placeholder 3">
            <a:extLst>
              <a:ext uri="{FF2B5EF4-FFF2-40B4-BE49-F238E27FC236}">
                <a16:creationId xmlns:a16="http://schemas.microsoft.com/office/drawing/2014/main" id="{7F865E1B-0FE7-0D46-BDD2-A9C595992E87}"/>
              </a:ext>
            </a:extLst>
          </p:cNvPr>
          <p:cNvSpPr>
            <a:spLocks noGrp="1"/>
          </p:cNvSpPr>
          <p:nvPr>
            <p:ph type="pic" sz="quarter" idx="73"/>
          </p:nvPr>
        </p:nvSpPr>
        <p:spPr>
          <a:xfrm>
            <a:off x="3588455" y="4103380"/>
            <a:ext cx="396429" cy="396427"/>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145" name="Picture Placeholder 3">
            <a:extLst>
              <a:ext uri="{FF2B5EF4-FFF2-40B4-BE49-F238E27FC236}">
                <a16:creationId xmlns:a16="http://schemas.microsoft.com/office/drawing/2014/main" id="{445B5578-E099-1041-967A-4DC54DB24B51}"/>
              </a:ext>
            </a:extLst>
          </p:cNvPr>
          <p:cNvSpPr>
            <a:spLocks noGrp="1"/>
          </p:cNvSpPr>
          <p:nvPr>
            <p:ph type="pic" sz="quarter" idx="74"/>
          </p:nvPr>
        </p:nvSpPr>
        <p:spPr>
          <a:xfrm>
            <a:off x="3588454" y="4628145"/>
            <a:ext cx="396429" cy="396427"/>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146" name="Text Placeholder 7">
            <a:extLst>
              <a:ext uri="{FF2B5EF4-FFF2-40B4-BE49-F238E27FC236}">
                <a16:creationId xmlns:a16="http://schemas.microsoft.com/office/drawing/2014/main" id="{211687FD-DB71-0342-A587-F03CA82E1912}"/>
              </a:ext>
            </a:extLst>
          </p:cNvPr>
          <p:cNvSpPr>
            <a:spLocks noGrp="1"/>
          </p:cNvSpPr>
          <p:nvPr>
            <p:ph type="body" sz="quarter" idx="75" hasCustomPrompt="1"/>
          </p:nvPr>
        </p:nvSpPr>
        <p:spPr>
          <a:xfrm>
            <a:off x="3984883" y="1458813"/>
            <a:ext cx="2028765"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147" name="Text Placeholder 7">
            <a:extLst>
              <a:ext uri="{FF2B5EF4-FFF2-40B4-BE49-F238E27FC236}">
                <a16:creationId xmlns:a16="http://schemas.microsoft.com/office/drawing/2014/main" id="{C6266F2D-D76E-4B44-93DD-A34796AC023B}"/>
              </a:ext>
            </a:extLst>
          </p:cNvPr>
          <p:cNvSpPr>
            <a:spLocks noGrp="1"/>
          </p:cNvSpPr>
          <p:nvPr>
            <p:ph type="body" sz="quarter" idx="76" hasCustomPrompt="1"/>
          </p:nvPr>
        </p:nvSpPr>
        <p:spPr>
          <a:xfrm>
            <a:off x="3984883" y="1983005"/>
            <a:ext cx="2028765"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148" name="Text Placeholder 7">
            <a:extLst>
              <a:ext uri="{FF2B5EF4-FFF2-40B4-BE49-F238E27FC236}">
                <a16:creationId xmlns:a16="http://schemas.microsoft.com/office/drawing/2014/main" id="{EED47149-409B-B14D-8718-6D51AE3D3AB5}"/>
              </a:ext>
            </a:extLst>
          </p:cNvPr>
          <p:cNvSpPr>
            <a:spLocks noGrp="1"/>
          </p:cNvSpPr>
          <p:nvPr>
            <p:ph type="body" sz="quarter" idx="77" hasCustomPrompt="1"/>
          </p:nvPr>
        </p:nvSpPr>
        <p:spPr>
          <a:xfrm>
            <a:off x="3984883" y="2507197"/>
            <a:ext cx="2028765"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149" name="Text Placeholder 7">
            <a:extLst>
              <a:ext uri="{FF2B5EF4-FFF2-40B4-BE49-F238E27FC236}">
                <a16:creationId xmlns:a16="http://schemas.microsoft.com/office/drawing/2014/main" id="{4E84D3C7-B3A4-CC48-9855-4938E4E118AD}"/>
              </a:ext>
            </a:extLst>
          </p:cNvPr>
          <p:cNvSpPr>
            <a:spLocks noGrp="1"/>
          </p:cNvSpPr>
          <p:nvPr>
            <p:ph type="body" sz="quarter" idx="78" hasCustomPrompt="1"/>
          </p:nvPr>
        </p:nvSpPr>
        <p:spPr>
          <a:xfrm>
            <a:off x="3984883" y="3031389"/>
            <a:ext cx="2028765"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150" name="Text Placeholder 7">
            <a:extLst>
              <a:ext uri="{FF2B5EF4-FFF2-40B4-BE49-F238E27FC236}">
                <a16:creationId xmlns:a16="http://schemas.microsoft.com/office/drawing/2014/main" id="{DC0C48EA-7A34-944B-8132-DF37F09318AE}"/>
              </a:ext>
            </a:extLst>
          </p:cNvPr>
          <p:cNvSpPr>
            <a:spLocks noGrp="1"/>
          </p:cNvSpPr>
          <p:nvPr>
            <p:ph type="body" sz="quarter" idx="79" hasCustomPrompt="1"/>
          </p:nvPr>
        </p:nvSpPr>
        <p:spPr>
          <a:xfrm>
            <a:off x="3984883" y="3555581"/>
            <a:ext cx="2028765"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151" name="Text Placeholder 7">
            <a:extLst>
              <a:ext uri="{FF2B5EF4-FFF2-40B4-BE49-F238E27FC236}">
                <a16:creationId xmlns:a16="http://schemas.microsoft.com/office/drawing/2014/main" id="{7ACADDD2-9A10-6942-8259-473273FBB069}"/>
              </a:ext>
            </a:extLst>
          </p:cNvPr>
          <p:cNvSpPr>
            <a:spLocks noGrp="1"/>
          </p:cNvSpPr>
          <p:nvPr>
            <p:ph type="body" sz="quarter" idx="80" hasCustomPrompt="1"/>
          </p:nvPr>
        </p:nvSpPr>
        <p:spPr>
          <a:xfrm>
            <a:off x="3984883" y="4079773"/>
            <a:ext cx="2028765"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152" name="Text Placeholder 7">
            <a:extLst>
              <a:ext uri="{FF2B5EF4-FFF2-40B4-BE49-F238E27FC236}">
                <a16:creationId xmlns:a16="http://schemas.microsoft.com/office/drawing/2014/main" id="{B7475A50-9DE6-6F44-B7FA-C3C7928FF283}"/>
              </a:ext>
            </a:extLst>
          </p:cNvPr>
          <p:cNvSpPr>
            <a:spLocks noGrp="1"/>
          </p:cNvSpPr>
          <p:nvPr>
            <p:ph type="body" sz="quarter" idx="81" hasCustomPrompt="1"/>
          </p:nvPr>
        </p:nvSpPr>
        <p:spPr>
          <a:xfrm>
            <a:off x="3984883" y="4603965"/>
            <a:ext cx="2028765"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64" name="Picture Placeholder 3">
            <a:extLst>
              <a:ext uri="{FF2B5EF4-FFF2-40B4-BE49-F238E27FC236}">
                <a16:creationId xmlns:a16="http://schemas.microsoft.com/office/drawing/2014/main" id="{12FBBD29-DE96-1B40-80B4-0F0231B1AC5D}"/>
              </a:ext>
            </a:extLst>
          </p:cNvPr>
          <p:cNvSpPr>
            <a:spLocks noGrp="1"/>
          </p:cNvSpPr>
          <p:nvPr>
            <p:ph type="pic" sz="quarter" idx="82"/>
          </p:nvPr>
        </p:nvSpPr>
        <p:spPr>
          <a:xfrm>
            <a:off x="711690" y="5152912"/>
            <a:ext cx="396429" cy="396427"/>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65" name="Text Placeholder 7">
            <a:extLst>
              <a:ext uri="{FF2B5EF4-FFF2-40B4-BE49-F238E27FC236}">
                <a16:creationId xmlns:a16="http://schemas.microsoft.com/office/drawing/2014/main" id="{39F508A9-3E93-DC43-B332-68A35B7D24FA}"/>
              </a:ext>
            </a:extLst>
          </p:cNvPr>
          <p:cNvSpPr>
            <a:spLocks noGrp="1"/>
          </p:cNvSpPr>
          <p:nvPr>
            <p:ph type="body" sz="quarter" idx="83" hasCustomPrompt="1"/>
          </p:nvPr>
        </p:nvSpPr>
        <p:spPr>
          <a:xfrm>
            <a:off x="1108119" y="5128157"/>
            <a:ext cx="2028765"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66" name="Picture Placeholder 3">
            <a:extLst>
              <a:ext uri="{FF2B5EF4-FFF2-40B4-BE49-F238E27FC236}">
                <a16:creationId xmlns:a16="http://schemas.microsoft.com/office/drawing/2014/main" id="{6840C14B-D589-C94B-B8F9-28CFE94FABCE}"/>
              </a:ext>
            </a:extLst>
          </p:cNvPr>
          <p:cNvSpPr>
            <a:spLocks noGrp="1"/>
          </p:cNvSpPr>
          <p:nvPr>
            <p:ph type="pic" sz="quarter" idx="84"/>
          </p:nvPr>
        </p:nvSpPr>
        <p:spPr>
          <a:xfrm>
            <a:off x="9300886" y="5152912"/>
            <a:ext cx="396429" cy="396427"/>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67" name="Text Placeholder 7">
            <a:extLst>
              <a:ext uri="{FF2B5EF4-FFF2-40B4-BE49-F238E27FC236}">
                <a16:creationId xmlns:a16="http://schemas.microsoft.com/office/drawing/2014/main" id="{6F63A7A9-9CFA-0F4D-8695-447FE1CB25B8}"/>
              </a:ext>
            </a:extLst>
          </p:cNvPr>
          <p:cNvSpPr>
            <a:spLocks noGrp="1"/>
          </p:cNvSpPr>
          <p:nvPr>
            <p:ph type="body" sz="quarter" idx="85" hasCustomPrompt="1"/>
          </p:nvPr>
        </p:nvSpPr>
        <p:spPr>
          <a:xfrm>
            <a:off x="9697315" y="5128157"/>
            <a:ext cx="2028765"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68" name="Picture Placeholder 3">
            <a:extLst>
              <a:ext uri="{FF2B5EF4-FFF2-40B4-BE49-F238E27FC236}">
                <a16:creationId xmlns:a16="http://schemas.microsoft.com/office/drawing/2014/main" id="{39551C59-03A2-B642-967F-11FFE636352F}"/>
              </a:ext>
            </a:extLst>
          </p:cNvPr>
          <p:cNvSpPr>
            <a:spLocks noGrp="1"/>
          </p:cNvSpPr>
          <p:nvPr>
            <p:ph type="pic" sz="quarter" idx="86"/>
          </p:nvPr>
        </p:nvSpPr>
        <p:spPr>
          <a:xfrm>
            <a:off x="6437820" y="5152912"/>
            <a:ext cx="396429" cy="396427"/>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69" name="Text Placeholder 7">
            <a:extLst>
              <a:ext uri="{FF2B5EF4-FFF2-40B4-BE49-F238E27FC236}">
                <a16:creationId xmlns:a16="http://schemas.microsoft.com/office/drawing/2014/main" id="{C02837D7-FC31-B34E-9191-971D6AEF1BA0}"/>
              </a:ext>
            </a:extLst>
          </p:cNvPr>
          <p:cNvSpPr>
            <a:spLocks noGrp="1"/>
          </p:cNvSpPr>
          <p:nvPr>
            <p:ph type="body" sz="quarter" idx="87" hasCustomPrompt="1"/>
          </p:nvPr>
        </p:nvSpPr>
        <p:spPr>
          <a:xfrm>
            <a:off x="6834251" y="5128157"/>
            <a:ext cx="2028765"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70" name="Picture Placeholder 3">
            <a:extLst>
              <a:ext uri="{FF2B5EF4-FFF2-40B4-BE49-F238E27FC236}">
                <a16:creationId xmlns:a16="http://schemas.microsoft.com/office/drawing/2014/main" id="{0A9A16C4-5950-FE46-8970-C4FE824F08F2}"/>
              </a:ext>
            </a:extLst>
          </p:cNvPr>
          <p:cNvSpPr>
            <a:spLocks noGrp="1"/>
          </p:cNvSpPr>
          <p:nvPr>
            <p:ph type="pic" sz="quarter" idx="88"/>
          </p:nvPr>
        </p:nvSpPr>
        <p:spPr>
          <a:xfrm>
            <a:off x="3588454" y="5152912"/>
            <a:ext cx="396429" cy="396427"/>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71" name="Text Placeholder 7">
            <a:extLst>
              <a:ext uri="{FF2B5EF4-FFF2-40B4-BE49-F238E27FC236}">
                <a16:creationId xmlns:a16="http://schemas.microsoft.com/office/drawing/2014/main" id="{F0A4E703-0CB6-8D41-8B11-CDC79E494EEE}"/>
              </a:ext>
            </a:extLst>
          </p:cNvPr>
          <p:cNvSpPr>
            <a:spLocks noGrp="1"/>
          </p:cNvSpPr>
          <p:nvPr>
            <p:ph type="body" sz="quarter" idx="89" hasCustomPrompt="1"/>
          </p:nvPr>
        </p:nvSpPr>
        <p:spPr>
          <a:xfrm>
            <a:off x="3984883" y="5128157"/>
            <a:ext cx="2028765"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95" name="Picture Placeholder 3">
            <a:extLst>
              <a:ext uri="{FF2B5EF4-FFF2-40B4-BE49-F238E27FC236}">
                <a16:creationId xmlns:a16="http://schemas.microsoft.com/office/drawing/2014/main" id="{1DCBBC5A-83E1-534A-A729-2AAE15A559D1}"/>
              </a:ext>
            </a:extLst>
          </p:cNvPr>
          <p:cNvSpPr>
            <a:spLocks noGrp="1"/>
          </p:cNvSpPr>
          <p:nvPr>
            <p:ph type="pic" sz="quarter" idx="90"/>
          </p:nvPr>
        </p:nvSpPr>
        <p:spPr>
          <a:xfrm>
            <a:off x="711690" y="5677676"/>
            <a:ext cx="396429" cy="396427"/>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96" name="Text Placeholder 7">
            <a:extLst>
              <a:ext uri="{FF2B5EF4-FFF2-40B4-BE49-F238E27FC236}">
                <a16:creationId xmlns:a16="http://schemas.microsoft.com/office/drawing/2014/main" id="{D7A1E629-C759-8A43-BBEE-5E84A4D978CA}"/>
              </a:ext>
            </a:extLst>
          </p:cNvPr>
          <p:cNvSpPr>
            <a:spLocks noGrp="1"/>
          </p:cNvSpPr>
          <p:nvPr>
            <p:ph type="body" sz="quarter" idx="91" hasCustomPrompt="1"/>
          </p:nvPr>
        </p:nvSpPr>
        <p:spPr>
          <a:xfrm>
            <a:off x="1108119" y="5652351"/>
            <a:ext cx="2028765"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97" name="Picture Placeholder 3">
            <a:extLst>
              <a:ext uri="{FF2B5EF4-FFF2-40B4-BE49-F238E27FC236}">
                <a16:creationId xmlns:a16="http://schemas.microsoft.com/office/drawing/2014/main" id="{32560AF2-6EDC-E545-AC85-CD3E6C2E8432}"/>
              </a:ext>
            </a:extLst>
          </p:cNvPr>
          <p:cNvSpPr>
            <a:spLocks noGrp="1"/>
          </p:cNvSpPr>
          <p:nvPr>
            <p:ph type="pic" sz="quarter" idx="92"/>
          </p:nvPr>
        </p:nvSpPr>
        <p:spPr>
          <a:xfrm>
            <a:off x="9300886" y="5677676"/>
            <a:ext cx="396429" cy="396427"/>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98" name="Text Placeholder 7">
            <a:extLst>
              <a:ext uri="{FF2B5EF4-FFF2-40B4-BE49-F238E27FC236}">
                <a16:creationId xmlns:a16="http://schemas.microsoft.com/office/drawing/2014/main" id="{0BF57D0D-FFC1-8745-91E3-01339FD39DB6}"/>
              </a:ext>
            </a:extLst>
          </p:cNvPr>
          <p:cNvSpPr>
            <a:spLocks noGrp="1"/>
          </p:cNvSpPr>
          <p:nvPr>
            <p:ph type="body" sz="quarter" idx="93" hasCustomPrompt="1"/>
          </p:nvPr>
        </p:nvSpPr>
        <p:spPr>
          <a:xfrm>
            <a:off x="9697315" y="5652351"/>
            <a:ext cx="2028765"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99" name="Picture Placeholder 3">
            <a:extLst>
              <a:ext uri="{FF2B5EF4-FFF2-40B4-BE49-F238E27FC236}">
                <a16:creationId xmlns:a16="http://schemas.microsoft.com/office/drawing/2014/main" id="{98DE4193-D11C-344E-B5AB-974997CACEED}"/>
              </a:ext>
            </a:extLst>
          </p:cNvPr>
          <p:cNvSpPr>
            <a:spLocks noGrp="1"/>
          </p:cNvSpPr>
          <p:nvPr>
            <p:ph type="pic" sz="quarter" idx="94"/>
          </p:nvPr>
        </p:nvSpPr>
        <p:spPr>
          <a:xfrm>
            <a:off x="6437820" y="5677676"/>
            <a:ext cx="396429" cy="396427"/>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100" name="Text Placeholder 7">
            <a:extLst>
              <a:ext uri="{FF2B5EF4-FFF2-40B4-BE49-F238E27FC236}">
                <a16:creationId xmlns:a16="http://schemas.microsoft.com/office/drawing/2014/main" id="{3765874A-1593-9045-B59A-2202C9F499A1}"/>
              </a:ext>
            </a:extLst>
          </p:cNvPr>
          <p:cNvSpPr>
            <a:spLocks noGrp="1"/>
          </p:cNvSpPr>
          <p:nvPr>
            <p:ph type="body" sz="quarter" idx="95" hasCustomPrompt="1"/>
          </p:nvPr>
        </p:nvSpPr>
        <p:spPr>
          <a:xfrm>
            <a:off x="6834251" y="5652351"/>
            <a:ext cx="2028765"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101" name="Picture Placeholder 3">
            <a:extLst>
              <a:ext uri="{FF2B5EF4-FFF2-40B4-BE49-F238E27FC236}">
                <a16:creationId xmlns:a16="http://schemas.microsoft.com/office/drawing/2014/main" id="{9EAEB5CC-1475-8842-A12E-5F1190B1EACB}"/>
              </a:ext>
            </a:extLst>
          </p:cNvPr>
          <p:cNvSpPr>
            <a:spLocks noGrp="1"/>
          </p:cNvSpPr>
          <p:nvPr>
            <p:ph type="pic" sz="quarter" idx="96"/>
          </p:nvPr>
        </p:nvSpPr>
        <p:spPr>
          <a:xfrm>
            <a:off x="3588454" y="5677676"/>
            <a:ext cx="396429" cy="396427"/>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102" name="Text Placeholder 7">
            <a:extLst>
              <a:ext uri="{FF2B5EF4-FFF2-40B4-BE49-F238E27FC236}">
                <a16:creationId xmlns:a16="http://schemas.microsoft.com/office/drawing/2014/main" id="{6203C484-A713-F14B-94DA-4C6D5A4958CC}"/>
              </a:ext>
            </a:extLst>
          </p:cNvPr>
          <p:cNvSpPr>
            <a:spLocks noGrp="1"/>
          </p:cNvSpPr>
          <p:nvPr>
            <p:ph type="body" sz="quarter" idx="97" hasCustomPrompt="1"/>
          </p:nvPr>
        </p:nvSpPr>
        <p:spPr>
          <a:xfrm>
            <a:off x="3984883" y="5652351"/>
            <a:ext cx="2028765"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94" name="Text Placeholder 6">
            <a:extLst>
              <a:ext uri="{FF2B5EF4-FFF2-40B4-BE49-F238E27FC236}">
                <a16:creationId xmlns:a16="http://schemas.microsoft.com/office/drawing/2014/main" id="{125F027B-F432-97D0-4000-2DD17AFB9473}"/>
              </a:ext>
            </a:extLst>
          </p:cNvPr>
          <p:cNvSpPr>
            <a:spLocks noGrp="1"/>
          </p:cNvSpPr>
          <p:nvPr>
            <p:ph type="body" sz="quarter" idx="98" hasCustomPrompt="1"/>
          </p:nvPr>
        </p:nvSpPr>
        <p:spPr>
          <a:xfrm>
            <a:off x="625928" y="450012"/>
            <a:ext cx="7460073" cy="482748"/>
          </a:xfrm>
          <a:prstGeom prst="rect">
            <a:avLst/>
          </a:prstGeom>
        </p:spPr>
        <p:txBody>
          <a:bodyPr lIns="0" tIns="0" rIns="0" bIns="0" anchor="t" anchorCtr="0"/>
          <a:lstStyle>
            <a:lvl1pPr marL="0" indent="0">
              <a:lnSpc>
                <a:spcPct val="100000"/>
              </a:lnSpc>
              <a:spcBef>
                <a:spcPts val="0"/>
              </a:spcBef>
              <a:buNone/>
              <a:defRPr sz="3200" b="0" i="0">
                <a:solidFill>
                  <a:schemeClr val="bg1"/>
                </a:solidFill>
                <a:latin typeface="CiscoSansTT ExtraLight" panose="020B0303020201020303" pitchFamily="34" charset="0"/>
                <a:cs typeface="CiscoSansTT ExtraLight" panose="020B0303020201020303" pitchFamily="34" charset="0"/>
              </a:defRPr>
            </a:lvl1pPr>
          </a:lstStyle>
          <a:p>
            <a:r>
              <a:rPr lang="en-GB" dirty="0"/>
              <a:t>Heading goes here</a:t>
            </a:r>
          </a:p>
        </p:txBody>
      </p:sp>
    </p:spTree>
    <p:extLst>
      <p:ext uri="{BB962C8B-B14F-4D97-AF65-F5344CB8AC3E}">
        <p14:creationId xmlns:p14="http://schemas.microsoft.com/office/powerpoint/2010/main" val="84060872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Photo grid 1">
    <p:bg>
      <p:bgPr>
        <a:solidFill>
          <a:schemeClr val="bg2"/>
        </a:solidFill>
        <a:effectLst/>
      </p:bgPr>
    </p:bg>
    <p:spTree>
      <p:nvGrpSpPr>
        <p:cNvPr id="1" name=""/>
        <p:cNvGrpSpPr/>
        <p:nvPr/>
      </p:nvGrpSpPr>
      <p:grpSpPr>
        <a:xfrm>
          <a:off x="0" y="0"/>
          <a:ext cx="0" cy="0"/>
          <a:chOff x="0" y="0"/>
          <a:chExt cx="0" cy="0"/>
        </a:xfrm>
      </p:grpSpPr>
      <p:sp>
        <p:nvSpPr>
          <p:cNvPr id="2" name="Picture Placeholder 3"/>
          <p:cNvSpPr>
            <a:spLocks noGrp="1"/>
          </p:cNvSpPr>
          <p:nvPr>
            <p:ph type="pic" sz="quarter" idx="10"/>
          </p:nvPr>
        </p:nvSpPr>
        <p:spPr>
          <a:xfrm>
            <a:off x="711200" y="1650808"/>
            <a:ext cx="1828800" cy="1828800"/>
          </a:xfrm>
          <a:prstGeom prst="ellipse">
            <a:avLst/>
          </a:prstGeom>
          <a:ln>
            <a:noFill/>
          </a:ln>
        </p:spPr>
        <p:txBody>
          <a:bodyPr anchor="ctr" anchorCtr="0"/>
          <a:lstStyle>
            <a:lvl1pPr marL="0" indent="0" algn="ctr">
              <a:buNone/>
              <a:defRPr sz="1467">
                <a:solidFill>
                  <a:schemeClr val="tx1"/>
                </a:solidFill>
              </a:defRPr>
            </a:lvl1pPr>
          </a:lstStyle>
          <a:p>
            <a:r>
              <a:rPr lang="en-US"/>
              <a:t>Click icon to add picture</a:t>
            </a:r>
          </a:p>
        </p:txBody>
      </p:sp>
      <p:sp>
        <p:nvSpPr>
          <p:cNvPr id="3" name="Picture Placeholder 3"/>
          <p:cNvSpPr>
            <a:spLocks noGrp="1"/>
          </p:cNvSpPr>
          <p:nvPr>
            <p:ph type="pic" sz="quarter" idx="11"/>
          </p:nvPr>
        </p:nvSpPr>
        <p:spPr>
          <a:xfrm>
            <a:off x="711200" y="3946044"/>
            <a:ext cx="1828800" cy="1828800"/>
          </a:xfrm>
          <a:prstGeom prst="ellipse">
            <a:avLst/>
          </a:prstGeom>
          <a:ln>
            <a:noFill/>
          </a:ln>
        </p:spPr>
        <p:txBody>
          <a:bodyPr anchor="ctr" anchorCtr="0"/>
          <a:lstStyle>
            <a:lvl1pPr marL="0" indent="0" algn="ctr">
              <a:buNone/>
              <a:defRPr sz="1467">
                <a:solidFill>
                  <a:schemeClr val="tx1"/>
                </a:solidFill>
              </a:defRPr>
            </a:lvl1pPr>
          </a:lstStyle>
          <a:p>
            <a:r>
              <a:rPr lang="en-US"/>
              <a:t>Click icon to add picture</a:t>
            </a:r>
          </a:p>
        </p:txBody>
      </p:sp>
      <p:sp>
        <p:nvSpPr>
          <p:cNvPr id="4" name="Picture Placeholder 3"/>
          <p:cNvSpPr>
            <a:spLocks noGrp="1"/>
          </p:cNvSpPr>
          <p:nvPr>
            <p:ph type="pic" sz="quarter" idx="12"/>
          </p:nvPr>
        </p:nvSpPr>
        <p:spPr>
          <a:xfrm>
            <a:off x="6087533" y="1650808"/>
            <a:ext cx="1828800" cy="1828800"/>
          </a:xfrm>
          <a:prstGeom prst="ellipse">
            <a:avLst/>
          </a:prstGeom>
          <a:ln>
            <a:noFill/>
          </a:ln>
        </p:spPr>
        <p:txBody>
          <a:bodyPr anchor="ctr" anchorCtr="0"/>
          <a:lstStyle>
            <a:lvl1pPr marL="0" indent="0" algn="ctr">
              <a:buNone/>
              <a:defRPr sz="1467">
                <a:solidFill>
                  <a:schemeClr val="tx1"/>
                </a:solidFill>
              </a:defRPr>
            </a:lvl1pPr>
          </a:lstStyle>
          <a:p>
            <a:r>
              <a:rPr lang="en-US"/>
              <a:t>Click icon to add picture</a:t>
            </a:r>
          </a:p>
        </p:txBody>
      </p:sp>
      <p:sp>
        <p:nvSpPr>
          <p:cNvPr id="5" name="Picture Placeholder 3"/>
          <p:cNvSpPr>
            <a:spLocks noGrp="1"/>
          </p:cNvSpPr>
          <p:nvPr>
            <p:ph type="pic" sz="quarter" idx="13"/>
          </p:nvPr>
        </p:nvSpPr>
        <p:spPr>
          <a:xfrm>
            <a:off x="6087533" y="3946044"/>
            <a:ext cx="1828800" cy="1828800"/>
          </a:xfrm>
          <a:prstGeom prst="ellipse">
            <a:avLst/>
          </a:prstGeom>
          <a:ln>
            <a:noFill/>
          </a:ln>
        </p:spPr>
        <p:txBody>
          <a:bodyPr anchor="ctr" anchorCtr="0"/>
          <a:lstStyle>
            <a:lvl1pPr marL="0" indent="0" algn="ctr">
              <a:buNone/>
              <a:defRPr sz="1467">
                <a:solidFill>
                  <a:schemeClr val="tx1"/>
                </a:solidFill>
              </a:defRPr>
            </a:lvl1pPr>
          </a:lstStyle>
          <a:p>
            <a:r>
              <a:rPr lang="en-US"/>
              <a:t>Click icon to add picture</a:t>
            </a:r>
          </a:p>
        </p:txBody>
      </p:sp>
      <p:sp>
        <p:nvSpPr>
          <p:cNvPr id="8" name="Text Placeholder 7"/>
          <p:cNvSpPr>
            <a:spLocks noGrp="1"/>
          </p:cNvSpPr>
          <p:nvPr>
            <p:ph type="body" sz="quarter" idx="14" hasCustomPrompt="1"/>
          </p:nvPr>
        </p:nvSpPr>
        <p:spPr>
          <a:xfrm>
            <a:off x="2708570" y="2158809"/>
            <a:ext cx="2997201" cy="406401"/>
          </a:xfrm>
          <a:prstGeom prst="rect">
            <a:avLst/>
          </a:prstGeom>
        </p:spPr>
        <p:txBody>
          <a:bodyPr/>
          <a:lstStyle>
            <a:lvl1pPr marL="0" indent="0">
              <a:buNone/>
              <a:defRPr sz="2400" b="0" i="0">
                <a:solidFill>
                  <a:schemeClr val="tx1"/>
                </a:solidFill>
                <a:latin typeface="CiscoSansTT ExtraLight" panose="020B0303020201020303" pitchFamily="34" charset="0"/>
                <a:cs typeface="CiscoSansTT ExtraLight" panose="020B0303020201020303" pitchFamily="34" charset="0"/>
              </a:defRPr>
            </a:lvl1pPr>
          </a:lstStyle>
          <a:p>
            <a:pPr lvl="0"/>
            <a:r>
              <a:rPr lang="en-US" dirty="0"/>
              <a:t>Place title here</a:t>
            </a:r>
          </a:p>
        </p:txBody>
      </p:sp>
      <p:sp>
        <p:nvSpPr>
          <p:cNvPr id="9" name="Text Placeholder 7"/>
          <p:cNvSpPr>
            <a:spLocks noGrp="1"/>
          </p:cNvSpPr>
          <p:nvPr>
            <p:ph type="body" sz="quarter" idx="15" hasCustomPrompt="1"/>
          </p:nvPr>
        </p:nvSpPr>
        <p:spPr>
          <a:xfrm>
            <a:off x="2708570" y="2565210"/>
            <a:ext cx="2997201" cy="406401"/>
          </a:xfrm>
          <a:prstGeom prst="rect">
            <a:avLst/>
          </a:prstGeom>
        </p:spPr>
        <p:txBody>
          <a:bodyPr/>
          <a:lstStyle>
            <a:lvl1pPr marL="0" indent="0">
              <a:buNone/>
              <a:defRPr sz="1300" baseline="0">
                <a:solidFill>
                  <a:schemeClr val="tx1"/>
                </a:solidFill>
              </a:defRPr>
            </a:lvl1pPr>
          </a:lstStyle>
          <a:p>
            <a:pPr lvl="0"/>
            <a:r>
              <a:rPr lang="en-US" dirty="0"/>
              <a:t>Place text here</a:t>
            </a:r>
          </a:p>
        </p:txBody>
      </p:sp>
      <p:sp>
        <p:nvSpPr>
          <p:cNvPr id="10" name="Text Placeholder 7"/>
          <p:cNvSpPr>
            <a:spLocks noGrp="1"/>
          </p:cNvSpPr>
          <p:nvPr>
            <p:ph type="body" sz="quarter" idx="16" hasCustomPrompt="1"/>
          </p:nvPr>
        </p:nvSpPr>
        <p:spPr>
          <a:xfrm>
            <a:off x="2708570" y="4491569"/>
            <a:ext cx="2997201" cy="406401"/>
          </a:xfrm>
          <a:prstGeom prst="rect">
            <a:avLst/>
          </a:prstGeom>
        </p:spPr>
        <p:txBody>
          <a:bodyPr/>
          <a:lstStyle>
            <a:lvl1pPr marL="0" indent="0">
              <a:buNone/>
              <a:defRPr sz="2400" b="0" i="0">
                <a:solidFill>
                  <a:schemeClr val="tx1"/>
                </a:solidFill>
                <a:latin typeface="CiscoSansTT ExtraLight" panose="020B0303020201020303" pitchFamily="34" charset="0"/>
                <a:cs typeface="CiscoSansTT ExtraLight" panose="020B0303020201020303" pitchFamily="34" charset="0"/>
              </a:defRPr>
            </a:lvl1pPr>
          </a:lstStyle>
          <a:p>
            <a:pPr lvl="0"/>
            <a:r>
              <a:rPr lang="en-US" dirty="0"/>
              <a:t>Place title here</a:t>
            </a:r>
          </a:p>
        </p:txBody>
      </p:sp>
      <p:sp>
        <p:nvSpPr>
          <p:cNvPr id="11" name="Text Placeholder 7"/>
          <p:cNvSpPr>
            <a:spLocks noGrp="1"/>
          </p:cNvSpPr>
          <p:nvPr>
            <p:ph type="body" sz="quarter" idx="17" hasCustomPrompt="1"/>
          </p:nvPr>
        </p:nvSpPr>
        <p:spPr>
          <a:xfrm>
            <a:off x="2708570" y="4897970"/>
            <a:ext cx="2997201" cy="406401"/>
          </a:xfrm>
          <a:prstGeom prst="rect">
            <a:avLst/>
          </a:prstGeom>
        </p:spPr>
        <p:txBody>
          <a:bodyPr/>
          <a:lstStyle>
            <a:lvl1pPr marL="0" indent="0">
              <a:buNone/>
              <a:defRPr sz="1300" baseline="0">
                <a:solidFill>
                  <a:schemeClr val="tx1"/>
                </a:solidFill>
              </a:defRPr>
            </a:lvl1pPr>
          </a:lstStyle>
          <a:p>
            <a:pPr lvl="0"/>
            <a:r>
              <a:rPr lang="en-US" dirty="0"/>
              <a:t>Place text here</a:t>
            </a:r>
          </a:p>
        </p:txBody>
      </p:sp>
      <p:sp>
        <p:nvSpPr>
          <p:cNvPr id="12" name="Text Placeholder 7"/>
          <p:cNvSpPr>
            <a:spLocks noGrp="1"/>
          </p:cNvSpPr>
          <p:nvPr>
            <p:ph type="body" sz="quarter" idx="18" hasCustomPrompt="1"/>
          </p:nvPr>
        </p:nvSpPr>
        <p:spPr>
          <a:xfrm>
            <a:off x="8079516" y="2158809"/>
            <a:ext cx="2997201" cy="406401"/>
          </a:xfrm>
          <a:prstGeom prst="rect">
            <a:avLst/>
          </a:prstGeom>
        </p:spPr>
        <p:txBody>
          <a:bodyPr/>
          <a:lstStyle>
            <a:lvl1pPr marL="0" indent="0">
              <a:buNone/>
              <a:defRPr sz="2400" b="0" i="0">
                <a:solidFill>
                  <a:schemeClr val="tx1"/>
                </a:solidFill>
                <a:latin typeface="CiscoSansTT ExtraLight" panose="020B0303020201020303" pitchFamily="34" charset="0"/>
                <a:cs typeface="CiscoSansTT ExtraLight" panose="020B0303020201020303" pitchFamily="34" charset="0"/>
              </a:defRPr>
            </a:lvl1pPr>
          </a:lstStyle>
          <a:p>
            <a:pPr lvl="0"/>
            <a:r>
              <a:rPr lang="en-US" dirty="0"/>
              <a:t>Place title here</a:t>
            </a:r>
          </a:p>
        </p:txBody>
      </p:sp>
      <p:sp>
        <p:nvSpPr>
          <p:cNvPr id="13" name="Text Placeholder 7"/>
          <p:cNvSpPr>
            <a:spLocks noGrp="1"/>
          </p:cNvSpPr>
          <p:nvPr>
            <p:ph type="body" sz="quarter" idx="19" hasCustomPrompt="1"/>
          </p:nvPr>
        </p:nvSpPr>
        <p:spPr>
          <a:xfrm>
            <a:off x="8079516" y="2565210"/>
            <a:ext cx="2997201" cy="406401"/>
          </a:xfrm>
          <a:prstGeom prst="rect">
            <a:avLst/>
          </a:prstGeom>
        </p:spPr>
        <p:txBody>
          <a:bodyPr/>
          <a:lstStyle>
            <a:lvl1pPr marL="0" indent="0">
              <a:buNone/>
              <a:defRPr sz="1300" baseline="0">
                <a:solidFill>
                  <a:schemeClr val="tx1"/>
                </a:solidFill>
              </a:defRPr>
            </a:lvl1pPr>
          </a:lstStyle>
          <a:p>
            <a:pPr lvl="0"/>
            <a:r>
              <a:rPr lang="en-US" dirty="0"/>
              <a:t>Place text here</a:t>
            </a:r>
          </a:p>
        </p:txBody>
      </p:sp>
      <p:sp>
        <p:nvSpPr>
          <p:cNvPr id="14" name="Text Placeholder 7"/>
          <p:cNvSpPr>
            <a:spLocks noGrp="1"/>
          </p:cNvSpPr>
          <p:nvPr>
            <p:ph type="body" sz="quarter" idx="20" hasCustomPrompt="1"/>
          </p:nvPr>
        </p:nvSpPr>
        <p:spPr>
          <a:xfrm>
            <a:off x="8079516" y="4491569"/>
            <a:ext cx="2997201" cy="406401"/>
          </a:xfrm>
          <a:prstGeom prst="rect">
            <a:avLst/>
          </a:prstGeom>
        </p:spPr>
        <p:txBody>
          <a:bodyPr/>
          <a:lstStyle>
            <a:lvl1pPr marL="0" indent="0">
              <a:buNone/>
              <a:defRPr sz="2400" b="0" i="0">
                <a:solidFill>
                  <a:schemeClr val="tx1"/>
                </a:solidFill>
                <a:latin typeface="CiscoSansTT ExtraLight" panose="020B0303020201020303" pitchFamily="34" charset="0"/>
                <a:cs typeface="CiscoSansTT ExtraLight" panose="020B0303020201020303" pitchFamily="34" charset="0"/>
              </a:defRPr>
            </a:lvl1pPr>
          </a:lstStyle>
          <a:p>
            <a:pPr lvl="0"/>
            <a:r>
              <a:rPr lang="en-US" dirty="0"/>
              <a:t>Place title here</a:t>
            </a:r>
          </a:p>
        </p:txBody>
      </p:sp>
      <p:sp>
        <p:nvSpPr>
          <p:cNvPr id="15" name="Text Placeholder 7"/>
          <p:cNvSpPr>
            <a:spLocks noGrp="1"/>
          </p:cNvSpPr>
          <p:nvPr>
            <p:ph type="body" sz="quarter" idx="21" hasCustomPrompt="1"/>
          </p:nvPr>
        </p:nvSpPr>
        <p:spPr>
          <a:xfrm>
            <a:off x="8079516" y="4897970"/>
            <a:ext cx="2997201" cy="406401"/>
          </a:xfrm>
          <a:prstGeom prst="rect">
            <a:avLst/>
          </a:prstGeom>
        </p:spPr>
        <p:txBody>
          <a:bodyPr/>
          <a:lstStyle>
            <a:lvl1pPr marL="0" indent="0">
              <a:buNone/>
              <a:defRPr sz="1300" baseline="0">
                <a:solidFill>
                  <a:schemeClr val="tx1"/>
                </a:solidFill>
              </a:defRPr>
            </a:lvl1pPr>
          </a:lstStyle>
          <a:p>
            <a:pPr lvl="0"/>
            <a:r>
              <a:rPr lang="en-US" dirty="0"/>
              <a:t>Place text here</a:t>
            </a:r>
          </a:p>
        </p:txBody>
      </p:sp>
      <p:sp>
        <p:nvSpPr>
          <p:cNvPr id="17" name="Text Placeholder 6">
            <a:extLst>
              <a:ext uri="{FF2B5EF4-FFF2-40B4-BE49-F238E27FC236}">
                <a16:creationId xmlns:a16="http://schemas.microsoft.com/office/drawing/2014/main" id="{3DEB8E48-2D47-6099-899C-CC43C4DAD7E9}"/>
              </a:ext>
            </a:extLst>
          </p:cNvPr>
          <p:cNvSpPr>
            <a:spLocks noGrp="1"/>
          </p:cNvSpPr>
          <p:nvPr>
            <p:ph type="body" sz="quarter" idx="82" hasCustomPrompt="1"/>
          </p:nvPr>
        </p:nvSpPr>
        <p:spPr>
          <a:xfrm>
            <a:off x="632820" y="753583"/>
            <a:ext cx="7460073" cy="482748"/>
          </a:xfrm>
          <a:prstGeom prst="rect">
            <a:avLst/>
          </a:prstGeom>
        </p:spPr>
        <p:txBody>
          <a:bodyPr lIns="0" tIns="0" rIns="0" bIns="0" anchor="t" anchorCtr="0"/>
          <a:lstStyle>
            <a:lvl1pPr marL="0" indent="0">
              <a:lnSpc>
                <a:spcPct val="100000"/>
              </a:lnSpc>
              <a:spcBef>
                <a:spcPts val="0"/>
              </a:spcBef>
              <a:buNone/>
              <a:defRPr sz="3200" b="0" i="0">
                <a:solidFill>
                  <a:schemeClr val="bg1"/>
                </a:solidFill>
                <a:latin typeface="CiscoSansTT ExtraLight" panose="020B0303020201020303" pitchFamily="34" charset="0"/>
                <a:cs typeface="CiscoSansTT ExtraLight" panose="020B0303020201020303" pitchFamily="34" charset="0"/>
              </a:defRPr>
            </a:lvl1pPr>
          </a:lstStyle>
          <a:p>
            <a:r>
              <a:rPr lang="en-GB" dirty="0"/>
              <a:t>Heading goes here</a:t>
            </a:r>
          </a:p>
        </p:txBody>
      </p:sp>
      <p:sp>
        <p:nvSpPr>
          <p:cNvPr id="18" name="Text Placeholder 2">
            <a:extLst>
              <a:ext uri="{FF2B5EF4-FFF2-40B4-BE49-F238E27FC236}">
                <a16:creationId xmlns:a16="http://schemas.microsoft.com/office/drawing/2014/main" id="{F06F0745-63A2-1254-09D6-046F1BA1A66E}"/>
              </a:ext>
            </a:extLst>
          </p:cNvPr>
          <p:cNvSpPr>
            <a:spLocks noGrp="1"/>
          </p:cNvSpPr>
          <p:nvPr>
            <p:ph type="body" sz="quarter" idx="83" hasCustomPrompt="1"/>
          </p:nvPr>
        </p:nvSpPr>
        <p:spPr>
          <a:xfrm>
            <a:off x="632127" y="431800"/>
            <a:ext cx="3489235" cy="304800"/>
          </a:xfrm>
          <a:prstGeom prst="rect">
            <a:avLst/>
          </a:prstGeom>
        </p:spPr>
        <p:txBody>
          <a:bodyPr lIns="0" tIns="0" rIns="0" bIns="0"/>
          <a:lstStyle>
            <a:lvl1pPr marL="0" indent="0">
              <a:spcBef>
                <a:spcPts val="0"/>
              </a:spcBef>
              <a:buFont typeface="Arial" panose="020B0604020202020204" pitchFamily="34" charset="0"/>
              <a:buNone/>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Section title</a:t>
            </a:r>
          </a:p>
        </p:txBody>
      </p:sp>
    </p:spTree>
    <p:extLst>
      <p:ext uri="{BB962C8B-B14F-4D97-AF65-F5344CB8AC3E}">
        <p14:creationId xmlns:p14="http://schemas.microsoft.com/office/powerpoint/2010/main" val="44634242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Photo grid 2">
    <p:bg>
      <p:bgPr>
        <a:solidFill>
          <a:schemeClr val="bg2"/>
        </a:solidFill>
        <a:effectLst/>
      </p:bgPr>
    </p:bg>
    <p:spTree>
      <p:nvGrpSpPr>
        <p:cNvPr id="1" name=""/>
        <p:cNvGrpSpPr/>
        <p:nvPr/>
      </p:nvGrpSpPr>
      <p:grpSpPr>
        <a:xfrm>
          <a:off x="0" y="0"/>
          <a:ext cx="0" cy="0"/>
          <a:chOff x="0" y="0"/>
          <a:chExt cx="0" cy="0"/>
        </a:xfrm>
      </p:grpSpPr>
      <p:sp>
        <p:nvSpPr>
          <p:cNvPr id="2" name="Picture Placeholder 3"/>
          <p:cNvSpPr>
            <a:spLocks noGrp="1"/>
          </p:cNvSpPr>
          <p:nvPr>
            <p:ph type="pic" sz="quarter" idx="10"/>
          </p:nvPr>
        </p:nvSpPr>
        <p:spPr>
          <a:xfrm>
            <a:off x="995219" y="2413195"/>
            <a:ext cx="1828800" cy="1828800"/>
          </a:xfrm>
          <a:prstGeom prst="ellipse">
            <a:avLst/>
          </a:prstGeom>
          <a:ln>
            <a:noFill/>
          </a:ln>
        </p:spPr>
        <p:txBody>
          <a:bodyPr anchor="ctr" anchorCtr="0"/>
          <a:lstStyle>
            <a:lvl1pPr marL="0" indent="0" algn="ctr">
              <a:buNone/>
              <a:defRPr sz="1467">
                <a:solidFill>
                  <a:schemeClr val="tx1"/>
                </a:solidFill>
              </a:defRPr>
            </a:lvl1pPr>
          </a:lstStyle>
          <a:p>
            <a:r>
              <a:rPr lang="en-US"/>
              <a:t>Click icon to add picture</a:t>
            </a:r>
          </a:p>
        </p:txBody>
      </p:sp>
      <p:sp>
        <p:nvSpPr>
          <p:cNvPr id="3" name="Picture Placeholder 3"/>
          <p:cNvSpPr>
            <a:spLocks noGrp="1"/>
          </p:cNvSpPr>
          <p:nvPr>
            <p:ph type="pic" sz="quarter" idx="11"/>
          </p:nvPr>
        </p:nvSpPr>
        <p:spPr>
          <a:xfrm>
            <a:off x="3770748" y="2413195"/>
            <a:ext cx="1828800" cy="1828800"/>
          </a:xfrm>
          <a:prstGeom prst="ellipse">
            <a:avLst/>
          </a:prstGeom>
          <a:ln>
            <a:noFill/>
          </a:ln>
        </p:spPr>
        <p:txBody>
          <a:bodyPr anchor="ctr" anchorCtr="0"/>
          <a:lstStyle>
            <a:lvl1pPr marL="0" indent="0" algn="ctr">
              <a:buNone/>
              <a:defRPr sz="1467">
                <a:solidFill>
                  <a:schemeClr val="tx1"/>
                </a:solidFill>
              </a:defRPr>
            </a:lvl1pPr>
          </a:lstStyle>
          <a:p>
            <a:r>
              <a:rPr lang="en-US"/>
              <a:t>Click icon to add picture</a:t>
            </a:r>
          </a:p>
        </p:txBody>
      </p:sp>
      <p:sp>
        <p:nvSpPr>
          <p:cNvPr id="9" name="Text Placeholder 7"/>
          <p:cNvSpPr>
            <a:spLocks noGrp="1"/>
          </p:cNvSpPr>
          <p:nvPr>
            <p:ph type="body" sz="quarter" idx="15" hasCustomPrompt="1"/>
          </p:nvPr>
        </p:nvSpPr>
        <p:spPr>
          <a:xfrm>
            <a:off x="660399" y="4449429"/>
            <a:ext cx="2498440" cy="406401"/>
          </a:xfrm>
          <a:prstGeom prst="rect">
            <a:avLst/>
          </a:prstGeom>
        </p:spPr>
        <p:txBody>
          <a:bodyPr/>
          <a:lstStyle>
            <a:lvl1pPr marL="0" indent="0" algn="ctr">
              <a:buNone/>
              <a:defRPr sz="1600" baseline="0">
                <a:solidFill>
                  <a:schemeClr val="tx1"/>
                </a:solidFill>
              </a:defRPr>
            </a:lvl1pPr>
          </a:lstStyle>
          <a:p>
            <a:pPr lvl="0"/>
            <a:r>
              <a:rPr lang="en-US" dirty="0"/>
              <a:t>Place text here</a:t>
            </a:r>
          </a:p>
        </p:txBody>
      </p:sp>
      <p:sp>
        <p:nvSpPr>
          <p:cNvPr id="16" name="Picture Placeholder 3"/>
          <p:cNvSpPr>
            <a:spLocks noGrp="1"/>
          </p:cNvSpPr>
          <p:nvPr>
            <p:ph type="pic" sz="quarter" idx="16"/>
          </p:nvPr>
        </p:nvSpPr>
        <p:spPr>
          <a:xfrm>
            <a:off x="6546277" y="2413195"/>
            <a:ext cx="1828800" cy="1828800"/>
          </a:xfrm>
          <a:prstGeom prst="ellipse">
            <a:avLst/>
          </a:prstGeom>
          <a:ln>
            <a:noFill/>
          </a:ln>
        </p:spPr>
        <p:txBody>
          <a:bodyPr anchor="ctr" anchorCtr="0"/>
          <a:lstStyle>
            <a:lvl1pPr marL="0" indent="0" algn="ctr">
              <a:buNone/>
              <a:defRPr sz="1467">
                <a:solidFill>
                  <a:schemeClr val="tx1"/>
                </a:solidFill>
              </a:defRPr>
            </a:lvl1pPr>
          </a:lstStyle>
          <a:p>
            <a:r>
              <a:rPr lang="en-US"/>
              <a:t>Click icon to add picture</a:t>
            </a:r>
          </a:p>
        </p:txBody>
      </p:sp>
      <p:sp>
        <p:nvSpPr>
          <p:cNvPr id="17" name="Picture Placeholder 3"/>
          <p:cNvSpPr>
            <a:spLocks noGrp="1"/>
          </p:cNvSpPr>
          <p:nvPr>
            <p:ph type="pic" sz="quarter" idx="17"/>
          </p:nvPr>
        </p:nvSpPr>
        <p:spPr>
          <a:xfrm>
            <a:off x="9321807" y="2413195"/>
            <a:ext cx="1828800" cy="1828800"/>
          </a:xfrm>
          <a:prstGeom prst="ellipse">
            <a:avLst/>
          </a:prstGeom>
          <a:ln>
            <a:noFill/>
          </a:ln>
        </p:spPr>
        <p:txBody>
          <a:bodyPr anchor="ctr" anchorCtr="0"/>
          <a:lstStyle>
            <a:lvl1pPr marL="0" indent="0" algn="ctr">
              <a:buNone/>
              <a:defRPr sz="1467">
                <a:solidFill>
                  <a:schemeClr val="tx1"/>
                </a:solidFill>
              </a:defRPr>
            </a:lvl1pPr>
          </a:lstStyle>
          <a:p>
            <a:r>
              <a:rPr lang="en-US"/>
              <a:t>Click icon to add picture</a:t>
            </a:r>
          </a:p>
        </p:txBody>
      </p:sp>
      <p:sp>
        <p:nvSpPr>
          <p:cNvPr id="18" name="Text Placeholder 7"/>
          <p:cNvSpPr>
            <a:spLocks noGrp="1"/>
          </p:cNvSpPr>
          <p:nvPr>
            <p:ph type="body" sz="quarter" idx="18" hasCustomPrompt="1"/>
          </p:nvPr>
        </p:nvSpPr>
        <p:spPr>
          <a:xfrm>
            <a:off x="3435928" y="4449429"/>
            <a:ext cx="2498440" cy="406401"/>
          </a:xfrm>
          <a:prstGeom prst="rect">
            <a:avLst/>
          </a:prstGeom>
        </p:spPr>
        <p:txBody>
          <a:bodyPr/>
          <a:lstStyle>
            <a:lvl1pPr marL="0" indent="0" algn="ctr">
              <a:buNone/>
              <a:defRPr sz="1600" baseline="0">
                <a:solidFill>
                  <a:schemeClr val="tx1"/>
                </a:solidFill>
              </a:defRPr>
            </a:lvl1pPr>
          </a:lstStyle>
          <a:p>
            <a:pPr lvl="0"/>
            <a:r>
              <a:rPr lang="en-US" dirty="0"/>
              <a:t>Place text here</a:t>
            </a:r>
          </a:p>
        </p:txBody>
      </p:sp>
      <p:sp>
        <p:nvSpPr>
          <p:cNvPr id="19" name="Text Placeholder 7"/>
          <p:cNvSpPr>
            <a:spLocks noGrp="1"/>
          </p:cNvSpPr>
          <p:nvPr>
            <p:ph type="body" sz="quarter" idx="19" hasCustomPrompt="1"/>
          </p:nvPr>
        </p:nvSpPr>
        <p:spPr>
          <a:xfrm>
            <a:off x="6211457" y="4449428"/>
            <a:ext cx="2498440" cy="406401"/>
          </a:xfrm>
          <a:prstGeom prst="rect">
            <a:avLst/>
          </a:prstGeom>
        </p:spPr>
        <p:txBody>
          <a:bodyPr/>
          <a:lstStyle>
            <a:lvl1pPr marL="0" indent="0" algn="ctr">
              <a:buNone/>
              <a:defRPr sz="1600" baseline="0">
                <a:solidFill>
                  <a:schemeClr val="tx1"/>
                </a:solidFill>
              </a:defRPr>
            </a:lvl1pPr>
          </a:lstStyle>
          <a:p>
            <a:pPr lvl="0"/>
            <a:r>
              <a:rPr lang="en-US" dirty="0"/>
              <a:t>Place text here</a:t>
            </a:r>
          </a:p>
        </p:txBody>
      </p:sp>
      <p:sp>
        <p:nvSpPr>
          <p:cNvPr id="20" name="Text Placeholder 7"/>
          <p:cNvSpPr>
            <a:spLocks noGrp="1"/>
          </p:cNvSpPr>
          <p:nvPr>
            <p:ph type="body" sz="quarter" idx="20" hasCustomPrompt="1"/>
          </p:nvPr>
        </p:nvSpPr>
        <p:spPr>
          <a:xfrm>
            <a:off x="8986987" y="4449428"/>
            <a:ext cx="2498440" cy="406401"/>
          </a:xfrm>
          <a:prstGeom prst="rect">
            <a:avLst/>
          </a:prstGeom>
        </p:spPr>
        <p:txBody>
          <a:bodyPr/>
          <a:lstStyle>
            <a:lvl1pPr marL="0" indent="0" algn="ctr">
              <a:buNone/>
              <a:defRPr sz="1600" baseline="0">
                <a:solidFill>
                  <a:schemeClr val="tx1"/>
                </a:solidFill>
              </a:defRPr>
            </a:lvl1pPr>
          </a:lstStyle>
          <a:p>
            <a:pPr lvl="0"/>
            <a:r>
              <a:rPr lang="en-US" dirty="0"/>
              <a:t>Place text here</a:t>
            </a:r>
          </a:p>
        </p:txBody>
      </p:sp>
      <p:sp>
        <p:nvSpPr>
          <p:cNvPr id="13" name="Text Placeholder 6">
            <a:extLst>
              <a:ext uri="{FF2B5EF4-FFF2-40B4-BE49-F238E27FC236}">
                <a16:creationId xmlns:a16="http://schemas.microsoft.com/office/drawing/2014/main" id="{50803B00-0EE4-C61E-4729-4F2D43BC9D87}"/>
              </a:ext>
            </a:extLst>
          </p:cNvPr>
          <p:cNvSpPr>
            <a:spLocks noGrp="1"/>
          </p:cNvSpPr>
          <p:nvPr>
            <p:ph type="body" sz="quarter" idx="82" hasCustomPrompt="1"/>
          </p:nvPr>
        </p:nvSpPr>
        <p:spPr>
          <a:xfrm>
            <a:off x="632820" y="753583"/>
            <a:ext cx="7460073" cy="482748"/>
          </a:xfrm>
          <a:prstGeom prst="rect">
            <a:avLst/>
          </a:prstGeom>
        </p:spPr>
        <p:txBody>
          <a:bodyPr lIns="0" tIns="0" rIns="0" bIns="0" anchor="t" anchorCtr="0"/>
          <a:lstStyle>
            <a:lvl1pPr marL="0" indent="0">
              <a:lnSpc>
                <a:spcPct val="100000"/>
              </a:lnSpc>
              <a:spcBef>
                <a:spcPts val="0"/>
              </a:spcBef>
              <a:buNone/>
              <a:defRPr sz="3200" b="0" i="0">
                <a:solidFill>
                  <a:schemeClr val="bg1"/>
                </a:solidFill>
                <a:latin typeface="CiscoSansTT ExtraLight" panose="020B0303020201020303" pitchFamily="34" charset="0"/>
                <a:cs typeface="CiscoSansTT ExtraLight" panose="020B0303020201020303" pitchFamily="34" charset="0"/>
              </a:defRPr>
            </a:lvl1pPr>
          </a:lstStyle>
          <a:p>
            <a:r>
              <a:rPr lang="en-GB" dirty="0"/>
              <a:t>Heading goes here</a:t>
            </a:r>
          </a:p>
        </p:txBody>
      </p:sp>
      <p:sp>
        <p:nvSpPr>
          <p:cNvPr id="14" name="Text Placeholder 2">
            <a:extLst>
              <a:ext uri="{FF2B5EF4-FFF2-40B4-BE49-F238E27FC236}">
                <a16:creationId xmlns:a16="http://schemas.microsoft.com/office/drawing/2014/main" id="{D2C895CD-0B4F-C354-1D22-FA1B2FD3F33B}"/>
              </a:ext>
            </a:extLst>
          </p:cNvPr>
          <p:cNvSpPr>
            <a:spLocks noGrp="1"/>
          </p:cNvSpPr>
          <p:nvPr>
            <p:ph type="body" sz="quarter" idx="14" hasCustomPrompt="1"/>
          </p:nvPr>
        </p:nvSpPr>
        <p:spPr>
          <a:xfrm>
            <a:off x="632127" y="431800"/>
            <a:ext cx="3489235" cy="304800"/>
          </a:xfrm>
          <a:prstGeom prst="rect">
            <a:avLst/>
          </a:prstGeom>
        </p:spPr>
        <p:txBody>
          <a:bodyPr lIns="0" tIns="0" rIns="0" bIns="0"/>
          <a:lstStyle>
            <a:lvl1pPr marL="0" indent="0">
              <a:spcBef>
                <a:spcPts val="0"/>
              </a:spcBef>
              <a:buFont typeface="Arial" panose="020B0604020202020204" pitchFamily="34" charset="0"/>
              <a:buNone/>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Section title</a:t>
            </a:r>
          </a:p>
        </p:txBody>
      </p:sp>
    </p:spTree>
    <p:extLst>
      <p:ext uri="{BB962C8B-B14F-4D97-AF65-F5344CB8AC3E}">
        <p14:creationId xmlns:p14="http://schemas.microsoft.com/office/powerpoint/2010/main" val="104746950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Photo grid 3">
    <p:bg>
      <p:bgPr>
        <a:solidFill>
          <a:schemeClr val="bg2"/>
        </a:solidFill>
        <a:effectLst/>
      </p:bgPr>
    </p:bg>
    <p:spTree>
      <p:nvGrpSpPr>
        <p:cNvPr id="1" name=""/>
        <p:cNvGrpSpPr/>
        <p:nvPr/>
      </p:nvGrpSpPr>
      <p:grpSpPr>
        <a:xfrm>
          <a:off x="0" y="0"/>
          <a:ext cx="0" cy="0"/>
          <a:chOff x="0" y="0"/>
          <a:chExt cx="0" cy="0"/>
        </a:xfrm>
      </p:grpSpPr>
      <p:sp>
        <p:nvSpPr>
          <p:cNvPr id="2" name="Picture Placeholder 3"/>
          <p:cNvSpPr>
            <a:spLocks noGrp="1"/>
          </p:cNvSpPr>
          <p:nvPr>
            <p:ph type="pic" sz="quarter" idx="10"/>
          </p:nvPr>
        </p:nvSpPr>
        <p:spPr>
          <a:xfrm>
            <a:off x="1471039" y="2143624"/>
            <a:ext cx="2367941" cy="2367941"/>
          </a:xfrm>
          <a:prstGeom prst="ellipse">
            <a:avLst/>
          </a:prstGeom>
          <a:ln>
            <a:noFill/>
          </a:ln>
        </p:spPr>
        <p:txBody>
          <a:bodyPr anchor="ctr" anchorCtr="0"/>
          <a:lstStyle>
            <a:lvl1pPr marL="0" indent="0" algn="ctr">
              <a:buNone/>
              <a:defRPr sz="1467">
                <a:solidFill>
                  <a:schemeClr val="tx1"/>
                </a:solidFill>
              </a:defRPr>
            </a:lvl1pPr>
          </a:lstStyle>
          <a:p>
            <a:r>
              <a:rPr lang="en-US"/>
              <a:t>Click icon to add picture</a:t>
            </a:r>
          </a:p>
        </p:txBody>
      </p:sp>
      <p:sp>
        <p:nvSpPr>
          <p:cNvPr id="3" name="Picture Placeholder 3"/>
          <p:cNvSpPr>
            <a:spLocks noGrp="1"/>
          </p:cNvSpPr>
          <p:nvPr>
            <p:ph type="pic" sz="quarter" idx="11"/>
          </p:nvPr>
        </p:nvSpPr>
        <p:spPr>
          <a:xfrm>
            <a:off x="4849684" y="2143624"/>
            <a:ext cx="2367941" cy="2367941"/>
          </a:xfrm>
          <a:prstGeom prst="ellipse">
            <a:avLst/>
          </a:prstGeom>
          <a:ln>
            <a:noFill/>
          </a:ln>
        </p:spPr>
        <p:txBody>
          <a:bodyPr anchor="ctr" anchorCtr="0"/>
          <a:lstStyle>
            <a:lvl1pPr marL="0" indent="0" algn="ctr">
              <a:buNone/>
              <a:defRPr sz="1467">
                <a:solidFill>
                  <a:schemeClr val="tx1"/>
                </a:solidFill>
              </a:defRPr>
            </a:lvl1pPr>
          </a:lstStyle>
          <a:p>
            <a:r>
              <a:rPr lang="en-US"/>
              <a:t>Click icon to add picture</a:t>
            </a:r>
          </a:p>
        </p:txBody>
      </p:sp>
      <p:sp>
        <p:nvSpPr>
          <p:cNvPr id="9" name="Text Placeholder 7"/>
          <p:cNvSpPr>
            <a:spLocks noGrp="1"/>
          </p:cNvSpPr>
          <p:nvPr>
            <p:ph type="body" sz="quarter" idx="15" hasCustomPrompt="1"/>
          </p:nvPr>
        </p:nvSpPr>
        <p:spPr>
          <a:xfrm>
            <a:off x="1405788" y="4817925"/>
            <a:ext cx="2498440" cy="406401"/>
          </a:xfrm>
          <a:prstGeom prst="rect">
            <a:avLst/>
          </a:prstGeom>
        </p:spPr>
        <p:txBody>
          <a:bodyPr/>
          <a:lstStyle>
            <a:lvl1pPr marL="0" indent="0" algn="ctr">
              <a:buNone/>
              <a:defRPr sz="1800" baseline="0">
                <a:solidFill>
                  <a:schemeClr val="tx1"/>
                </a:solidFill>
              </a:defRPr>
            </a:lvl1pPr>
          </a:lstStyle>
          <a:p>
            <a:pPr lvl="0"/>
            <a:r>
              <a:rPr lang="en-US" dirty="0"/>
              <a:t>Place text here</a:t>
            </a:r>
          </a:p>
        </p:txBody>
      </p:sp>
      <p:sp>
        <p:nvSpPr>
          <p:cNvPr id="16" name="Picture Placeholder 3"/>
          <p:cNvSpPr>
            <a:spLocks noGrp="1"/>
          </p:cNvSpPr>
          <p:nvPr>
            <p:ph type="pic" sz="quarter" idx="16"/>
          </p:nvPr>
        </p:nvSpPr>
        <p:spPr>
          <a:xfrm>
            <a:off x="8228328" y="2143624"/>
            <a:ext cx="2367941" cy="2367941"/>
          </a:xfrm>
          <a:prstGeom prst="ellipse">
            <a:avLst/>
          </a:prstGeom>
          <a:ln>
            <a:noFill/>
          </a:ln>
        </p:spPr>
        <p:txBody>
          <a:bodyPr anchor="ctr" anchorCtr="0"/>
          <a:lstStyle>
            <a:lvl1pPr marL="0" indent="0" algn="ctr">
              <a:buNone/>
              <a:defRPr sz="1467">
                <a:solidFill>
                  <a:schemeClr val="tx1"/>
                </a:solidFill>
              </a:defRPr>
            </a:lvl1pPr>
          </a:lstStyle>
          <a:p>
            <a:r>
              <a:rPr lang="en-US"/>
              <a:t>Click icon to add picture</a:t>
            </a:r>
          </a:p>
        </p:txBody>
      </p:sp>
      <p:sp>
        <p:nvSpPr>
          <p:cNvPr id="18" name="Text Placeholder 7"/>
          <p:cNvSpPr>
            <a:spLocks noGrp="1"/>
          </p:cNvSpPr>
          <p:nvPr>
            <p:ph type="body" sz="quarter" idx="18" hasCustomPrompt="1"/>
          </p:nvPr>
        </p:nvSpPr>
        <p:spPr>
          <a:xfrm>
            <a:off x="4784435" y="4817925"/>
            <a:ext cx="2498440" cy="406401"/>
          </a:xfrm>
          <a:prstGeom prst="rect">
            <a:avLst/>
          </a:prstGeom>
        </p:spPr>
        <p:txBody>
          <a:bodyPr/>
          <a:lstStyle>
            <a:lvl1pPr marL="0" indent="0" algn="ctr">
              <a:buNone/>
              <a:defRPr sz="1800" baseline="0">
                <a:solidFill>
                  <a:schemeClr val="tx1"/>
                </a:solidFill>
              </a:defRPr>
            </a:lvl1pPr>
          </a:lstStyle>
          <a:p>
            <a:pPr lvl="0"/>
            <a:r>
              <a:rPr lang="en-US" dirty="0"/>
              <a:t>Place text here</a:t>
            </a:r>
          </a:p>
        </p:txBody>
      </p:sp>
      <p:sp>
        <p:nvSpPr>
          <p:cNvPr id="19" name="Text Placeholder 7"/>
          <p:cNvSpPr>
            <a:spLocks noGrp="1"/>
          </p:cNvSpPr>
          <p:nvPr>
            <p:ph type="body" sz="quarter" idx="19" hasCustomPrompt="1"/>
          </p:nvPr>
        </p:nvSpPr>
        <p:spPr>
          <a:xfrm>
            <a:off x="8163079" y="4817924"/>
            <a:ext cx="2498440" cy="406401"/>
          </a:xfrm>
          <a:prstGeom prst="rect">
            <a:avLst/>
          </a:prstGeom>
        </p:spPr>
        <p:txBody>
          <a:bodyPr/>
          <a:lstStyle>
            <a:lvl1pPr marL="0" indent="0" algn="ctr">
              <a:buNone/>
              <a:defRPr sz="1800" baseline="0">
                <a:solidFill>
                  <a:schemeClr val="tx1"/>
                </a:solidFill>
              </a:defRPr>
            </a:lvl1pPr>
          </a:lstStyle>
          <a:p>
            <a:pPr lvl="0"/>
            <a:r>
              <a:rPr lang="en-US" dirty="0"/>
              <a:t>Place text here</a:t>
            </a:r>
          </a:p>
        </p:txBody>
      </p:sp>
      <p:sp>
        <p:nvSpPr>
          <p:cNvPr id="11" name="Text Placeholder 6">
            <a:extLst>
              <a:ext uri="{FF2B5EF4-FFF2-40B4-BE49-F238E27FC236}">
                <a16:creationId xmlns:a16="http://schemas.microsoft.com/office/drawing/2014/main" id="{66C0B82B-6F6E-E1F1-69CE-89CB9D2191BF}"/>
              </a:ext>
            </a:extLst>
          </p:cNvPr>
          <p:cNvSpPr>
            <a:spLocks noGrp="1"/>
          </p:cNvSpPr>
          <p:nvPr>
            <p:ph type="body" sz="quarter" idx="82" hasCustomPrompt="1"/>
          </p:nvPr>
        </p:nvSpPr>
        <p:spPr>
          <a:xfrm>
            <a:off x="632820" y="753583"/>
            <a:ext cx="7460073" cy="482748"/>
          </a:xfrm>
          <a:prstGeom prst="rect">
            <a:avLst/>
          </a:prstGeom>
        </p:spPr>
        <p:txBody>
          <a:bodyPr lIns="0" tIns="0" rIns="0" bIns="0" anchor="t" anchorCtr="0"/>
          <a:lstStyle>
            <a:lvl1pPr marL="0" indent="0">
              <a:lnSpc>
                <a:spcPct val="100000"/>
              </a:lnSpc>
              <a:spcBef>
                <a:spcPts val="0"/>
              </a:spcBef>
              <a:buNone/>
              <a:defRPr sz="3200" b="0" i="0">
                <a:solidFill>
                  <a:schemeClr val="bg1"/>
                </a:solidFill>
                <a:latin typeface="CiscoSansTT ExtraLight" panose="020B0303020201020303" pitchFamily="34" charset="0"/>
                <a:cs typeface="CiscoSansTT ExtraLight" panose="020B0303020201020303" pitchFamily="34" charset="0"/>
              </a:defRPr>
            </a:lvl1pPr>
          </a:lstStyle>
          <a:p>
            <a:r>
              <a:rPr lang="en-GB" dirty="0"/>
              <a:t>Heading goes here</a:t>
            </a:r>
          </a:p>
        </p:txBody>
      </p:sp>
      <p:sp>
        <p:nvSpPr>
          <p:cNvPr id="12" name="Text Placeholder 2">
            <a:extLst>
              <a:ext uri="{FF2B5EF4-FFF2-40B4-BE49-F238E27FC236}">
                <a16:creationId xmlns:a16="http://schemas.microsoft.com/office/drawing/2014/main" id="{71920B54-2EBF-B031-EB94-7A543B266B68}"/>
              </a:ext>
            </a:extLst>
          </p:cNvPr>
          <p:cNvSpPr>
            <a:spLocks noGrp="1"/>
          </p:cNvSpPr>
          <p:nvPr>
            <p:ph type="body" sz="quarter" idx="14" hasCustomPrompt="1"/>
          </p:nvPr>
        </p:nvSpPr>
        <p:spPr>
          <a:xfrm>
            <a:off x="632127" y="431800"/>
            <a:ext cx="3489235" cy="304800"/>
          </a:xfrm>
          <a:prstGeom prst="rect">
            <a:avLst/>
          </a:prstGeom>
        </p:spPr>
        <p:txBody>
          <a:bodyPr lIns="0" tIns="0" rIns="0" bIns="0"/>
          <a:lstStyle>
            <a:lvl1pPr marL="0" indent="0">
              <a:spcBef>
                <a:spcPts val="0"/>
              </a:spcBef>
              <a:buFont typeface="Arial" panose="020B0604020202020204" pitchFamily="34" charset="0"/>
              <a:buNone/>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Section title</a:t>
            </a:r>
          </a:p>
        </p:txBody>
      </p:sp>
    </p:spTree>
    <p:extLst>
      <p:ext uri="{BB962C8B-B14F-4D97-AF65-F5344CB8AC3E}">
        <p14:creationId xmlns:p14="http://schemas.microsoft.com/office/powerpoint/2010/main" val="357981602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Photo grid 4">
    <p:spTree>
      <p:nvGrpSpPr>
        <p:cNvPr id="1" name=""/>
        <p:cNvGrpSpPr/>
        <p:nvPr/>
      </p:nvGrpSpPr>
      <p:grpSpPr>
        <a:xfrm>
          <a:off x="0" y="0"/>
          <a:ext cx="0" cy="0"/>
          <a:chOff x="0" y="0"/>
          <a:chExt cx="0" cy="0"/>
        </a:xfrm>
      </p:grpSpPr>
      <p:sp>
        <p:nvSpPr>
          <p:cNvPr id="2" name="Picture Placeholder 3"/>
          <p:cNvSpPr>
            <a:spLocks noGrp="1"/>
          </p:cNvSpPr>
          <p:nvPr>
            <p:ph type="pic" sz="quarter" idx="10"/>
          </p:nvPr>
        </p:nvSpPr>
        <p:spPr>
          <a:xfrm>
            <a:off x="1471039" y="2143624"/>
            <a:ext cx="2367941" cy="2367941"/>
          </a:xfrm>
          <a:prstGeom prst="rect">
            <a:avLst/>
          </a:prstGeom>
          <a:ln>
            <a:noFill/>
          </a:ln>
        </p:spPr>
        <p:txBody>
          <a:bodyPr anchor="ctr" anchorCtr="0"/>
          <a:lstStyle>
            <a:lvl1pPr marL="0" indent="0" algn="ctr">
              <a:buNone/>
              <a:defRPr sz="1467">
                <a:solidFill>
                  <a:schemeClr val="tx1"/>
                </a:solidFill>
              </a:defRPr>
            </a:lvl1pPr>
          </a:lstStyle>
          <a:p>
            <a:r>
              <a:rPr lang="en-US"/>
              <a:t>Click icon to add picture</a:t>
            </a:r>
          </a:p>
        </p:txBody>
      </p:sp>
      <p:sp>
        <p:nvSpPr>
          <p:cNvPr id="3" name="Picture Placeholder 3"/>
          <p:cNvSpPr>
            <a:spLocks noGrp="1"/>
          </p:cNvSpPr>
          <p:nvPr>
            <p:ph type="pic" sz="quarter" idx="11"/>
          </p:nvPr>
        </p:nvSpPr>
        <p:spPr>
          <a:xfrm>
            <a:off x="4849684" y="2143624"/>
            <a:ext cx="2367941" cy="2367941"/>
          </a:xfrm>
          <a:prstGeom prst="rect">
            <a:avLst/>
          </a:prstGeom>
          <a:ln>
            <a:noFill/>
          </a:ln>
        </p:spPr>
        <p:txBody>
          <a:bodyPr anchor="ctr" anchorCtr="0"/>
          <a:lstStyle>
            <a:lvl1pPr marL="0" indent="0" algn="ctr">
              <a:buNone/>
              <a:defRPr sz="1467">
                <a:solidFill>
                  <a:schemeClr val="tx1"/>
                </a:solidFill>
              </a:defRPr>
            </a:lvl1pPr>
          </a:lstStyle>
          <a:p>
            <a:r>
              <a:rPr lang="en-US"/>
              <a:t>Click icon to add picture</a:t>
            </a:r>
          </a:p>
        </p:txBody>
      </p:sp>
      <p:sp>
        <p:nvSpPr>
          <p:cNvPr id="9" name="Text Placeholder 7"/>
          <p:cNvSpPr>
            <a:spLocks noGrp="1"/>
          </p:cNvSpPr>
          <p:nvPr>
            <p:ph type="body" sz="quarter" idx="15" hasCustomPrompt="1"/>
          </p:nvPr>
        </p:nvSpPr>
        <p:spPr>
          <a:xfrm>
            <a:off x="1405788" y="4817925"/>
            <a:ext cx="2498440" cy="406401"/>
          </a:xfrm>
          <a:prstGeom prst="rect">
            <a:avLst/>
          </a:prstGeom>
        </p:spPr>
        <p:txBody>
          <a:bodyPr/>
          <a:lstStyle>
            <a:lvl1pPr marL="0" indent="0" algn="ctr">
              <a:buNone/>
              <a:defRPr sz="1800" baseline="0">
                <a:solidFill>
                  <a:schemeClr val="tx1"/>
                </a:solidFill>
              </a:defRPr>
            </a:lvl1pPr>
          </a:lstStyle>
          <a:p>
            <a:pPr lvl="0"/>
            <a:r>
              <a:rPr lang="en-US" dirty="0"/>
              <a:t>Place text here</a:t>
            </a:r>
          </a:p>
        </p:txBody>
      </p:sp>
      <p:sp>
        <p:nvSpPr>
          <p:cNvPr id="16" name="Picture Placeholder 3"/>
          <p:cNvSpPr>
            <a:spLocks noGrp="1"/>
          </p:cNvSpPr>
          <p:nvPr>
            <p:ph type="pic" sz="quarter" idx="16"/>
          </p:nvPr>
        </p:nvSpPr>
        <p:spPr>
          <a:xfrm>
            <a:off x="8228328" y="2143624"/>
            <a:ext cx="2367941" cy="2367941"/>
          </a:xfrm>
          <a:prstGeom prst="rect">
            <a:avLst/>
          </a:prstGeom>
          <a:ln>
            <a:noFill/>
          </a:ln>
        </p:spPr>
        <p:txBody>
          <a:bodyPr anchor="ctr" anchorCtr="0"/>
          <a:lstStyle>
            <a:lvl1pPr marL="0" indent="0" algn="ctr">
              <a:buNone/>
              <a:defRPr sz="1467">
                <a:solidFill>
                  <a:schemeClr val="tx1"/>
                </a:solidFill>
              </a:defRPr>
            </a:lvl1pPr>
          </a:lstStyle>
          <a:p>
            <a:r>
              <a:rPr lang="en-US"/>
              <a:t>Click icon to add picture</a:t>
            </a:r>
          </a:p>
        </p:txBody>
      </p:sp>
      <p:sp>
        <p:nvSpPr>
          <p:cNvPr id="18" name="Text Placeholder 7"/>
          <p:cNvSpPr>
            <a:spLocks noGrp="1"/>
          </p:cNvSpPr>
          <p:nvPr>
            <p:ph type="body" sz="quarter" idx="18" hasCustomPrompt="1"/>
          </p:nvPr>
        </p:nvSpPr>
        <p:spPr>
          <a:xfrm>
            <a:off x="4784435" y="4817925"/>
            <a:ext cx="2498440" cy="406401"/>
          </a:xfrm>
          <a:prstGeom prst="rect">
            <a:avLst/>
          </a:prstGeom>
        </p:spPr>
        <p:txBody>
          <a:bodyPr/>
          <a:lstStyle>
            <a:lvl1pPr marL="0" indent="0" algn="ctr">
              <a:buNone/>
              <a:defRPr sz="1800" baseline="0">
                <a:solidFill>
                  <a:schemeClr val="tx1"/>
                </a:solidFill>
              </a:defRPr>
            </a:lvl1pPr>
          </a:lstStyle>
          <a:p>
            <a:pPr lvl="0"/>
            <a:r>
              <a:rPr lang="en-US" dirty="0"/>
              <a:t>Place text here</a:t>
            </a:r>
          </a:p>
        </p:txBody>
      </p:sp>
      <p:sp>
        <p:nvSpPr>
          <p:cNvPr id="19" name="Text Placeholder 7"/>
          <p:cNvSpPr>
            <a:spLocks noGrp="1"/>
          </p:cNvSpPr>
          <p:nvPr>
            <p:ph type="body" sz="quarter" idx="19" hasCustomPrompt="1"/>
          </p:nvPr>
        </p:nvSpPr>
        <p:spPr>
          <a:xfrm>
            <a:off x="8163079" y="4817924"/>
            <a:ext cx="2498440" cy="406401"/>
          </a:xfrm>
          <a:prstGeom prst="rect">
            <a:avLst/>
          </a:prstGeom>
        </p:spPr>
        <p:txBody>
          <a:bodyPr/>
          <a:lstStyle>
            <a:lvl1pPr marL="0" indent="0" algn="ctr">
              <a:buNone/>
              <a:defRPr sz="1800" baseline="0">
                <a:solidFill>
                  <a:schemeClr val="tx1"/>
                </a:solidFill>
              </a:defRPr>
            </a:lvl1pPr>
          </a:lstStyle>
          <a:p>
            <a:pPr lvl="0"/>
            <a:r>
              <a:rPr lang="en-US" dirty="0"/>
              <a:t>Place text here</a:t>
            </a:r>
          </a:p>
        </p:txBody>
      </p:sp>
      <p:sp>
        <p:nvSpPr>
          <p:cNvPr id="11" name="Text Placeholder 6">
            <a:extLst>
              <a:ext uri="{FF2B5EF4-FFF2-40B4-BE49-F238E27FC236}">
                <a16:creationId xmlns:a16="http://schemas.microsoft.com/office/drawing/2014/main" id="{7CABE2E7-E078-26DB-4F0D-5DDB55E4CF1E}"/>
              </a:ext>
            </a:extLst>
          </p:cNvPr>
          <p:cNvSpPr>
            <a:spLocks noGrp="1"/>
          </p:cNvSpPr>
          <p:nvPr>
            <p:ph type="body" sz="quarter" idx="82" hasCustomPrompt="1"/>
          </p:nvPr>
        </p:nvSpPr>
        <p:spPr>
          <a:xfrm>
            <a:off x="632820" y="753583"/>
            <a:ext cx="7460073" cy="482748"/>
          </a:xfrm>
          <a:prstGeom prst="rect">
            <a:avLst/>
          </a:prstGeom>
        </p:spPr>
        <p:txBody>
          <a:bodyPr lIns="0" tIns="0" rIns="0" bIns="0" anchor="t" anchorCtr="0"/>
          <a:lstStyle>
            <a:lvl1pPr marL="0" indent="0">
              <a:lnSpc>
                <a:spcPct val="100000"/>
              </a:lnSpc>
              <a:spcBef>
                <a:spcPts val="0"/>
              </a:spcBef>
              <a:buNone/>
              <a:defRPr sz="3200" b="0" i="0">
                <a:solidFill>
                  <a:schemeClr val="bg1"/>
                </a:solidFill>
                <a:latin typeface="CiscoSansTT ExtraLight" panose="020B0303020201020303" pitchFamily="34" charset="0"/>
                <a:cs typeface="CiscoSansTT ExtraLight" panose="020B0303020201020303" pitchFamily="34" charset="0"/>
              </a:defRPr>
            </a:lvl1pPr>
          </a:lstStyle>
          <a:p>
            <a:r>
              <a:rPr lang="en-GB" dirty="0"/>
              <a:t>Heading goes here</a:t>
            </a:r>
          </a:p>
        </p:txBody>
      </p:sp>
      <p:sp>
        <p:nvSpPr>
          <p:cNvPr id="12" name="Text Placeholder 2">
            <a:extLst>
              <a:ext uri="{FF2B5EF4-FFF2-40B4-BE49-F238E27FC236}">
                <a16:creationId xmlns:a16="http://schemas.microsoft.com/office/drawing/2014/main" id="{BBFBD563-070B-FA44-E0C3-00C57DF2D622}"/>
              </a:ext>
            </a:extLst>
          </p:cNvPr>
          <p:cNvSpPr>
            <a:spLocks noGrp="1"/>
          </p:cNvSpPr>
          <p:nvPr>
            <p:ph type="body" sz="quarter" idx="14" hasCustomPrompt="1"/>
          </p:nvPr>
        </p:nvSpPr>
        <p:spPr>
          <a:xfrm>
            <a:off x="632127" y="431800"/>
            <a:ext cx="3489235" cy="304800"/>
          </a:xfrm>
          <a:prstGeom prst="rect">
            <a:avLst/>
          </a:prstGeom>
        </p:spPr>
        <p:txBody>
          <a:bodyPr lIns="0" tIns="0" rIns="0" bIns="0"/>
          <a:lstStyle>
            <a:lvl1pPr marL="0" indent="0">
              <a:spcBef>
                <a:spcPts val="0"/>
              </a:spcBef>
              <a:buFont typeface="Arial" panose="020B0604020202020204" pitchFamily="34" charset="0"/>
              <a:buNone/>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Section title</a:t>
            </a:r>
          </a:p>
        </p:txBody>
      </p:sp>
    </p:spTree>
    <p:extLst>
      <p:ext uri="{BB962C8B-B14F-4D97-AF65-F5344CB8AC3E}">
        <p14:creationId xmlns:p14="http://schemas.microsoft.com/office/powerpoint/2010/main" val="18041398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Photo grid 5">
    <p:spTree>
      <p:nvGrpSpPr>
        <p:cNvPr id="1" name=""/>
        <p:cNvGrpSpPr/>
        <p:nvPr/>
      </p:nvGrpSpPr>
      <p:grpSpPr>
        <a:xfrm>
          <a:off x="0" y="0"/>
          <a:ext cx="0" cy="0"/>
          <a:chOff x="0" y="0"/>
          <a:chExt cx="0" cy="0"/>
        </a:xfrm>
      </p:grpSpPr>
      <p:sp>
        <p:nvSpPr>
          <p:cNvPr id="2" name="Picture Placeholder 3"/>
          <p:cNvSpPr>
            <a:spLocks noGrp="1"/>
          </p:cNvSpPr>
          <p:nvPr>
            <p:ph type="pic" sz="quarter" idx="10"/>
          </p:nvPr>
        </p:nvSpPr>
        <p:spPr>
          <a:xfrm>
            <a:off x="1277249" y="1430868"/>
            <a:ext cx="2755521" cy="3742549"/>
          </a:xfrm>
          <a:prstGeom prst="rect">
            <a:avLst/>
          </a:prstGeom>
          <a:ln>
            <a:noFill/>
          </a:ln>
        </p:spPr>
        <p:txBody>
          <a:bodyPr anchor="ctr" anchorCtr="0"/>
          <a:lstStyle>
            <a:lvl1pPr marL="0" indent="0" algn="ctr">
              <a:buNone/>
              <a:defRPr sz="1467">
                <a:solidFill>
                  <a:schemeClr val="tx1"/>
                </a:solidFill>
              </a:defRPr>
            </a:lvl1pPr>
          </a:lstStyle>
          <a:p>
            <a:r>
              <a:rPr lang="en-US"/>
              <a:t>Click icon to add picture</a:t>
            </a:r>
          </a:p>
        </p:txBody>
      </p:sp>
      <p:sp>
        <p:nvSpPr>
          <p:cNvPr id="9" name="Text Placeholder 7"/>
          <p:cNvSpPr>
            <a:spLocks noGrp="1"/>
          </p:cNvSpPr>
          <p:nvPr>
            <p:ph type="body" sz="quarter" idx="15" hasCustomPrompt="1"/>
          </p:nvPr>
        </p:nvSpPr>
        <p:spPr>
          <a:xfrm>
            <a:off x="1405788" y="5479776"/>
            <a:ext cx="2498440" cy="406401"/>
          </a:xfrm>
          <a:prstGeom prst="rect">
            <a:avLst/>
          </a:prstGeom>
        </p:spPr>
        <p:txBody>
          <a:bodyPr/>
          <a:lstStyle>
            <a:lvl1pPr marL="0" indent="0" algn="ctr">
              <a:buNone/>
              <a:defRPr sz="1600" baseline="0">
                <a:solidFill>
                  <a:schemeClr val="tx1"/>
                </a:solidFill>
              </a:defRPr>
            </a:lvl1pPr>
          </a:lstStyle>
          <a:p>
            <a:pPr lvl="0"/>
            <a:r>
              <a:rPr lang="en-US" dirty="0"/>
              <a:t>Place text here</a:t>
            </a:r>
          </a:p>
        </p:txBody>
      </p:sp>
      <p:sp>
        <p:nvSpPr>
          <p:cNvPr id="18" name="Text Placeholder 7"/>
          <p:cNvSpPr>
            <a:spLocks noGrp="1"/>
          </p:cNvSpPr>
          <p:nvPr>
            <p:ph type="body" sz="quarter" idx="18" hasCustomPrompt="1"/>
          </p:nvPr>
        </p:nvSpPr>
        <p:spPr>
          <a:xfrm>
            <a:off x="4784435" y="5479776"/>
            <a:ext cx="2498440" cy="406401"/>
          </a:xfrm>
          <a:prstGeom prst="rect">
            <a:avLst/>
          </a:prstGeom>
        </p:spPr>
        <p:txBody>
          <a:bodyPr/>
          <a:lstStyle>
            <a:lvl1pPr marL="0" indent="0" algn="ctr">
              <a:buNone/>
              <a:defRPr sz="1600" baseline="0">
                <a:solidFill>
                  <a:schemeClr val="tx1"/>
                </a:solidFill>
              </a:defRPr>
            </a:lvl1pPr>
          </a:lstStyle>
          <a:p>
            <a:pPr lvl="0"/>
            <a:r>
              <a:rPr lang="en-US" dirty="0"/>
              <a:t>Place text here</a:t>
            </a:r>
          </a:p>
        </p:txBody>
      </p:sp>
      <p:sp>
        <p:nvSpPr>
          <p:cNvPr id="19" name="Text Placeholder 7"/>
          <p:cNvSpPr>
            <a:spLocks noGrp="1"/>
          </p:cNvSpPr>
          <p:nvPr>
            <p:ph type="body" sz="quarter" idx="19" hasCustomPrompt="1"/>
          </p:nvPr>
        </p:nvSpPr>
        <p:spPr>
          <a:xfrm>
            <a:off x="8163079" y="5479774"/>
            <a:ext cx="2498440" cy="406401"/>
          </a:xfrm>
          <a:prstGeom prst="rect">
            <a:avLst/>
          </a:prstGeom>
        </p:spPr>
        <p:txBody>
          <a:bodyPr/>
          <a:lstStyle>
            <a:lvl1pPr marL="0" indent="0" algn="ctr">
              <a:buNone/>
              <a:defRPr sz="1867" baseline="0">
                <a:solidFill>
                  <a:schemeClr val="tx1"/>
                </a:solidFill>
              </a:defRPr>
            </a:lvl1pPr>
          </a:lstStyle>
          <a:p>
            <a:pPr lvl="0"/>
            <a:r>
              <a:rPr lang="en-US" dirty="0"/>
              <a:t>Place text here</a:t>
            </a:r>
          </a:p>
        </p:txBody>
      </p:sp>
      <p:sp>
        <p:nvSpPr>
          <p:cNvPr id="10" name="Picture Placeholder 3">
            <a:extLst>
              <a:ext uri="{FF2B5EF4-FFF2-40B4-BE49-F238E27FC236}">
                <a16:creationId xmlns:a16="http://schemas.microsoft.com/office/drawing/2014/main" id="{5912C578-2CFA-2609-B2B9-3A660B33A60F}"/>
              </a:ext>
            </a:extLst>
          </p:cNvPr>
          <p:cNvSpPr>
            <a:spLocks noGrp="1"/>
          </p:cNvSpPr>
          <p:nvPr>
            <p:ph type="pic" sz="quarter" idx="20"/>
          </p:nvPr>
        </p:nvSpPr>
        <p:spPr>
          <a:xfrm>
            <a:off x="4709773" y="1430868"/>
            <a:ext cx="2755521" cy="3742549"/>
          </a:xfrm>
          <a:prstGeom prst="rect">
            <a:avLst/>
          </a:prstGeom>
          <a:ln>
            <a:noFill/>
          </a:ln>
        </p:spPr>
        <p:txBody>
          <a:bodyPr anchor="ctr" anchorCtr="0"/>
          <a:lstStyle>
            <a:lvl1pPr marL="0" indent="0" algn="ctr">
              <a:buNone/>
              <a:defRPr sz="1467">
                <a:solidFill>
                  <a:schemeClr val="tx1"/>
                </a:solidFill>
              </a:defRPr>
            </a:lvl1pPr>
          </a:lstStyle>
          <a:p>
            <a:r>
              <a:rPr lang="en-US"/>
              <a:t>Click icon to add picture</a:t>
            </a:r>
          </a:p>
        </p:txBody>
      </p:sp>
      <p:sp>
        <p:nvSpPr>
          <p:cNvPr id="11" name="Picture Placeholder 3">
            <a:extLst>
              <a:ext uri="{FF2B5EF4-FFF2-40B4-BE49-F238E27FC236}">
                <a16:creationId xmlns:a16="http://schemas.microsoft.com/office/drawing/2014/main" id="{75019E6F-7EDE-0A1E-A05A-9C903808C1F4}"/>
              </a:ext>
            </a:extLst>
          </p:cNvPr>
          <p:cNvSpPr>
            <a:spLocks noGrp="1"/>
          </p:cNvSpPr>
          <p:nvPr>
            <p:ph type="pic" sz="quarter" idx="21"/>
          </p:nvPr>
        </p:nvSpPr>
        <p:spPr>
          <a:xfrm>
            <a:off x="8034540" y="1430868"/>
            <a:ext cx="2755521" cy="3742549"/>
          </a:xfrm>
          <a:prstGeom prst="rect">
            <a:avLst/>
          </a:prstGeom>
          <a:ln>
            <a:noFill/>
          </a:ln>
        </p:spPr>
        <p:txBody>
          <a:bodyPr anchor="ctr" anchorCtr="0"/>
          <a:lstStyle>
            <a:lvl1pPr marL="0" indent="0" algn="ctr">
              <a:buNone/>
              <a:defRPr sz="1467">
                <a:solidFill>
                  <a:schemeClr val="tx1"/>
                </a:solidFill>
              </a:defRPr>
            </a:lvl1pPr>
          </a:lstStyle>
          <a:p>
            <a:r>
              <a:rPr lang="en-US"/>
              <a:t>Click icon to add picture</a:t>
            </a:r>
          </a:p>
        </p:txBody>
      </p:sp>
      <p:sp>
        <p:nvSpPr>
          <p:cNvPr id="12" name="Text Placeholder 6">
            <a:extLst>
              <a:ext uri="{FF2B5EF4-FFF2-40B4-BE49-F238E27FC236}">
                <a16:creationId xmlns:a16="http://schemas.microsoft.com/office/drawing/2014/main" id="{F1968240-A2D7-3AFB-E139-4C8B1C67EA55}"/>
              </a:ext>
            </a:extLst>
          </p:cNvPr>
          <p:cNvSpPr>
            <a:spLocks noGrp="1"/>
          </p:cNvSpPr>
          <p:nvPr>
            <p:ph type="body" sz="quarter" idx="90" hasCustomPrompt="1"/>
          </p:nvPr>
        </p:nvSpPr>
        <p:spPr>
          <a:xfrm>
            <a:off x="625928" y="450012"/>
            <a:ext cx="7460073" cy="482748"/>
          </a:xfrm>
          <a:prstGeom prst="rect">
            <a:avLst/>
          </a:prstGeom>
        </p:spPr>
        <p:txBody>
          <a:bodyPr lIns="0" tIns="0" rIns="0" bIns="0" anchor="t" anchorCtr="0"/>
          <a:lstStyle>
            <a:lvl1pPr marL="0" indent="0">
              <a:lnSpc>
                <a:spcPct val="100000"/>
              </a:lnSpc>
              <a:spcBef>
                <a:spcPts val="0"/>
              </a:spcBef>
              <a:buNone/>
              <a:defRPr sz="3200" b="0" i="0">
                <a:solidFill>
                  <a:schemeClr val="bg1"/>
                </a:solidFill>
                <a:latin typeface="CiscoSansTT ExtraLight" panose="020B0303020201020303" pitchFamily="34" charset="0"/>
                <a:cs typeface="CiscoSansTT ExtraLight" panose="020B0303020201020303" pitchFamily="34" charset="0"/>
              </a:defRPr>
            </a:lvl1pPr>
          </a:lstStyle>
          <a:p>
            <a:r>
              <a:rPr lang="en-GB" dirty="0"/>
              <a:t>Heading goes here</a:t>
            </a:r>
          </a:p>
        </p:txBody>
      </p:sp>
    </p:spTree>
    <p:extLst>
      <p:ext uri="{BB962C8B-B14F-4D97-AF65-F5344CB8AC3E}">
        <p14:creationId xmlns:p14="http://schemas.microsoft.com/office/powerpoint/2010/main" val="20147298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Photo grid 6">
    <p:spTree>
      <p:nvGrpSpPr>
        <p:cNvPr id="1" name=""/>
        <p:cNvGrpSpPr/>
        <p:nvPr/>
      </p:nvGrpSpPr>
      <p:grpSpPr>
        <a:xfrm>
          <a:off x="0" y="0"/>
          <a:ext cx="0" cy="0"/>
          <a:chOff x="0" y="0"/>
          <a:chExt cx="0" cy="0"/>
        </a:xfrm>
      </p:grpSpPr>
      <p:sp>
        <p:nvSpPr>
          <p:cNvPr id="10" name="Picture Placeholder 6">
            <a:extLst>
              <a:ext uri="{FF2B5EF4-FFF2-40B4-BE49-F238E27FC236}">
                <a16:creationId xmlns:a16="http://schemas.microsoft.com/office/drawing/2014/main" id="{2C94DA5F-CCF7-A048-8A5D-EE8276E9014F}"/>
              </a:ext>
            </a:extLst>
          </p:cNvPr>
          <p:cNvSpPr>
            <a:spLocks noGrp="1"/>
          </p:cNvSpPr>
          <p:nvPr>
            <p:ph type="pic" sz="quarter" idx="10"/>
          </p:nvPr>
        </p:nvSpPr>
        <p:spPr>
          <a:xfrm>
            <a:off x="6087533" y="2"/>
            <a:ext cx="2737152" cy="4409831"/>
          </a:xfrm>
          <a:prstGeom prst="rect">
            <a:avLst/>
          </a:prstGeom>
        </p:spPr>
        <p:txBody>
          <a:bodyPr anchor="ctr" anchorCtr="0"/>
          <a:lstStyle>
            <a:lvl1pPr marL="0" indent="0" algn="ctr">
              <a:buNone/>
              <a:defRPr>
                <a:solidFill>
                  <a:schemeClr val="tx1"/>
                </a:solidFill>
              </a:defRPr>
            </a:lvl1pPr>
          </a:lstStyle>
          <a:p>
            <a:r>
              <a:rPr lang="en-US"/>
              <a:t>Click icon to add picture</a:t>
            </a:r>
            <a:endParaRPr lang="en-US" dirty="0"/>
          </a:p>
        </p:txBody>
      </p:sp>
      <p:sp>
        <p:nvSpPr>
          <p:cNvPr id="13" name="Picture Placeholder 6">
            <a:extLst>
              <a:ext uri="{FF2B5EF4-FFF2-40B4-BE49-F238E27FC236}">
                <a16:creationId xmlns:a16="http://schemas.microsoft.com/office/drawing/2014/main" id="{4C8B1DB1-55C6-E44A-9630-610A391F3189}"/>
              </a:ext>
            </a:extLst>
          </p:cNvPr>
          <p:cNvSpPr>
            <a:spLocks noGrp="1"/>
          </p:cNvSpPr>
          <p:nvPr>
            <p:ph type="pic" sz="quarter" idx="33"/>
          </p:nvPr>
        </p:nvSpPr>
        <p:spPr>
          <a:xfrm>
            <a:off x="6087533" y="4645904"/>
            <a:ext cx="2737152" cy="2212096"/>
          </a:xfrm>
          <a:prstGeom prst="rect">
            <a:avLst/>
          </a:prstGeom>
        </p:spPr>
        <p:txBody>
          <a:bodyPr anchor="ctr" anchorCtr="0"/>
          <a:lstStyle>
            <a:lvl1pPr marL="0" indent="0" algn="ctr">
              <a:buNone/>
              <a:defRPr>
                <a:solidFill>
                  <a:schemeClr val="tx1"/>
                </a:solidFill>
              </a:defRPr>
            </a:lvl1pPr>
          </a:lstStyle>
          <a:p>
            <a:r>
              <a:rPr lang="en-US"/>
              <a:t>Click icon to add picture</a:t>
            </a:r>
            <a:endParaRPr lang="en-US" dirty="0"/>
          </a:p>
        </p:txBody>
      </p:sp>
      <p:sp>
        <p:nvSpPr>
          <p:cNvPr id="14" name="Picture Placeholder 6">
            <a:extLst>
              <a:ext uri="{FF2B5EF4-FFF2-40B4-BE49-F238E27FC236}">
                <a16:creationId xmlns:a16="http://schemas.microsoft.com/office/drawing/2014/main" id="{00000B7C-B9C2-3692-DA0C-7CD43971473C}"/>
              </a:ext>
            </a:extLst>
          </p:cNvPr>
          <p:cNvSpPr>
            <a:spLocks noGrp="1"/>
          </p:cNvSpPr>
          <p:nvPr>
            <p:ph type="pic" sz="quarter" idx="34"/>
          </p:nvPr>
        </p:nvSpPr>
        <p:spPr>
          <a:xfrm>
            <a:off x="9106505" y="2448171"/>
            <a:ext cx="2737152" cy="4409831"/>
          </a:xfrm>
          <a:prstGeom prst="rect">
            <a:avLst/>
          </a:prstGeom>
        </p:spPr>
        <p:txBody>
          <a:bodyPr anchor="ctr" anchorCtr="0"/>
          <a:lstStyle>
            <a:lvl1pPr marL="0" indent="0" algn="ctr">
              <a:buNone/>
              <a:defRPr>
                <a:solidFill>
                  <a:schemeClr val="tx1"/>
                </a:solidFill>
              </a:defRPr>
            </a:lvl1pPr>
          </a:lstStyle>
          <a:p>
            <a:r>
              <a:rPr lang="en-US"/>
              <a:t>Click icon to add picture</a:t>
            </a:r>
            <a:endParaRPr lang="en-US" dirty="0"/>
          </a:p>
        </p:txBody>
      </p:sp>
      <p:sp>
        <p:nvSpPr>
          <p:cNvPr id="16" name="Picture Placeholder 6">
            <a:extLst>
              <a:ext uri="{FF2B5EF4-FFF2-40B4-BE49-F238E27FC236}">
                <a16:creationId xmlns:a16="http://schemas.microsoft.com/office/drawing/2014/main" id="{66766FEE-7FB9-ABDC-C0E5-6CCEACB6769D}"/>
              </a:ext>
            </a:extLst>
          </p:cNvPr>
          <p:cNvSpPr>
            <a:spLocks noGrp="1"/>
          </p:cNvSpPr>
          <p:nvPr>
            <p:ph type="pic" sz="quarter" idx="35"/>
          </p:nvPr>
        </p:nvSpPr>
        <p:spPr>
          <a:xfrm>
            <a:off x="9106505" y="-7181"/>
            <a:ext cx="2737152" cy="2212096"/>
          </a:xfrm>
          <a:prstGeom prst="rect">
            <a:avLst/>
          </a:prstGeom>
        </p:spPr>
        <p:txBody>
          <a:bodyPr anchor="ctr" anchorCtr="0"/>
          <a:lstStyle>
            <a:lvl1pPr marL="0" indent="0" algn="ctr">
              <a:buNone/>
              <a:defRPr>
                <a:solidFill>
                  <a:schemeClr val="tx1"/>
                </a:solidFill>
              </a:defRPr>
            </a:lvl1pPr>
          </a:lstStyle>
          <a:p>
            <a:r>
              <a:rPr lang="en-US"/>
              <a:t>Click icon to add picture</a:t>
            </a:r>
            <a:endParaRPr lang="en-US" dirty="0"/>
          </a:p>
        </p:txBody>
      </p:sp>
      <p:sp>
        <p:nvSpPr>
          <p:cNvPr id="11" name="Title 1">
            <a:extLst>
              <a:ext uri="{FF2B5EF4-FFF2-40B4-BE49-F238E27FC236}">
                <a16:creationId xmlns:a16="http://schemas.microsoft.com/office/drawing/2014/main" id="{A089A6F4-712F-CDCA-8B9E-9557816C62EB}"/>
              </a:ext>
            </a:extLst>
          </p:cNvPr>
          <p:cNvSpPr>
            <a:spLocks noGrp="1"/>
          </p:cNvSpPr>
          <p:nvPr>
            <p:ph type="ctrTitle" hasCustomPrompt="1"/>
          </p:nvPr>
        </p:nvSpPr>
        <p:spPr>
          <a:xfrm>
            <a:off x="632125" y="1761828"/>
            <a:ext cx="3489235" cy="443753"/>
          </a:xfrm>
          <a:prstGeom prst="rect">
            <a:avLst/>
          </a:prstGeom>
        </p:spPr>
        <p:txBody>
          <a:bodyPr lIns="0" tIns="0" rIns="0" bIns="0" anchor="b"/>
          <a:lstStyle>
            <a:lvl1pPr marL="0" indent="0" algn="l">
              <a:lnSpc>
                <a:spcPct val="100000"/>
              </a:lnSpc>
              <a:buFont typeface="Arial" panose="020B0604020202020204" pitchFamily="34" charset="0"/>
              <a:buNone/>
              <a:defRPr sz="3200" b="0" i="0" spc="0" baseline="0">
                <a:solidFill>
                  <a:schemeClr val="bg1"/>
                </a:solidFill>
                <a:latin typeface="CiscoSansTT ExtraLight" panose="020B0303020201020303" pitchFamily="34" charset="0"/>
                <a:cs typeface="CiscoSansTT ExtraLight" panose="020B0303020201020303" pitchFamily="34" charset="0"/>
              </a:defRPr>
            </a:lvl1pPr>
          </a:lstStyle>
          <a:p>
            <a:r>
              <a:rPr lang="en-GB" dirty="0"/>
              <a:t>Heading </a:t>
            </a:r>
            <a:endParaRPr lang="en-US" dirty="0"/>
          </a:p>
        </p:txBody>
      </p:sp>
      <p:sp>
        <p:nvSpPr>
          <p:cNvPr id="17" name="Text Placeholder 2">
            <a:extLst>
              <a:ext uri="{FF2B5EF4-FFF2-40B4-BE49-F238E27FC236}">
                <a16:creationId xmlns:a16="http://schemas.microsoft.com/office/drawing/2014/main" id="{972BF7ED-AC89-B066-6405-86D841A4EB03}"/>
              </a:ext>
            </a:extLst>
          </p:cNvPr>
          <p:cNvSpPr>
            <a:spLocks noGrp="1"/>
          </p:cNvSpPr>
          <p:nvPr>
            <p:ph type="body" sz="quarter" idx="16" hasCustomPrompt="1"/>
          </p:nvPr>
        </p:nvSpPr>
        <p:spPr>
          <a:xfrm>
            <a:off x="632125" y="2372473"/>
            <a:ext cx="3489235" cy="182881"/>
          </a:xfrm>
          <a:prstGeom prst="rect">
            <a:avLst/>
          </a:prstGeom>
        </p:spPr>
        <p:txBody>
          <a:bodyPr lIns="0" tIns="0" rIns="0" bIns="0"/>
          <a:lstStyle>
            <a:lvl1pPr marL="0" indent="0">
              <a:buFont typeface="Arial" panose="020B0604020202020204" pitchFamily="34" charset="0"/>
              <a:buNone/>
              <a:defRPr sz="16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Subtitle</a:t>
            </a:r>
          </a:p>
        </p:txBody>
      </p:sp>
      <p:sp>
        <p:nvSpPr>
          <p:cNvPr id="18" name="Text Placeholder 2">
            <a:extLst>
              <a:ext uri="{FF2B5EF4-FFF2-40B4-BE49-F238E27FC236}">
                <a16:creationId xmlns:a16="http://schemas.microsoft.com/office/drawing/2014/main" id="{0A9F1691-DBBD-8959-76B0-C07758051C17}"/>
              </a:ext>
            </a:extLst>
          </p:cNvPr>
          <p:cNvSpPr>
            <a:spLocks noGrp="1"/>
          </p:cNvSpPr>
          <p:nvPr>
            <p:ph type="body" sz="quarter" idx="30" hasCustomPrompt="1"/>
          </p:nvPr>
        </p:nvSpPr>
        <p:spPr>
          <a:xfrm>
            <a:off x="632125" y="2803020"/>
            <a:ext cx="3489235" cy="1078213"/>
          </a:xfrm>
          <a:prstGeom prst="rect">
            <a:avLst/>
          </a:prstGeom>
        </p:spPr>
        <p:txBody>
          <a:bodyPr lIns="0" tIns="0" rIns="0" bIns="0"/>
          <a:lstStyle>
            <a:lvl1pPr marL="0" marR="0" indent="0" algn="l" defTabSz="912276" rtl="0" eaLnBrk="1" fontAlgn="base" latinLnBrk="0" hangingPunct="1">
              <a:lnSpc>
                <a:spcPts val="1733"/>
              </a:lnSpc>
              <a:spcBef>
                <a:spcPts val="0"/>
              </a:spcBef>
              <a:spcAft>
                <a:spcPts val="800"/>
              </a:spcAft>
              <a:buClr>
                <a:schemeClr val="tx2"/>
              </a:buClr>
              <a:buSzPct val="90000"/>
              <a:buFont typeface="Arial" panose="020B0604020202020204" pitchFamily="34" charset="0"/>
              <a:buNone/>
              <a:tabLst/>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labore et dolore. 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labore.</a:t>
            </a:r>
          </a:p>
          <a:p>
            <a:pPr lvl="0"/>
            <a:endParaRPr lang="en-GB" dirty="0"/>
          </a:p>
        </p:txBody>
      </p:sp>
      <p:sp>
        <p:nvSpPr>
          <p:cNvPr id="12" name="Text Placeholder 2">
            <a:extLst>
              <a:ext uri="{FF2B5EF4-FFF2-40B4-BE49-F238E27FC236}">
                <a16:creationId xmlns:a16="http://schemas.microsoft.com/office/drawing/2014/main" id="{C9340E82-B158-1238-2658-3BE2D616C842}"/>
              </a:ext>
            </a:extLst>
          </p:cNvPr>
          <p:cNvSpPr>
            <a:spLocks noGrp="1"/>
          </p:cNvSpPr>
          <p:nvPr>
            <p:ph type="body" sz="quarter" idx="14" hasCustomPrompt="1"/>
          </p:nvPr>
        </p:nvSpPr>
        <p:spPr>
          <a:xfrm>
            <a:off x="632127" y="431800"/>
            <a:ext cx="3489235" cy="304800"/>
          </a:xfrm>
          <a:prstGeom prst="rect">
            <a:avLst/>
          </a:prstGeom>
        </p:spPr>
        <p:txBody>
          <a:bodyPr lIns="0" tIns="0" rIns="0" bIns="0"/>
          <a:lstStyle>
            <a:lvl1pPr marL="0" indent="0">
              <a:spcBef>
                <a:spcPts val="0"/>
              </a:spcBef>
              <a:buFont typeface="Arial" panose="020B0604020202020204" pitchFamily="34" charset="0"/>
              <a:buNone/>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Section title</a:t>
            </a:r>
          </a:p>
        </p:txBody>
      </p:sp>
    </p:spTree>
    <p:extLst>
      <p:ext uri="{BB962C8B-B14F-4D97-AF65-F5344CB8AC3E}">
        <p14:creationId xmlns:p14="http://schemas.microsoft.com/office/powerpoint/2010/main" val="376227880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extLst>
    <p:ext uri="{DCECCB84-F9BA-43D5-87BE-67443E8EF086}">
      <p15:sldGuideLst xmlns:p15="http://schemas.microsoft.com/office/powerpoint/2012/main">
        <p15:guide id="4" pos="3567">
          <p15:clr>
            <a:srgbClr val="FBAE40"/>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p:cSld name="Blank">
    <p:bg>
      <p:bgPr>
        <a:solidFill>
          <a:schemeClr val="bg2"/>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4186924"/>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p:cSld name="Closing">
    <p:spTree>
      <p:nvGrpSpPr>
        <p:cNvPr id="1" name=""/>
        <p:cNvGrpSpPr/>
        <p:nvPr/>
      </p:nvGrpSpPr>
      <p:grpSpPr>
        <a:xfrm>
          <a:off x="0" y="0"/>
          <a:ext cx="0" cy="0"/>
          <a:chOff x="0" y="0"/>
          <a:chExt cx="0" cy="0"/>
        </a:xfrm>
      </p:grpSpPr>
      <p:pic>
        <p:nvPicPr>
          <p:cNvPr id="4" name="Graphic 3">
            <a:extLst>
              <a:ext uri="{FF2B5EF4-FFF2-40B4-BE49-F238E27FC236}">
                <a16:creationId xmlns:a16="http://schemas.microsoft.com/office/drawing/2014/main" id="{26AD5A65-A7EB-424E-8ADF-62E6668815B4}"/>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5038770" y="2921000"/>
            <a:ext cx="2114461" cy="874949"/>
          </a:xfrm>
          <a:prstGeom prst="rect">
            <a:avLst/>
          </a:prstGeom>
        </p:spPr>
      </p:pic>
    </p:spTree>
    <p:extLst>
      <p:ext uri="{BB962C8B-B14F-4D97-AF65-F5344CB8AC3E}">
        <p14:creationId xmlns:p14="http://schemas.microsoft.com/office/powerpoint/2010/main" val="1966874124"/>
      </p:ext>
    </p:extLst>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p:cSld name="Sky Closing">
    <p:bg>
      <p:bgPr>
        <a:solidFill>
          <a:schemeClr val="accent1"/>
        </a:solidFill>
        <a:effectLst/>
      </p:bgPr>
    </p:bg>
    <p:spTree>
      <p:nvGrpSpPr>
        <p:cNvPr id="1" name=""/>
        <p:cNvGrpSpPr/>
        <p:nvPr/>
      </p:nvGrpSpPr>
      <p:grpSpPr>
        <a:xfrm>
          <a:off x="0" y="0"/>
          <a:ext cx="0" cy="0"/>
          <a:chOff x="0" y="0"/>
          <a:chExt cx="0" cy="0"/>
        </a:xfrm>
      </p:grpSpPr>
      <p:pic>
        <p:nvPicPr>
          <p:cNvPr id="4" name="Graphic 3">
            <a:extLst>
              <a:ext uri="{FF2B5EF4-FFF2-40B4-BE49-F238E27FC236}">
                <a16:creationId xmlns:a16="http://schemas.microsoft.com/office/drawing/2014/main" id="{26AD5A65-A7EB-424E-8ADF-62E6668815B4}"/>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5038770" y="2921000"/>
            <a:ext cx="2114461" cy="874949"/>
          </a:xfrm>
          <a:prstGeom prst="rect">
            <a:avLst/>
          </a:prstGeom>
        </p:spPr>
      </p:pic>
    </p:spTree>
    <p:extLst>
      <p:ext uri="{BB962C8B-B14F-4D97-AF65-F5344CB8AC3E}">
        <p14:creationId xmlns:p14="http://schemas.microsoft.com/office/powerpoint/2010/main" val="3320462693"/>
      </p:ext>
    </p:extLst>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56.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968FB1-B6DC-CF76-850E-144038CD9C1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55C55CB1-C2DF-C776-BAAE-460ACE4E347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78A5FBD7-0744-BF3C-7B5F-7A657AC55288}"/>
              </a:ext>
            </a:extLst>
          </p:cNvPr>
          <p:cNvSpPr>
            <a:spLocks noGrp="1"/>
          </p:cNvSpPr>
          <p:nvPr>
            <p:ph type="dt" sz="half" idx="10"/>
          </p:nvPr>
        </p:nvSpPr>
        <p:spPr/>
        <p:txBody>
          <a:bodyPr/>
          <a:lstStyle/>
          <a:p>
            <a:fld id="{F52AB552-C10C-488B-9CE7-3A4A985B3F35}" type="datetimeFigureOut">
              <a:rPr lang="en-GB" smtClean="0"/>
              <a:t>23/06/2026</a:t>
            </a:fld>
            <a:endParaRPr lang="en-GB"/>
          </a:p>
        </p:txBody>
      </p:sp>
      <p:sp>
        <p:nvSpPr>
          <p:cNvPr id="5" name="Footer Placeholder 4">
            <a:extLst>
              <a:ext uri="{FF2B5EF4-FFF2-40B4-BE49-F238E27FC236}">
                <a16:creationId xmlns:a16="http://schemas.microsoft.com/office/drawing/2014/main" id="{7090664D-F469-F3F9-5283-DAC840BEE309}"/>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4138CA2C-7F38-F198-FD56-6CC5503F1B43}"/>
              </a:ext>
            </a:extLst>
          </p:cNvPr>
          <p:cNvSpPr>
            <a:spLocks noGrp="1"/>
          </p:cNvSpPr>
          <p:nvPr>
            <p:ph type="sldNum" sz="quarter" idx="12"/>
          </p:nvPr>
        </p:nvSpPr>
        <p:spPr/>
        <p:txBody>
          <a:bodyPr/>
          <a:lstStyle/>
          <a:p>
            <a:fld id="{9533D7BF-1D0D-4EAC-B4DF-8CE780A7E05D}" type="slidenum">
              <a:rPr lang="en-GB" smtClean="0"/>
              <a:t>‹#›</a:t>
            </a:fld>
            <a:endParaRPr lang="en-GB"/>
          </a:p>
        </p:txBody>
      </p:sp>
    </p:spTree>
    <p:extLst>
      <p:ext uri="{BB962C8B-B14F-4D97-AF65-F5344CB8AC3E}">
        <p14:creationId xmlns:p14="http://schemas.microsoft.com/office/powerpoint/2010/main" val="3402215413"/>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image" Target="../media/image1.svg"/><Relationship Id="rId5" Type="http://schemas.openxmlformats.org/officeDocument/2006/relationships/slideLayout" Target="../slideLayouts/slideLayout5.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theme" Target="../theme/theme1.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2"/>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543E5826-E261-5240-BCCC-F517FDB6EBB5}"/>
              </a:ext>
            </a:extLst>
          </p:cNvPr>
          <p:cNvSpPr>
            <a:spLocks noChangeArrowheads="1"/>
          </p:cNvSpPr>
          <p:nvPr/>
        </p:nvSpPr>
        <p:spPr bwMode="ltGray">
          <a:xfrm>
            <a:off x="1142755" y="6383796"/>
            <a:ext cx="4534733" cy="164924"/>
          </a:xfrm>
          <a:prstGeom prst="rect">
            <a:avLst/>
          </a:prstGeom>
          <a:noFill/>
          <a:ln w="9525">
            <a:noFill/>
            <a:miter lim="800000"/>
            <a:headEnd/>
            <a:tailEnd/>
          </a:ln>
          <a:effectLst/>
        </p:spPr>
        <p:txBody>
          <a:bodyPr wrap="square" lIns="82115" tIns="41056" rIns="82115" bIns="41056" anchor="b">
            <a:spAutoFit/>
          </a:bodyPr>
          <a:lstStyle/>
          <a:p>
            <a:pPr defTabSz="814318" fontAlgn="auto">
              <a:spcBef>
                <a:spcPts val="0"/>
              </a:spcBef>
              <a:spcAft>
                <a:spcPts val="0"/>
              </a:spcAft>
              <a:defRPr/>
            </a:pPr>
            <a:r>
              <a:rPr lang="en-US" sz="533" b="0" i="0" spc="27" baseline="0" dirty="0">
                <a:solidFill>
                  <a:schemeClr val="tx1"/>
                </a:solidFill>
                <a:latin typeface="CiscoSansTT Light" panose="020B0503020201020303" pitchFamily="34" charset="0"/>
                <a:ea typeface="+mn-ea"/>
                <a:cs typeface="CiscoSansTT Light" panose="020B0503020201020303" pitchFamily="34" charset="0"/>
              </a:rPr>
              <a:t>© 2022  Cisco and/or its affiliates. All rights reserved.   Cisco Confidential</a:t>
            </a:r>
          </a:p>
        </p:txBody>
      </p:sp>
      <p:pic>
        <p:nvPicPr>
          <p:cNvPr id="6" name="Picture 7">
            <a:extLst>
              <a:ext uri="{FF2B5EF4-FFF2-40B4-BE49-F238E27FC236}">
                <a16:creationId xmlns:a16="http://schemas.microsoft.com/office/drawing/2014/main" id="{563804D0-1B5B-924C-8995-DA787F4942D5}"/>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58"/>
              </a:ext>
            </a:extLst>
          </a:blip>
          <a:srcRect/>
          <a:stretch/>
        </p:blipFill>
        <p:spPr>
          <a:xfrm>
            <a:off x="609602" y="6342698"/>
            <a:ext cx="396305" cy="208228"/>
          </a:xfrm>
          <a:prstGeom prst="rect">
            <a:avLst/>
          </a:prstGeom>
        </p:spPr>
      </p:pic>
      <p:sp>
        <p:nvSpPr>
          <p:cNvPr id="3" name="TextBox 2">
            <a:extLst>
              <a:ext uri="{FF2B5EF4-FFF2-40B4-BE49-F238E27FC236}">
                <a16:creationId xmlns:a16="http://schemas.microsoft.com/office/drawing/2014/main" id="{1BFB14FC-6FDB-E320-A985-C31EA28A4550}"/>
              </a:ext>
            </a:extLst>
          </p:cNvPr>
          <p:cNvSpPr txBox="1"/>
          <p:nvPr>
            <p:extLst>
              <p:ext uri="{1162E1C5-73C7-4A58-AE30-91384D911F3F}">
                <p184:classification xmlns:p184="http://schemas.microsoft.com/office/powerpoint/2018/4/main" val="ftr"/>
              </p:ext>
            </p:extLst>
          </p:nvPr>
        </p:nvSpPr>
        <p:spPr>
          <a:xfrm>
            <a:off x="11385550" y="6672580"/>
            <a:ext cx="765175" cy="121920"/>
          </a:xfrm>
          <a:prstGeom prst="rect">
            <a:avLst/>
          </a:prstGeom>
        </p:spPr>
        <p:txBody>
          <a:bodyPr horzOverflow="overflow" lIns="0" tIns="0" rIns="0" bIns="0">
            <a:spAutoFit/>
          </a:bodyPr>
          <a:lstStyle/>
          <a:p>
            <a:pPr algn="l"/>
            <a:r>
              <a:rPr lang="en-US" sz="800">
                <a:solidFill>
                  <a:srgbClr val="000000"/>
                </a:solidFill>
                <a:latin typeface="Calibri" panose="020F0502020204030204" pitchFamily="34" charset="0"/>
                <a:cs typeface="Calibri" panose="020F0502020204030204" pitchFamily="34" charset="0"/>
              </a:rPr>
              <a:t>Cisco Confidential</a:t>
            </a:r>
          </a:p>
        </p:txBody>
      </p:sp>
    </p:spTree>
    <p:extLst>
      <p:ext uri="{BB962C8B-B14F-4D97-AF65-F5344CB8AC3E}">
        <p14:creationId xmlns:p14="http://schemas.microsoft.com/office/powerpoint/2010/main" val="2596527968"/>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 id="2147483707" r:id="rId47"/>
    <p:sldLayoutId id="2147483708" r:id="rId48"/>
    <p:sldLayoutId id="2147483709" r:id="rId49"/>
    <p:sldLayoutId id="2147483710" r:id="rId50"/>
    <p:sldLayoutId id="2147483711" r:id="rId51"/>
    <p:sldLayoutId id="2147483712" r:id="rId52"/>
    <p:sldLayoutId id="2147483713" r:id="rId53"/>
    <p:sldLayoutId id="2147483714" r:id="rId54"/>
    <p:sldLayoutId id="2147483715" r:id="rId55"/>
    <p:sldLayoutId id="2147483716" r:id="rId56"/>
  </p:sldLayoutIdLst>
  <mc:AlternateContent xmlns:mc="http://schemas.openxmlformats.org/markup-compatibility/2006">
    <mc:Choice xmlns:p14="http://schemas.microsoft.com/office/powerpoint/2010/main" Requires="p14">
      <p:transition p14:dur="10"/>
    </mc:Choice>
    <mc:Fallback>
      <p:transition/>
    </mc:Fallback>
  </mc:AlternateContent>
  <p:txStyles>
    <p:titleStyle>
      <a:lvl1pPr algn="l" defTabSz="912276" rtl="0" eaLnBrk="1" fontAlgn="base" hangingPunct="1">
        <a:lnSpc>
          <a:spcPct val="80000"/>
        </a:lnSpc>
        <a:spcBef>
          <a:spcPct val="0"/>
        </a:spcBef>
        <a:spcAft>
          <a:spcPct val="0"/>
        </a:spcAft>
        <a:defRPr lang="en-US" sz="3733" b="0" i="0" u="none" kern="1200" dirty="0">
          <a:solidFill>
            <a:schemeClr val="tx2"/>
          </a:solidFill>
          <a:latin typeface="+mj-lt"/>
          <a:ea typeface="CiscoSansTT Thin" charset="0"/>
          <a:cs typeface="CiscoSansTT Thin" charset="0"/>
        </a:defRPr>
      </a:lvl1pPr>
      <a:lvl2pPr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2pPr>
      <a:lvl3pPr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3pPr>
      <a:lvl4pPr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4pPr>
      <a:lvl5pPr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5pPr>
      <a:lvl6pPr marL="609595"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6pPr>
      <a:lvl7pPr marL="1219190"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7pPr>
      <a:lvl8pPr marL="1828785"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8pPr>
      <a:lvl9pPr marL="2438379"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9pPr>
    </p:titleStyle>
    <p:bodyStyle>
      <a:lvl1pPr marL="226482" indent="-226482" algn="l" defTabSz="912276" rtl="0" eaLnBrk="1" fontAlgn="base" hangingPunct="1">
        <a:lnSpc>
          <a:spcPct val="95000"/>
        </a:lnSpc>
        <a:spcBef>
          <a:spcPts val="1433"/>
        </a:spcBef>
        <a:spcAft>
          <a:spcPct val="0"/>
        </a:spcAft>
        <a:buClr>
          <a:schemeClr val="tx2"/>
        </a:buClr>
        <a:buSzPct val="90000"/>
        <a:buFont typeface="Arial" charset="0"/>
        <a:buChar char="•"/>
        <a:defRPr lang="en-US" sz="2000" kern="1200" dirty="0">
          <a:solidFill>
            <a:schemeClr val="tx1"/>
          </a:solidFill>
          <a:latin typeface="+mn-lt"/>
          <a:ea typeface="ＭＳ Ｐゴシック" charset="0"/>
          <a:cs typeface="CiscoSans"/>
        </a:defRPr>
      </a:lvl1pPr>
      <a:lvl2pPr marL="478363" indent="-287865" algn="l" defTabSz="912276" rtl="0" eaLnBrk="1" fontAlgn="base" hangingPunct="1">
        <a:lnSpc>
          <a:spcPct val="95000"/>
        </a:lnSpc>
        <a:spcBef>
          <a:spcPts val="800"/>
        </a:spcBef>
        <a:spcAft>
          <a:spcPct val="0"/>
        </a:spcAft>
        <a:buClr>
          <a:schemeClr val="tx2"/>
        </a:buClr>
        <a:buFont typeface="Arial" charset="0"/>
        <a:buChar char="•"/>
        <a:defRPr lang="en-US" sz="1867" kern="1200" dirty="0">
          <a:solidFill>
            <a:schemeClr val="tx1"/>
          </a:solidFill>
          <a:latin typeface="+mn-lt"/>
          <a:ea typeface="ＭＳ Ｐゴシック" charset="0"/>
          <a:cs typeface="CiscoSans"/>
        </a:defRPr>
      </a:lvl2pPr>
      <a:lvl3pPr marL="575728" indent="-226482" algn="l" defTabSz="912276" rtl="0" eaLnBrk="1" fontAlgn="base" hangingPunct="1">
        <a:lnSpc>
          <a:spcPct val="95000"/>
        </a:lnSpc>
        <a:spcBef>
          <a:spcPts val="833"/>
        </a:spcBef>
        <a:spcAft>
          <a:spcPct val="0"/>
        </a:spcAft>
        <a:buFont typeface="Arial" charset="0"/>
        <a:buChar char="•"/>
        <a:defRPr lang="en-US" sz="1600" kern="1200" dirty="0">
          <a:solidFill>
            <a:schemeClr val="tx1"/>
          </a:solidFill>
          <a:latin typeface="+mn-lt"/>
          <a:ea typeface="ＭＳ Ｐゴシック" charset="0"/>
          <a:cs typeface="CiscoSans"/>
        </a:defRPr>
      </a:lvl3pPr>
      <a:lvl4pPr marL="670978" indent="-226482" algn="l" defTabSz="912276" rtl="0" eaLnBrk="1" fontAlgn="base" hangingPunct="1">
        <a:lnSpc>
          <a:spcPct val="95000"/>
        </a:lnSpc>
        <a:spcBef>
          <a:spcPts val="833"/>
        </a:spcBef>
        <a:spcAft>
          <a:spcPct val="0"/>
        </a:spcAft>
        <a:buFont typeface="Arial" charset="0"/>
        <a:buChar char="•"/>
        <a:defRPr lang="en-US" sz="1467" kern="1200" dirty="0">
          <a:solidFill>
            <a:schemeClr val="tx1"/>
          </a:solidFill>
          <a:latin typeface="+mn-lt"/>
          <a:ea typeface="ＭＳ Ｐゴシック" charset="0"/>
          <a:cs typeface="CiscoSans"/>
        </a:defRPr>
      </a:lvl4pPr>
      <a:lvl5pPr marL="766228" indent="-226482" algn="l" defTabSz="912276" rtl="0" eaLnBrk="1" fontAlgn="base" hangingPunct="1">
        <a:lnSpc>
          <a:spcPct val="95000"/>
        </a:lnSpc>
        <a:spcBef>
          <a:spcPts val="833"/>
        </a:spcBef>
        <a:spcAft>
          <a:spcPct val="0"/>
        </a:spcAft>
        <a:buFont typeface="Arial" charset="0"/>
        <a:buChar char="•"/>
        <a:defRPr lang="en-US" sz="1467" kern="1200" dirty="0">
          <a:solidFill>
            <a:schemeClr val="tx1"/>
          </a:solidFill>
          <a:latin typeface="+mn-lt"/>
          <a:ea typeface="ＭＳ Ｐゴシック" charset="0"/>
          <a:cs typeface="CiscoSans"/>
        </a:defRPr>
      </a:lvl5pPr>
      <a:lvl6pPr marL="1151798" indent="-228592" algn="l" defTabSz="914362" rtl="0" eaLnBrk="1" latinLnBrk="0" hangingPunct="1">
        <a:spcBef>
          <a:spcPts val="800"/>
        </a:spcBef>
        <a:buFont typeface="Arial" pitchFamily="34" charset="0"/>
        <a:buChar char="•"/>
        <a:defRPr sz="1200" kern="1200" baseline="0">
          <a:solidFill>
            <a:schemeClr val="tx1"/>
          </a:solidFill>
          <a:latin typeface="+mn-lt"/>
          <a:ea typeface="+mn-ea"/>
          <a:cs typeface="+mn-cs"/>
        </a:defRPr>
      </a:lvl6pPr>
      <a:lvl7pPr marL="1247781" indent="-228561" algn="l" defTabSz="914362" rtl="0" eaLnBrk="1" latinLnBrk="0" hangingPunct="1">
        <a:spcBef>
          <a:spcPts val="800"/>
        </a:spcBef>
        <a:buFont typeface="Arial" pitchFamily="34" charset="0"/>
        <a:buChar char="•"/>
        <a:defRPr sz="1067" kern="1200" baseline="0">
          <a:solidFill>
            <a:schemeClr val="tx1"/>
          </a:solidFill>
          <a:latin typeface="+mn-lt"/>
          <a:ea typeface="+mn-ea"/>
          <a:cs typeface="+mn-cs"/>
        </a:defRPr>
      </a:lvl7pPr>
      <a:lvl8pPr marL="3200267" indent="0" algn="l" defTabSz="914362" rtl="0" eaLnBrk="1" latinLnBrk="0" hangingPunct="1">
        <a:spcBef>
          <a:spcPct val="20000"/>
        </a:spcBef>
        <a:buFont typeface="Arial" pitchFamily="34" charset="0"/>
        <a:buNone/>
        <a:defRPr sz="2000" kern="1200">
          <a:solidFill>
            <a:schemeClr val="tx1"/>
          </a:solidFill>
          <a:latin typeface="+mn-lt"/>
          <a:ea typeface="+mn-ea"/>
          <a:cs typeface="+mn-cs"/>
        </a:defRPr>
      </a:lvl8pPr>
      <a:lvl9pPr marL="3886038" indent="-228592" algn="l" defTabSz="91436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362" rtl="0" eaLnBrk="1" latinLnBrk="0" hangingPunct="1">
        <a:defRPr sz="1867" kern="1200">
          <a:solidFill>
            <a:schemeClr val="tx1"/>
          </a:solidFill>
          <a:latin typeface="+mn-lt"/>
          <a:ea typeface="+mn-ea"/>
          <a:cs typeface="+mn-cs"/>
        </a:defRPr>
      </a:lvl1pPr>
      <a:lvl2pPr marL="457178" algn="l" defTabSz="914362" rtl="0" eaLnBrk="1" latinLnBrk="0" hangingPunct="1">
        <a:defRPr sz="1867" kern="1200">
          <a:solidFill>
            <a:schemeClr val="tx1"/>
          </a:solidFill>
          <a:latin typeface="+mn-lt"/>
          <a:ea typeface="+mn-ea"/>
          <a:cs typeface="+mn-cs"/>
        </a:defRPr>
      </a:lvl2pPr>
      <a:lvl3pPr marL="914362" algn="l" defTabSz="914362" rtl="0" eaLnBrk="1" latinLnBrk="0" hangingPunct="1">
        <a:defRPr sz="1867" kern="1200">
          <a:solidFill>
            <a:schemeClr val="tx1"/>
          </a:solidFill>
          <a:latin typeface="+mn-lt"/>
          <a:ea typeface="+mn-ea"/>
          <a:cs typeface="+mn-cs"/>
        </a:defRPr>
      </a:lvl3pPr>
      <a:lvl4pPr marL="1371542" algn="l" defTabSz="914362" rtl="0" eaLnBrk="1" latinLnBrk="0" hangingPunct="1">
        <a:defRPr sz="1867" kern="1200">
          <a:solidFill>
            <a:schemeClr val="tx1"/>
          </a:solidFill>
          <a:latin typeface="+mn-lt"/>
          <a:ea typeface="+mn-ea"/>
          <a:cs typeface="+mn-cs"/>
        </a:defRPr>
      </a:lvl4pPr>
      <a:lvl5pPr marL="1828725" algn="l" defTabSz="914362" rtl="0" eaLnBrk="1" latinLnBrk="0" hangingPunct="1">
        <a:defRPr sz="1867" kern="1200">
          <a:solidFill>
            <a:schemeClr val="tx1"/>
          </a:solidFill>
          <a:latin typeface="+mn-lt"/>
          <a:ea typeface="+mn-ea"/>
          <a:cs typeface="+mn-cs"/>
        </a:defRPr>
      </a:lvl5pPr>
      <a:lvl6pPr marL="2285903" algn="l" defTabSz="914362" rtl="0" eaLnBrk="1" latinLnBrk="0" hangingPunct="1">
        <a:defRPr sz="1867" kern="1200">
          <a:solidFill>
            <a:schemeClr val="tx1"/>
          </a:solidFill>
          <a:latin typeface="+mn-lt"/>
          <a:ea typeface="+mn-ea"/>
          <a:cs typeface="+mn-cs"/>
        </a:defRPr>
      </a:lvl6pPr>
      <a:lvl7pPr marL="2743086" algn="l" defTabSz="914362" rtl="0" eaLnBrk="1" latinLnBrk="0" hangingPunct="1">
        <a:defRPr sz="1867" kern="1200">
          <a:solidFill>
            <a:schemeClr val="tx1"/>
          </a:solidFill>
          <a:latin typeface="+mn-lt"/>
          <a:ea typeface="+mn-ea"/>
          <a:cs typeface="+mn-cs"/>
        </a:defRPr>
      </a:lvl7pPr>
      <a:lvl8pPr marL="3200267" algn="l" defTabSz="914362" rtl="0" eaLnBrk="1" latinLnBrk="0" hangingPunct="1">
        <a:defRPr sz="1867" kern="1200">
          <a:solidFill>
            <a:schemeClr val="tx1"/>
          </a:solidFill>
          <a:latin typeface="+mn-lt"/>
          <a:ea typeface="+mn-ea"/>
          <a:cs typeface="+mn-cs"/>
        </a:defRPr>
      </a:lvl8pPr>
      <a:lvl9pPr marL="3657450" algn="l" defTabSz="914362" rtl="0" eaLnBrk="1" latinLnBrk="0" hangingPunct="1">
        <a:defRPr sz="1867"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080">
          <p15:clr>
            <a:srgbClr val="F26B43"/>
          </p15:clr>
        </p15:guide>
        <p15:guide id="2" pos="384">
          <p15:clr>
            <a:srgbClr val="F26B43"/>
          </p15:clr>
        </p15:guide>
        <p15:guide id="3" pos="7296">
          <p15:clr>
            <a:srgbClr val="F26B43"/>
          </p15:clr>
        </p15:guide>
        <p15:guide id="4" orient="horz" pos="1392">
          <p15:clr>
            <a:srgbClr val="F26B43"/>
          </p15:clr>
        </p15:guide>
        <p15:guide id="5" orient="horz" pos="272">
          <p15:clr>
            <a:srgbClr val="F26B43"/>
          </p15:clr>
        </p15:guide>
        <p15:guide id="6" pos="3835">
          <p15:clr>
            <a:srgbClr val="F26B43"/>
          </p15:clr>
        </p15:guide>
        <p15:guide id="7" orient="horz" pos="1616">
          <p15:clr>
            <a:srgbClr val="F26B43"/>
          </p15:clr>
        </p15:guide>
        <p15:guide id="9" orient="horz" pos="3856">
          <p15:clr>
            <a:srgbClr val="F26B43"/>
          </p15:clr>
        </p15:guide>
        <p15:guide id="10" orient="horz" pos="464">
          <p15:clr>
            <a:srgbClr val="F26B43"/>
          </p15:clr>
        </p15:guide>
        <p15:guide id="11" orient="horz" pos="184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diagramLayout" Target="../diagrams/layout2.xml"/><Relationship Id="rId3" Type="http://schemas.openxmlformats.org/officeDocument/2006/relationships/diagramLayout" Target="../diagrams/layout1.xml"/><Relationship Id="rId7" Type="http://schemas.openxmlformats.org/officeDocument/2006/relationships/diagramData" Target="../diagrams/data2.xml"/><Relationship Id="rId2" Type="http://schemas.openxmlformats.org/officeDocument/2006/relationships/diagramData" Target="../diagrams/data1.xml"/><Relationship Id="rId1" Type="http://schemas.openxmlformats.org/officeDocument/2006/relationships/slideLayout" Target="../slideLayouts/slideLayout25.xml"/><Relationship Id="rId6" Type="http://schemas.microsoft.com/office/2007/relationships/diagramDrawing" Target="../diagrams/drawing1.xml"/><Relationship Id="rId11" Type="http://schemas.microsoft.com/office/2007/relationships/diagramDrawing" Target="../diagrams/drawing2.xml"/><Relationship Id="rId5" Type="http://schemas.openxmlformats.org/officeDocument/2006/relationships/diagramColors" Target="../diagrams/colors1.xml"/><Relationship Id="rId10" Type="http://schemas.openxmlformats.org/officeDocument/2006/relationships/diagramColors" Target="../diagrams/colors2.xml"/><Relationship Id="rId4" Type="http://schemas.openxmlformats.org/officeDocument/2006/relationships/diagramQuickStyle" Target="../diagrams/quickStyle1.xml"/><Relationship Id="rId9" Type="http://schemas.openxmlformats.org/officeDocument/2006/relationships/diagramQuickStyle" Target="../diagrams/quickStyl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4.xml.rels><?xml version="1.0" encoding="UTF-8" standalone="yes"?>
<Relationships xmlns="http://schemas.openxmlformats.org/package/2006/relationships"><Relationship Id="rId8" Type="http://schemas.openxmlformats.org/officeDocument/2006/relationships/image" Target="../media/image21.png"/><Relationship Id="rId13" Type="http://schemas.openxmlformats.org/officeDocument/2006/relationships/image" Target="../media/image26.png"/><Relationship Id="rId18" Type="http://schemas.openxmlformats.org/officeDocument/2006/relationships/image" Target="../media/image31.png"/><Relationship Id="rId3" Type="http://schemas.openxmlformats.org/officeDocument/2006/relationships/image" Target="../media/image16.png"/><Relationship Id="rId21" Type="http://schemas.openxmlformats.org/officeDocument/2006/relationships/image" Target="../media/image34.png"/><Relationship Id="rId7" Type="http://schemas.openxmlformats.org/officeDocument/2006/relationships/image" Target="../media/image20.png"/><Relationship Id="rId12" Type="http://schemas.openxmlformats.org/officeDocument/2006/relationships/image" Target="../media/image25.png"/><Relationship Id="rId17" Type="http://schemas.openxmlformats.org/officeDocument/2006/relationships/image" Target="../media/image30.png"/><Relationship Id="rId2" Type="http://schemas.openxmlformats.org/officeDocument/2006/relationships/image" Target="../media/image15.png"/><Relationship Id="rId16" Type="http://schemas.openxmlformats.org/officeDocument/2006/relationships/image" Target="../media/image29.png"/><Relationship Id="rId20" Type="http://schemas.openxmlformats.org/officeDocument/2006/relationships/image" Target="../media/image33.png"/><Relationship Id="rId1" Type="http://schemas.openxmlformats.org/officeDocument/2006/relationships/slideLayout" Target="../slideLayouts/slideLayout26.xml"/><Relationship Id="rId6" Type="http://schemas.openxmlformats.org/officeDocument/2006/relationships/image" Target="../media/image19.png"/><Relationship Id="rId11" Type="http://schemas.openxmlformats.org/officeDocument/2006/relationships/image" Target="../media/image24.png"/><Relationship Id="rId24" Type="http://schemas.openxmlformats.org/officeDocument/2006/relationships/image" Target="../media/image37.png"/><Relationship Id="rId5" Type="http://schemas.openxmlformats.org/officeDocument/2006/relationships/image" Target="../media/image18.png"/><Relationship Id="rId15" Type="http://schemas.openxmlformats.org/officeDocument/2006/relationships/image" Target="../media/image28.png"/><Relationship Id="rId23" Type="http://schemas.openxmlformats.org/officeDocument/2006/relationships/image" Target="../media/image36.png"/><Relationship Id="rId10" Type="http://schemas.openxmlformats.org/officeDocument/2006/relationships/image" Target="../media/image23.png"/><Relationship Id="rId19" Type="http://schemas.openxmlformats.org/officeDocument/2006/relationships/image" Target="../media/image32.png"/><Relationship Id="rId4" Type="http://schemas.openxmlformats.org/officeDocument/2006/relationships/image" Target="../media/image17.png"/><Relationship Id="rId9" Type="http://schemas.openxmlformats.org/officeDocument/2006/relationships/image" Target="../media/image22.png"/><Relationship Id="rId14" Type="http://schemas.openxmlformats.org/officeDocument/2006/relationships/image" Target="../media/image27.png"/><Relationship Id="rId22" Type="http://schemas.openxmlformats.org/officeDocument/2006/relationships/image" Target="../media/image3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8F8AEAA-E932-5C16-4A81-9ECA141F43FC}"/>
              </a:ext>
            </a:extLst>
          </p:cNvPr>
          <p:cNvSpPr>
            <a:spLocks noGrp="1"/>
          </p:cNvSpPr>
          <p:nvPr>
            <p:ph type="ctrTitle"/>
          </p:nvPr>
        </p:nvSpPr>
        <p:spPr/>
        <p:txBody>
          <a:bodyPr/>
          <a:lstStyle/>
          <a:p>
            <a:r>
              <a:rPr lang="en-GB" dirty="0"/>
              <a:t>Defining Scope – ID move to Workfront</a:t>
            </a:r>
          </a:p>
        </p:txBody>
      </p:sp>
      <p:sp>
        <p:nvSpPr>
          <p:cNvPr id="6" name="Text Placeholder 5">
            <a:extLst>
              <a:ext uri="{FF2B5EF4-FFF2-40B4-BE49-F238E27FC236}">
                <a16:creationId xmlns:a16="http://schemas.microsoft.com/office/drawing/2014/main" id="{7308B459-1F81-4D62-53D8-0DDA7DB36A16}"/>
              </a:ext>
            </a:extLst>
          </p:cNvPr>
          <p:cNvSpPr>
            <a:spLocks noGrp="1"/>
          </p:cNvSpPr>
          <p:nvPr>
            <p:ph type="body" sz="quarter" idx="13"/>
          </p:nvPr>
        </p:nvSpPr>
        <p:spPr/>
        <p:txBody>
          <a:bodyPr/>
          <a:lstStyle/>
          <a:p>
            <a:endParaRPr lang="en-GB" dirty="0"/>
          </a:p>
        </p:txBody>
      </p:sp>
      <p:sp>
        <p:nvSpPr>
          <p:cNvPr id="5" name="Subtitle 4">
            <a:extLst>
              <a:ext uri="{FF2B5EF4-FFF2-40B4-BE49-F238E27FC236}">
                <a16:creationId xmlns:a16="http://schemas.microsoft.com/office/drawing/2014/main" id="{4127D5E6-AE2A-1011-534B-08FC1F625239}"/>
              </a:ext>
            </a:extLst>
          </p:cNvPr>
          <p:cNvSpPr>
            <a:spLocks noGrp="1"/>
          </p:cNvSpPr>
          <p:nvPr>
            <p:ph type="subTitle" idx="1"/>
          </p:nvPr>
        </p:nvSpPr>
        <p:spPr/>
        <p:txBody>
          <a:bodyPr/>
          <a:lstStyle/>
          <a:p>
            <a:r>
              <a:rPr lang="en-US" dirty="0"/>
              <a:t>Amanda Chenery</a:t>
            </a:r>
          </a:p>
          <a:p>
            <a:r>
              <a:rPr lang="en-US" dirty="0"/>
              <a:t>August 2023</a:t>
            </a:r>
            <a:endParaRPr lang="en-GB" dirty="0"/>
          </a:p>
        </p:txBody>
      </p:sp>
    </p:spTree>
    <p:extLst>
      <p:ext uri="{BB962C8B-B14F-4D97-AF65-F5344CB8AC3E}">
        <p14:creationId xmlns:p14="http://schemas.microsoft.com/office/powerpoint/2010/main" val="176845346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Text Placeholder 3">
            <a:extLst>
              <a:ext uri="{FF2B5EF4-FFF2-40B4-BE49-F238E27FC236}">
                <a16:creationId xmlns:a16="http://schemas.microsoft.com/office/drawing/2014/main" id="{450A9CA9-5086-2674-0CE5-6F6700FF3CF3}"/>
              </a:ext>
            </a:extLst>
          </p:cNvPr>
          <p:cNvSpPr>
            <a:spLocks noGrp="1"/>
          </p:cNvSpPr>
          <p:nvPr>
            <p:ph type="body" sz="quarter" idx="14"/>
          </p:nvPr>
        </p:nvSpPr>
        <p:spPr>
          <a:xfrm>
            <a:off x="625928" y="431801"/>
            <a:ext cx="3489235" cy="304800"/>
          </a:xfrm>
        </p:spPr>
        <p:txBody>
          <a:bodyPr/>
          <a:lstStyle/>
          <a:p>
            <a:endParaRPr lang="en-US"/>
          </a:p>
        </p:txBody>
      </p:sp>
      <p:sp>
        <p:nvSpPr>
          <p:cNvPr id="7" name="Text Placeholder 6">
            <a:extLst>
              <a:ext uri="{FF2B5EF4-FFF2-40B4-BE49-F238E27FC236}">
                <a16:creationId xmlns:a16="http://schemas.microsoft.com/office/drawing/2014/main" id="{D9A1EE39-4B42-50BC-9C85-469625C2D083}"/>
              </a:ext>
            </a:extLst>
          </p:cNvPr>
          <p:cNvSpPr>
            <a:spLocks noGrp="1"/>
          </p:cNvSpPr>
          <p:nvPr>
            <p:ph type="body" sz="quarter" idx="23"/>
          </p:nvPr>
        </p:nvSpPr>
        <p:spPr>
          <a:xfrm>
            <a:off x="625928" y="739630"/>
            <a:ext cx="7460073" cy="482748"/>
          </a:xfrm>
        </p:spPr>
        <p:txBody>
          <a:bodyPr anchor="t">
            <a:normAutofit/>
          </a:bodyPr>
          <a:lstStyle/>
          <a:p>
            <a:pPr>
              <a:lnSpc>
                <a:spcPct val="90000"/>
              </a:lnSpc>
              <a:spcAft>
                <a:spcPts val="600"/>
              </a:spcAft>
            </a:pPr>
            <a:r>
              <a:rPr lang="en-GB" dirty="0"/>
              <a:t>Business Teams using CTT IDs</a:t>
            </a:r>
            <a:endParaRPr lang="en-GB"/>
          </a:p>
        </p:txBody>
      </p:sp>
      <p:graphicFrame>
        <p:nvGraphicFramePr>
          <p:cNvPr id="9" name="Text Placeholder 4">
            <a:extLst>
              <a:ext uri="{FF2B5EF4-FFF2-40B4-BE49-F238E27FC236}">
                <a16:creationId xmlns:a16="http://schemas.microsoft.com/office/drawing/2014/main" id="{B1D64BF6-F588-91DA-A336-F87D04EF63B2}"/>
              </a:ext>
            </a:extLst>
          </p:cNvPr>
          <p:cNvGraphicFramePr/>
          <p:nvPr>
            <p:extLst>
              <p:ext uri="{D42A27DB-BD31-4B8C-83A1-F6EECF244321}">
                <p14:modId xmlns:p14="http://schemas.microsoft.com/office/powerpoint/2010/main" val="37437996"/>
              </p:ext>
            </p:extLst>
          </p:nvPr>
        </p:nvGraphicFramePr>
        <p:xfrm>
          <a:off x="1688800" y="1602317"/>
          <a:ext cx="10961511" cy="373970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8" name="TextBox 7">
            <a:extLst>
              <a:ext uri="{FF2B5EF4-FFF2-40B4-BE49-F238E27FC236}">
                <a16:creationId xmlns:a16="http://schemas.microsoft.com/office/drawing/2014/main" id="{636FDEE8-AF19-65A7-1EE3-91C71DC931CC}"/>
              </a:ext>
            </a:extLst>
          </p:cNvPr>
          <p:cNvSpPr txBox="1"/>
          <p:nvPr/>
        </p:nvSpPr>
        <p:spPr>
          <a:xfrm>
            <a:off x="2852060" y="3010504"/>
            <a:ext cx="1447800" cy="923330"/>
          </a:xfrm>
          <a:prstGeom prst="rect">
            <a:avLst/>
          </a:prstGeom>
          <a:noFill/>
        </p:spPr>
        <p:txBody>
          <a:bodyPr wrap="square" rtlCol="0">
            <a:spAutoFit/>
          </a:bodyPr>
          <a:lstStyle/>
          <a:p>
            <a:pPr algn="ctr"/>
            <a:r>
              <a:rPr lang="en-GB" dirty="0">
                <a:latin typeface="+mn-lt"/>
              </a:rPr>
              <a:t>Activity ID</a:t>
            </a:r>
          </a:p>
          <a:p>
            <a:pPr algn="ctr"/>
            <a:r>
              <a:rPr lang="en-GB" dirty="0">
                <a:latin typeface="+mn-lt"/>
              </a:rPr>
              <a:t>Offer ID</a:t>
            </a:r>
          </a:p>
          <a:p>
            <a:pPr algn="ctr"/>
            <a:r>
              <a:rPr lang="en-GB" dirty="0">
                <a:latin typeface="+mn-lt"/>
              </a:rPr>
              <a:t>Drive To ID</a:t>
            </a:r>
          </a:p>
        </p:txBody>
      </p:sp>
      <p:graphicFrame>
        <p:nvGraphicFramePr>
          <p:cNvPr id="10" name="Text Placeholder 4">
            <a:extLst>
              <a:ext uri="{FF2B5EF4-FFF2-40B4-BE49-F238E27FC236}">
                <a16:creationId xmlns:a16="http://schemas.microsoft.com/office/drawing/2014/main" id="{0D857DF4-1101-2DB5-1176-0A6CB1C42EB6}"/>
              </a:ext>
            </a:extLst>
          </p:cNvPr>
          <p:cNvGraphicFramePr/>
          <p:nvPr>
            <p:extLst>
              <p:ext uri="{D42A27DB-BD31-4B8C-83A1-F6EECF244321}">
                <p14:modId xmlns:p14="http://schemas.microsoft.com/office/powerpoint/2010/main" val="1611710026"/>
              </p:ext>
            </p:extLst>
          </p:nvPr>
        </p:nvGraphicFramePr>
        <p:xfrm>
          <a:off x="6805084" y="1558373"/>
          <a:ext cx="10961511" cy="3739704"/>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
        <p:nvSpPr>
          <p:cNvPr id="11" name="TextBox 10">
            <a:extLst>
              <a:ext uri="{FF2B5EF4-FFF2-40B4-BE49-F238E27FC236}">
                <a16:creationId xmlns:a16="http://schemas.microsoft.com/office/drawing/2014/main" id="{57508129-F7B9-D050-E2A2-5C3FC23C1644}"/>
              </a:ext>
            </a:extLst>
          </p:cNvPr>
          <p:cNvSpPr txBox="1"/>
          <p:nvPr/>
        </p:nvSpPr>
        <p:spPr>
          <a:xfrm>
            <a:off x="7996377" y="3266796"/>
            <a:ext cx="1447800" cy="369332"/>
          </a:xfrm>
          <a:prstGeom prst="rect">
            <a:avLst/>
          </a:prstGeom>
          <a:noFill/>
        </p:spPr>
        <p:txBody>
          <a:bodyPr wrap="square" rtlCol="0">
            <a:spAutoFit/>
          </a:bodyPr>
          <a:lstStyle/>
          <a:p>
            <a:pPr algn="ctr"/>
            <a:r>
              <a:rPr lang="en-GB" dirty="0">
                <a:latin typeface="+mn-lt"/>
              </a:rPr>
              <a:t>Workfront</a:t>
            </a:r>
          </a:p>
        </p:txBody>
      </p:sp>
      <p:sp>
        <p:nvSpPr>
          <p:cNvPr id="12" name="TextBox 11">
            <a:extLst>
              <a:ext uri="{FF2B5EF4-FFF2-40B4-BE49-F238E27FC236}">
                <a16:creationId xmlns:a16="http://schemas.microsoft.com/office/drawing/2014/main" id="{8D817DE3-9176-E0ED-4F4C-7B91CB27532C}"/>
              </a:ext>
            </a:extLst>
          </p:cNvPr>
          <p:cNvSpPr txBox="1"/>
          <p:nvPr/>
        </p:nvSpPr>
        <p:spPr>
          <a:xfrm>
            <a:off x="9533801" y="3697657"/>
            <a:ext cx="1524000" cy="923330"/>
          </a:xfrm>
          <a:prstGeom prst="rect">
            <a:avLst/>
          </a:prstGeom>
          <a:noFill/>
        </p:spPr>
        <p:txBody>
          <a:bodyPr wrap="square" rtlCol="0">
            <a:spAutoFit/>
          </a:bodyPr>
          <a:lstStyle/>
          <a:p>
            <a:r>
              <a:rPr lang="en-GB" sz="5400" dirty="0">
                <a:solidFill>
                  <a:schemeClr val="accent5"/>
                </a:solidFill>
                <a:latin typeface="+mn-lt"/>
                <a:sym typeface="Wingdings" panose="05000000000000000000" pitchFamily="2" charset="2"/>
              </a:rPr>
              <a:t></a:t>
            </a:r>
            <a:endParaRPr lang="en-GB" sz="5400" dirty="0">
              <a:solidFill>
                <a:schemeClr val="accent5"/>
              </a:solidFill>
              <a:latin typeface="+mn-lt"/>
            </a:endParaRPr>
          </a:p>
        </p:txBody>
      </p:sp>
      <p:sp>
        <p:nvSpPr>
          <p:cNvPr id="14" name="TextBox 13">
            <a:extLst>
              <a:ext uri="{FF2B5EF4-FFF2-40B4-BE49-F238E27FC236}">
                <a16:creationId xmlns:a16="http://schemas.microsoft.com/office/drawing/2014/main" id="{56BFD7E0-38FA-54E3-D337-EE458707440C}"/>
              </a:ext>
            </a:extLst>
          </p:cNvPr>
          <p:cNvSpPr txBox="1"/>
          <p:nvPr/>
        </p:nvSpPr>
        <p:spPr>
          <a:xfrm>
            <a:off x="7179291" y="3661685"/>
            <a:ext cx="1524000" cy="923330"/>
          </a:xfrm>
          <a:prstGeom prst="rect">
            <a:avLst/>
          </a:prstGeom>
          <a:noFill/>
        </p:spPr>
        <p:txBody>
          <a:bodyPr wrap="square" rtlCol="0">
            <a:spAutoFit/>
          </a:bodyPr>
          <a:lstStyle/>
          <a:p>
            <a:r>
              <a:rPr lang="en-GB" sz="5400" dirty="0">
                <a:solidFill>
                  <a:schemeClr val="accent5"/>
                </a:solidFill>
                <a:latin typeface="+mn-lt"/>
                <a:sym typeface="Wingdings" panose="05000000000000000000" pitchFamily="2" charset="2"/>
              </a:rPr>
              <a:t></a:t>
            </a:r>
            <a:endParaRPr lang="en-GB" sz="5400" dirty="0">
              <a:solidFill>
                <a:schemeClr val="accent5"/>
              </a:solidFill>
              <a:latin typeface="+mn-lt"/>
            </a:endParaRPr>
          </a:p>
        </p:txBody>
      </p:sp>
      <p:sp>
        <p:nvSpPr>
          <p:cNvPr id="16" name="TextBox 15">
            <a:extLst>
              <a:ext uri="{FF2B5EF4-FFF2-40B4-BE49-F238E27FC236}">
                <a16:creationId xmlns:a16="http://schemas.microsoft.com/office/drawing/2014/main" id="{FD8B93A1-677C-BB4A-8F6B-A52D49943718}"/>
              </a:ext>
            </a:extLst>
          </p:cNvPr>
          <p:cNvSpPr txBox="1"/>
          <p:nvPr/>
        </p:nvSpPr>
        <p:spPr>
          <a:xfrm>
            <a:off x="7169555" y="2298543"/>
            <a:ext cx="1524000" cy="923330"/>
          </a:xfrm>
          <a:prstGeom prst="rect">
            <a:avLst/>
          </a:prstGeom>
          <a:noFill/>
        </p:spPr>
        <p:txBody>
          <a:bodyPr wrap="square" rtlCol="0">
            <a:spAutoFit/>
          </a:bodyPr>
          <a:lstStyle/>
          <a:p>
            <a:r>
              <a:rPr lang="en-GB" sz="5400" dirty="0">
                <a:solidFill>
                  <a:schemeClr val="accent5"/>
                </a:solidFill>
                <a:latin typeface="+mn-lt"/>
                <a:sym typeface="Wingdings" panose="05000000000000000000" pitchFamily="2" charset="2"/>
              </a:rPr>
              <a:t></a:t>
            </a:r>
            <a:endParaRPr lang="en-GB" sz="5400" dirty="0">
              <a:solidFill>
                <a:schemeClr val="accent5"/>
              </a:solidFill>
              <a:latin typeface="+mn-lt"/>
            </a:endParaRPr>
          </a:p>
        </p:txBody>
      </p:sp>
      <p:sp>
        <p:nvSpPr>
          <p:cNvPr id="17" name="TextBox 16">
            <a:extLst>
              <a:ext uri="{FF2B5EF4-FFF2-40B4-BE49-F238E27FC236}">
                <a16:creationId xmlns:a16="http://schemas.microsoft.com/office/drawing/2014/main" id="{689BB1BD-9B53-9DAA-87B8-5D81385F2A6D}"/>
              </a:ext>
            </a:extLst>
          </p:cNvPr>
          <p:cNvSpPr txBox="1"/>
          <p:nvPr/>
        </p:nvSpPr>
        <p:spPr>
          <a:xfrm>
            <a:off x="6406544" y="5639022"/>
            <a:ext cx="4627467" cy="646331"/>
          </a:xfrm>
          <a:prstGeom prst="rect">
            <a:avLst/>
          </a:prstGeom>
          <a:noFill/>
          <a:ln w="25400">
            <a:solidFill>
              <a:schemeClr val="accent5"/>
            </a:solidFill>
          </a:ln>
        </p:spPr>
        <p:txBody>
          <a:bodyPr wrap="square" rtlCol="0">
            <a:spAutoFit/>
          </a:bodyPr>
          <a:lstStyle/>
          <a:p>
            <a:pPr algn="ctr"/>
            <a:r>
              <a:rPr lang="en-GB" dirty="0">
                <a:latin typeface="+mn-lt"/>
              </a:rPr>
              <a:t>Not all teams using Campaign Tagging and Tracking IDs also use Workfront</a:t>
            </a:r>
          </a:p>
        </p:txBody>
      </p:sp>
      <p:sp>
        <p:nvSpPr>
          <p:cNvPr id="2" name="TextBox 1">
            <a:extLst>
              <a:ext uri="{FF2B5EF4-FFF2-40B4-BE49-F238E27FC236}">
                <a16:creationId xmlns:a16="http://schemas.microsoft.com/office/drawing/2014/main" id="{22517DF7-B3B9-B558-9B37-D2F90CE5D130}"/>
              </a:ext>
            </a:extLst>
          </p:cNvPr>
          <p:cNvSpPr txBox="1"/>
          <p:nvPr/>
        </p:nvSpPr>
        <p:spPr>
          <a:xfrm>
            <a:off x="1281276" y="5721960"/>
            <a:ext cx="4627467" cy="646331"/>
          </a:xfrm>
          <a:prstGeom prst="rect">
            <a:avLst/>
          </a:prstGeom>
          <a:noFill/>
          <a:ln w="25400">
            <a:solidFill>
              <a:schemeClr val="accent2"/>
            </a:solidFill>
          </a:ln>
        </p:spPr>
        <p:txBody>
          <a:bodyPr wrap="square" rtlCol="0">
            <a:spAutoFit/>
          </a:bodyPr>
          <a:lstStyle/>
          <a:p>
            <a:pPr algn="ctr"/>
            <a:r>
              <a:rPr lang="en-GB" dirty="0">
                <a:latin typeface="+mn-lt"/>
              </a:rPr>
              <a:t>Multiple Teams in Cisco are using Campaign Tagging and Tracking IDs</a:t>
            </a:r>
          </a:p>
        </p:txBody>
      </p:sp>
      <p:sp>
        <p:nvSpPr>
          <p:cNvPr id="3" name="Rectangle: Rounded Corners 2">
            <a:extLst>
              <a:ext uri="{FF2B5EF4-FFF2-40B4-BE49-F238E27FC236}">
                <a16:creationId xmlns:a16="http://schemas.microsoft.com/office/drawing/2014/main" id="{096EBC3C-BA67-3DFC-3858-86251B2AE630}"/>
              </a:ext>
            </a:extLst>
          </p:cNvPr>
          <p:cNvSpPr/>
          <p:nvPr/>
        </p:nvSpPr>
        <p:spPr>
          <a:xfrm>
            <a:off x="1550991" y="1457325"/>
            <a:ext cx="4088037" cy="4095750"/>
          </a:xfrm>
          <a:prstGeom prst="roundRect">
            <a:avLst/>
          </a:prstGeom>
          <a:noFill/>
          <a:ln>
            <a:solidFill>
              <a:schemeClr val="accent2"/>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4" name="Rectangle: Rounded Corners 3">
            <a:extLst>
              <a:ext uri="{FF2B5EF4-FFF2-40B4-BE49-F238E27FC236}">
                <a16:creationId xmlns:a16="http://schemas.microsoft.com/office/drawing/2014/main" id="{921F0922-3C71-8BAA-CE23-FE732DAB613D}"/>
              </a:ext>
            </a:extLst>
          </p:cNvPr>
          <p:cNvSpPr/>
          <p:nvPr/>
        </p:nvSpPr>
        <p:spPr>
          <a:xfrm>
            <a:off x="6676259" y="1445461"/>
            <a:ext cx="4088037" cy="4095750"/>
          </a:xfrm>
          <a:prstGeom prst="roundRect">
            <a:avLst/>
          </a:prstGeom>
          <a:noFill/>
          <a:ln>
            <a:solidFill>
              <a:schemeClr val="accent5"/>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337588786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heel(1)">
                                      <p:cBhvr>
                                        <p:cTn id="7" dur="2000"/>
                                        <p:tgtEl>
                                          <p:spTgt spid="3"/>
                                        </p:tgtEl>
                                      </p:cBhvr>
                                    </p:animEffect>
                                  </p:childTnLst>
                                </p:cTn>
                              </p:par>
                            </p:childTnLst>
                          </p:cTn>
                        </p:par>
                        <p:par>
                          <p:cTn id="8" fill="hold">
                            <p:stCondLst>
                              <p:cond delay="2000"/>
                            </p:stCondLst>
                            <p:childTnLst>
                              <p:par>
                                <p:cTn id="9" presetID="9" presetClass="entr" presetSubtype="0" fill="hold" grpId="0" nodeType="after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dissolve">
                                      <p:cBhvr>
                                        <p:cTn id="11" dur="2000"/>
                                        <p:tgtEl>
                                          <p:spTgt spid="8"/>
                                        </p:tgtEl>
                                      </p:cBhvr>
                                    </p:animEffect>
                                  </p:childTnLst>
                                </p:cTn>
                              </p:par>
                            </p:childTnLst>
                          </p:cTn>
                        </p:par>
                        <p:par>
                          <p:cTn id="12" fill="hold">
                            <p:stCondLst>
                              <p:cond delay="4000"/>
                            </p:stCondLst>
                            <p:childTnLst>
                              <p:par>
                                <p:cTn id="13" presetID="10" presetClass="entr" presetSubtype="0" fill="hold" grpId="0" nodeType="afterEffect">
                                  <p:stCondLst>
                                    <p:cond delay="0"/>
                                  </p:stCondLst>
                                  <p:childTnLst>
                                    <p:set>
                                      <p:cBhvr>
                                        <p:cTn id="14" dur="1" fill="hold">
                                          <p:stCondLst>
                                            <p:cond delay="0"/>
                                          </p:stCondLst>
                                        </p:cTn>
                                        <p:tgtEl>
                                          <p:spTgt spid="2"/>
                                        </p:tgtEl>
                                        <p:attrNameLst>
                                          <p:attrName>style.visibility</p:attrName>
                                        </p:attrNameLst>
                                      </p:cBhvr>
                                      <p:to>
                                        <p:strVal val="visible"/>
                                      </p:to>
                                    </p:set>
                                    <p:animEffect transition="in" filter="fade">
                                      <p:cBhvr>
                                        <p:cTn id="15" dur="500"/>
                                        <p:tgtEl>
                                          <p:spTgt spid="2"/>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20" dur="500"/>
                                        <p:tgtEl>
                                          <p:spTgt spid="10"/>
                                        </p:tgtEl>
                                      </p:cBhvr>
                                    </p:animEffect>
                                  </p:childTnLst>
                                </p:cTn>
                              </p:par>
                            </p:childTnLst>
                          </p:cTn>
                        </p:par>
                        <p:par>
                          <p:cTn id="21" fill="hold">
                            <p:stCondLst>
                              <p:cond delay="500"/>
                            </p:stCondLst>
                            <p:childTnLst>
                              <p:par>
                                <p:cTn id="22" presetID="21" presetClass="entr" presetSubtype="1" fill="hold" grpId="0" nodeType="afterEffect">
                                  <p:stCondLst>
                                    <p:cond delay="0"/>
                                  </p:stCondLst>
                                  <p:childTnLst>
                                    <p:set>
                                      <p:cBhvr>
                                        <p:cTn id="23" dur="1" fill="hold">
                                          <p:stCondLst>
                                            <p:cond delay="0"/>
                                          </p:stCondLst>
                                        </p:cTn>
                                        <p:tgtEl>
                                          <p:spTgt spid="4"/>
                                        </p:tgtEl>
                                        <p:attrNameLst>
                                          <p:attrName>style.visibility</p:attrName>
                                        </p:attrNameLst>
                                      </p:cBhvr>
                                      <p:to>
                                        <p:strVal val="visible"/>
                                      </p:to>
                                    </p:set>
                                    <p:animEffect transition="in" filter="wheel(1)">
                                      <p:cBhvr>
                                        <p:cTn id="24" dur="2000"/>
                                        <p:tgtEl>
                                          <p:spTgt spid="4"/>
                                        </p:tgtEl>
                                      </p:cBhvr>
                                    </p:animEffect>
                                  </p:childTnLst>
                                </p:cTn>
                              </p:par>
                            </p:childTnLst>
                          </p:cTn>
                        </p:par>
                        <p:par>
                          <p:cTn id="25" fill="hold">
                            <p:stCondLst>
                              <p:cond delay="2500"/>
                            </p:stCondLst>
                            <p:childTnLst>
                              <p:par>
                                <p:cTn id="26" presetID="9" presetClass="entr" presetSubtype="0" fill="hold" grpId="0" nodeType="afterEffect">
                                  <p:stCondLst>
                                    <p:cond delay="0"/>
                                  </p:stCondLst>
                                  <p:childTnLst>
                                    <p:set>
                                      <p:cBhvr>
                                        <p:cTn id="27" dur="1" fill="hold">
                                          <p:stCondLst>
                                            <p:cond delay="0"/>
                                          </p:stCondLst>
                                        </p:cTn>
                                        <p:tgtEl>
                                          <p:spTgt spid="11"/>
                                        </p:tgtEl>
                                        <p:attrNameLst>
                                          <p:attrName>style.visibility</p:attrName>
                                        </p:attrNameLst>
                                      </p:cBhvr>
                                      <p:to>
                                        <p:strVal val="visible"/>
                                      </p:to>
                                    </p:set>
                                    <p:animEffect transition="in" filter="dissolve">
                                      <p:cBhvr>
                                        <p:cTn id="28" dur="2000"/>
                                        <p:tgtEl>
                                          <p:spTgt spid="11"/>
                                        </p:tgtEl>
                                      </p:cBhvr>
                                    </p:animEffect>
                                  </p:childTnLst>
                                </p:cTn>
                              </p:par>
                            </p:childTnLst>
                          </p:cTn>
                        </p:par>
                        <p:par>
                          <p:cTn id="29" fill="hold">
                            <p:stCondLst>
                              <p:cond delay="4500"/>
                            </p:stCondLst>
                            <p:childTnLst>
                              <p:par>
                                <p:cTn id="30" presetID="42" presetClass="entr" presetSubtype="0" fill="hold" grpId="0" nodeType="afterEffect">
                                  <p:stCondLst>
                                    <p:cond delay="0"/>
                                  </p:stCondLst>
                                  <p:childTnLst>
                                    <p:set>
                                      <p:cBhvr>
                                        <p:cTn id="31" dur="1" fill="hold">
                                          <p:stCondLst>
                                            <p:cond delay="0"/>
                                          </p:stCondLst>
                                        </p:cTn>
                                        <p:tgtEl>
                                          <p:spTgt spid="16"/>
                                        </p:tgtEl>
                                        <p:attrNameLst>
                                          <p:attrName>style.visibility</p:attrName>
                                        </p:attrNameLst>
                                      </p:cBhvr>
                                      <p:to>
                                        <p:strVal val="visible"/>
                                      </p:to>
                                    </p:set>
                                    <p:animEffect transition="in" filter="fade">
                                      <p:cBhvr>
                                        <p:cTn id="32" dur="1000"/>
                                        <p:tgtEl>
                                          <p:spTgt spid="16"/>
                                        </p:tgtEl>
                                      </p:cBhvr>
                                    </p:animEffect>
                                    <p:anim calcmode="lin" valueType="num">
                                      <p:cBhvr>
                                        <p:cTn id="33" dur="1000" fill="hold"/>
                                        <p:tgtEl>
                                          <p:spTgt spid="16"/>
                                        </p:tgtEl>
                                        <p:attrNameLst>
                                          <p:attrName>ppt_x</p:attrName>
                                        </p:attrNameLst>
                                      </p:cBhvr>
                                      <p:tavLst>
                                        <p:tav tm="0">
                                          <p:val>
                                            <p:strVal val="#ppt_x"/>
                                          </p:val>
                                        </p:tav>
                                        <p:tav tm="100000">
                                          <p:val>
                                            <p:strVal val="#ppt_x"/>
                                          </p:val>
                                        </p:tav>
                                      </p:tavLst>
                                    </p:anim>
                                    <p:anim calcmode="lin" valueType="num">
                                      <p:cBhvr>
                                        <p:cTn id="34" dur="1000" fill="hold"/>
                                        <p:tgtEl>
                                          <p:spTgt spid="16"/>
                                        </p:tgtEl>
                                        <p:attrNameLst>
                                          <p:attrName>ppt_y</p:attrName>
                                        </p:attrNameLst>
                                      </p:cBhvr>
                                      <p:tavLst>
                                        <p:tav tm="0">
                                          <p:val>
                                            <p:strVal val="#ppt_y+.1"/>
                                          </p:val>
                                        </p:tav>
                                        <p:tav tm="100000">
                                          <p:val>
                                            <p:strVal val="#ppt_y"/>
                                          </p:val>
                                        </p:tav>
                                      </p:tavLst>
                                    </p:anim>
                                  </p:childTnLst>
                                </p:cTn>
                              </p:par>
                              <p:par>
                                <p:cTn id="35" presetID="42" presetClass="entr" presetSubtype="0" fill="hold" grpId="0" nodeType="withEffect">
                                  <p:stCondLst>
                                    <p:cond delay="0"/>
                                  </p:stCondLst>
                                  <p:childTnLst>
                                    <p:set>
                                      <p:cBhvr>
                                        <p:cTn id="36" dur="1" fill="hold">
                                          <p:stCondLst>
                                            <p:cond delay="0"/>
                                          </p:stCondLst>
                                        </p:cTn>
                                        <p:tgtEl>
                                          <p:spTgt spid="14"/>
                                        </p:tgtEl>
                                        <p:attrNameLst>
                                          <p:attrName>style.visibility</p:attrName>
                                        </p:attrNameLst>
                                      </p:cBhvr>
                                      <p:to>
                                        <p:strVal val="visible"/>
                                      </p:to>
                                    </p:set>
                                    <p:animEffect transition="in" filter="fade">
                                      <p:cBhvr>
                                        <p:cTn id="37" dur="1000"/>
                                        <p:tgtEl>
                                          <p:spTgt spid="14"/>
                                        </p:tgtEl>
                                      </p:cBhvr>
                                    </p:animEffect>
                                    <p:anim calcmode="lin" valueType="num">
                                      <p:cBhvr>
                                        <p:cTn id="38" dur="1000" fill="hold"/>
                                        <p:tgtEl>
                                          <p:spTgt spid="14"/>
                                        </p:tgtEl>
                                        <p:attrNameLst>
                                          <p:attrName>ppt_x</p:attrName>
                                        </p:attrNameLst>
                                      </p:cBhvr>
                                      <p:tavLst>
                                        <p:tav tm="0">
                                          <p:val>
                                            <p:strVal val="#ppt_x"/>
                                          </p:val>
                                        </p:tav>
                                        <p:tav tm="100000">
                                          <p:val>
                                            <p:strVal val="#ppt_x"/>
                                          </p:val>
                                        </p:tav>
                                      </p:tavLst>
                                    </p:anim>
                                    <p:anim calcmode="lin" valueType="num">
                                      <p:cBhvr>
                                        <p:cTn id="39" dur="1000" fill="hold"/>
                                        <p:tgtEl>
                                          <p:spTgt spid="14"/>
                                        </p:tgtEl>
                                        <p:attrNameLst>
                                          <p:attrName>ppt_y</p:attrName>
                                        </p:attrNameLst>
                                      </p:cBhvr>
                                      <p:tavLst>
                                        <p:tav tm="0">
                                          <p:val>
                                            <p:strVal val="#ppt_y+.1"/>
                                          </p:val>
                                        </p:tav>
                                        <p:tav tm="100000">
                                          <p:val>
                                            <p:strVal val="#ppt_y"/>
                                          </p:val>
                                        </p:tav>
                                      </p:tavLst>
                                    </p:anim>
                                  </p:childTnLst>
                                </p:cTn>
                              </p:par>
                              <p:par>
                                <p:cTn id="40" presetID="42" presetClass="entr" presetSubtype="0" fill="hold" grpId="0" nodeType="withEffect">
                                  <p:stCondLst>
                                    <p:cond delay="0"/>
                                  </p:stCondLst>
                                  <p:childTnLst>
                                    <p:set>
                                      <p:cBhvr>
                                        <p:cTn id="41" dur="1" fill="hold">
                                          <p:stCondLst>
                                            <p:cond delay="0"/>
                                          </p:stCondLst>
                                        </p:cTn>
                                        <p:tgtEl>
                                          <p:spTgt spid="12"/>
                                        </p:tgtEl>
                                        <p:attrNameLst>
                                          <p:attrName>style.visibility</p:attrName>
                                        </p:attrNameLst>
                                      </p:cBhvr>
                                      <p:to>
                                        <p:strVal val="visible"/>
                                      </p:to>
                                    </p:set>
                                    <p:animEffect transition="in" filter="fade">
                                      <p:cBhvr>
                                        <p:cTn id="42" dur="1000"/>
                                        <p:tgtEl>
                                          <p:spTgt spid="12"/>
                                        </p:tgtEl>
                                      </p:cBhvr>
                                    </p:animEffect>
                                    <p:anim calcmode="lin" valueType="num">
                                      <p:cBhvr>
                                        <p:cTn id="43" dur="1000" fill="hold"/>
                                        <p:tgtEl>
                                          <p:spTgt spid="12"/>
                                        </p:tgtEl>
                                        <p:attrNameLst>
                                          <p:attrName>ppt_x</p:attrName>
                                        </p:attrNameLst>
                                      </p:cBhvr>
                                      <p:tavLst>
                                        <p:tav tm="0">
                                          <p:val>
                                            <p:strVal val="#ppt_x"/>
                                          </p:val>
                                        </p:tav>
                                        <p:tav tm="100000">
                                          <p:val>
                                            <p:strVal val="#ppt_x"/>
                                          </p:val>
                                        </p:tav>
                                      </p:tavLst>
                                    </p:anim>
                                    <p:anim calcmode="lin" valueType="num">
                                      <p:cBhvr>
                                        <p:cTn id="44" dur="1000" fill="hold"/>
                                        <p:tgtEl>
                                          <p:spTgt spid="12"/>
                                        </p:tgtEl>
                                        <p:attrNameLst>
                                          <p:attrName>ppt_y</p:attrName>
                                        </p:attrNameLst>
                                      </p:cBhvr>
                                      <p:tavLst>
                                        <p:tav tm="0">
                                          <p:val>
                                            <p:strVal val="#ppt_y+.1"/>
                                          </p:val>
                                        </p:tav>
                                        <p:tav tm="100000">
                                          <p:val>
                                            <p:strVal val="#ppt_y"/>
                                          </p:val>
                                        </p:tav>
                                      </p:tavLst>
                                    </p:anim>
                                  </p:childTnLst>
                                </p:cTn>
                              </p:par>
                            </p:childTnLst>
                          </p:cTn>
                        </p:par>
                        <p:par>
                          <p:cTn id="45" fill="hold">
                            <p:stCondLst>
                              <p:cond delay="5500"/>
                            </p:stCondLst>
                            <p:childTnLst>
                              <p:par>
                                <p:cTn id="46" presetID="10" presetClass="entr" presetSubtype="0" fill="hold" grpId="0" nodeType="afterEffect">
                                  <p:stCondLst>
                                    <p:cond delay="0"/>
                                  </p:stCondLst>
                                  <p:childTnLst>
                                    <p:set>
                                      <p:cBhvr>
                                        <p:cTn id="47" dur="1" fill="hold">
                                          <p:stCondLst>
                                            <p:cond delay="0"/>
                                          </p:stCondLst>
                                        </p:cTn>
                                        <p:tgtEl>
                                          <p:spTgt spid="17"/>
                                        </p:tgtEl>
                                        <p:attrNameLst>
                                          <p:attrName>style.visibility</p:attrName>
                                        </p:attrNameLst>
                                      </p:cBhvr>
                                      <p:to>
                                        <p:strVal val="visible"/>
                                      </p:to>
                                    </p:set>
                                    <p:animEffect transition="in" filter="fade">
                                      <p:cBhvr>
                                        <p:cTn id="4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Graphic spid="10" grpId="0">
        <p:bldAsOne/>
      </p:bldGraphic>
      <p:bldP spid="11" grpId="0"/>
      <p:bldP spid="12" grpId="0"/>
      <p:bldP spid="14" grpId="0"/>
      <p:bldP spid="16" grpId="0"/>
      <p:bldP spid="17" grpId="0" animBg="1"/>
      <p:bldP spid="2" grpId="0" animBg="1"/>
      <p:bldP spid="3" grpId="0" animBg="1"/>
      <p:bldP spid="4"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 Placeholder 14">
            <a:extLst>
              <a:ext uri="{FF2B5EF4-FFF2-40B4-BE49-F238E27FC236}">
                <a16:creationId xmlns:a16="http://schemas.microsoft.com/office/drawing/2014/main" id="{266D42D2-EF44-A446-2995-983816D57E8C}"/>
              </a:ext>
            </a:extLst>
          </p:cNvPr>
          <p:cNvSpPr>
            <a:spLocks noGrp="1"/>
          </p:cNvSpPr>
          <p:nvPr>
            <p:ph type="body" sz="quarter" idx="82"/>
          </p:nvPr>
        </p:nvSpPr>
        <p:spPr>
          <a:xfrm>
            <a:off x="625928" y="450011"/>
            <a:ext cx="10270672" cy="486159"/>
          </a:xfrm>
        </p:spPr>
        <p:txBody>
          <a:bodyPr/>
          <a:lstStyle/>
          <a:p>
            <a:r>
              <a:rPr lang="en-GB" dirty="0"/>
              <a:t>Tools Reliant on Campaign Tagging and Tracking IDs</a:t>
            </a:r>
          </a:p>
          <a:p>
            <a:endParaRPr lang="en-GB" dirty="0"/>
          </a:p>
        </p:txBody>
      </p:sp>
      <p:sp>
        <p:nvSpPr>
          <p:cNvPr id="16" name="Round Same Side Corner Rectangle 15">
            <a:extLst>
              <a:ext uri="{FF2B5EF4-FFF2-40B4-BE49-F238E27FC236}">
                <a16:creationId xmlns:a16="http://schemas.microsoft.com/office/drawing/2014/main" id="{2B00654D-D481-7118-F53A-7339E057F1F3}"/>
              </a:ext>
            </a:extLst>
          </p:cNvPr>
          <p:cNvSpPr/>
          <p:nvPr/>
        </p:nvSpPr>
        <p:spPr>
          <a:xfrm>
            <a:off x="4401795" y="1473671"/>
            <a:ext cx="3392890" cy="482748"/>
          </a:xfrm>
          <a:prstGeom prst="round2SameRect">
            <a:avLst>
              <a:gd name="adj1" fmla="val 16474"/>
              <a:gd name="adj2" fmla="val 0"/>
            </a:avLst>
          </a:prstGeom>
          <a:gradFill flip="none" rotWithShape="1">
            <a:gsLst>
              <a:gs pos="0">
                <a:schemeClr val="accent5">
                  <a:alpha val="0"/>
                </a:schemeClr>
              </a:gs>
              <a:gs pos="100000">
                <a:schemeClr val="accent5"/>
              </a:gs>
            </a:gsLst>
            <a:lin ang="0" scaled="0"/>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ound Same Side Corner Rectangle 15">
            <a:extLst>
              <a:ext uri="{FF2B5EF4-FFF2-40B4-BE49-F238E27FC236}">
                <a16:creationId xmlns:a16="http://schemas.microsoft.com/office/drawing/2014/main" id="{D6DBA53B-0025-56FC-3BE0-41488EA70390}"/>
              </a:ext>
            </a:extLst>
          </p:cNvPr>
          <p:cNvSpPr/>
          <p:nvPr/>
        </p:nvSpPr>
        <p:spPr>
          <a:xfrm>
            <a:off x="627593" y="1473671"/>
            <a:ext cx="3392890" cy="482748"/>
          </a:xfrm>
          <a:prstGeom prst="round2SameRect">
            <a:avLst>
              <a:gd name="adj1" fmla="val 16474"/>
              <a:gd name="adj2" fmla="val 0"/>
            </a:avLst>
          </a:prstGeom>
          <a:gradFill flip="none" rotWithShape="1">
            <a:gsLst>
              <a:gs pos="0">
                <a:schemeClr val="accent1">
                  <a:alpha val="0"/>
                </a:schemeClr>
              </a:gs>
              <a:gs pos="100000">
                <a:schemeClr val="accent1"/>
              </a:gs>
            </a:gsLst>
            <a:lin ang="0" scaled="0"/>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ound Same Side Corner Rectangle 15">
            <a:extLst>
              <a:ext uri="{FF2B5EF4-FFF2-40B4-BE49-F238E27FC236}">
                <a16:creationId xmlns:a16="http://schemas.microsoft.com/office/drawing/2014/main" id="{31F0B8C5-8C29-188A-F9DE-9D14B5829203}"/>
              </a:ext>
            </a:extLst>
          </p:cNvPr>
          <p:cNvSpPr/>
          <p:nvPr/>
        </p:nvSpPr>
        <p:spPr>
          <a:xfrm>
            <a:off x="8175992" y="1473671"/>
            <a:ext cx="3392891" cy="482748"/>
          </a:xfrm>
          <a:prstGeom prst="round2SameRect">
            <a:avLst>
              <a:gd name="adj1" fmla="val 16474"/>
              <a:gd name="adj2" fmla="val 0"/>
            </a:avLst>
          </a:prstGeom>
          <a:gradFill flip="none" rotWithShape="1">
            <a:gsLst>
              <a:gs pos="0">
                <a:schemeClr val="accent2">
                  <a:alpha val="0"/>
                </a:schemeClr>
              </a:gs>
              <a:gs pos="100000">
                <a:schemeClr val="accent2"/>
              </a:gs>
            </a:gsLst>
            <a:lin ang="0" scaled="0"/>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Rounded Corners 3">
            <a:extLst>
              <a:ext uri="{FF2B5EF4-FFF2-40B4-BE49-F238E27FC236}">
                <a16:creationId xmlns:a16="http://schemas.microsoft.com/office/drawing/2014/main" id="{8A243F49-BAF6-A9D7-F813-E0367E5EA4B3}"/>
              </a:ext>
            </a:extLst>
          </p:cNvPr>
          <p:cNvSpPr/>
          <p:nvPr/>
        </p:nvSpPr>
        <p:spPr>
          <a:xfrm rot="10800000">
            <a:off x="8175990" y="1928196"/>
            <a:ext cx="3392892" cy="4046984"/>
          </a:xfrm>
          <a:prstGeom prst="round2SameRect">
            <a:avLst>
              <a:gd name="adj1" fmla="val 3955"/>
              <a:gd name="adj2" fmla="val 0"/>
            </a:avLst>
          </a:prstGeom>
          <a:solidFill>
            <a:schemeClr val="bg2">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0" name="Rectangle: Rounded Corners 3">
            <a:extLst>
              <a:ext uri="{FF2B5EF4-FFF2-40B4-BE49-F238E27FC236}">
                <a16:creationId xmlns:a16="http://schemas.microsoft.com/office/drawing/2014/main" id="{9B6E8840-1060-7F32-4CF7-F0A781DC8DE2}"/>
              </a:ext>
            </a:extLst>
          </p:cNvPr>
          <p:cNvSpPr/>
          <p:nvPr/>
        </p:nvSpPr>
        <p:spPr>
          <a:xfrm rot="10800000">
            <a:off x="4401789" y="1928196"/>
            <a:ext cx="3392891" cy="4046986"/>
          </a:xfrm>
          <a:prstGeom prst="round2SameRect">
            <a:avLst>
              <a:gd name="adj1" fmla="val 3941"/>
              <a:gd name="adj2" fmla="val 0"/>
            </a:avLst>
          </a:prstGeom>
          <a:solidFill>
            <a:schemeClr val="bg2">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 name="Rectangle: Rounded Corners 3">
            <a:extLst>
              <a:ext uri="{FF2B5EF4-FFF2-40B4-BE49-F238E27FC236}">
                <a16:creationId xmlns:a16="http://schemas.microsoft.com/office/drawing/2014/main" id="{4E5A999F-030E-82EB-C53A-7024A276B7A3}"/>
              </a:ext>
            </a:extLst>
          </p:cNvPr>
          <p:cNvSpPr/>
          <p:nvPr/>
        </p:nvSpPr>
        <p:spPr>
          <a:xfrm rot="10800000">
            <a:off x="627591" y="1928195"/>
            <a:ext cx="3392892" cy="4046988"/>
          </a:xfrm>
          <a:prstGeom prst="round2SameRect">
            <a:avLst>
              <a:gd name="adj1" fmla="val 3955"/>
              <a:gd name="adj2" fmla="val 0"/>
            </a:avLst>
          </a:prstGeom>
          <a:solidFill>
            <a:schemeClr val="bg2">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2" name="Google Shape;22515;p994">
            <a:extLst>
              <a:ext uri="{FF2B5EF4-FFF2-40B4-BE49-F238E27FC236}">
                <a16:creationId xmlns:a16="http://schemas.microsoft.com/office/drawing/2014/main" id="{43C7571F-69AE-6BD4-F5C2-AB2BBC21E8DA}"/>
              </a:ext>
            </a:extLst>
          </p:cNvPr>
          <p:cNvSpPr txBox="1"/>
          <p:nvPr/>
        </p:nvSpPr>
        <p:spPr>
          <a:xfrm>
            <a:off x="4416356" y="1263384"/>
            <a:ext cx="3373848" cy="458212"/>
          </a:xfrm>
          <a:prstGeom prst="rect">
            <a:avLst/>
          </a:prstGeom>
          <a:noFill/>
          <a:ln>
            <a:noFill/>
          </a:ln>
        </p:spPr>
        <p:txBody>
          <a:bodyPr spcFirstLastPara="1" wrap="square" lIns="288000" tIns="0" rIns="0" bIns="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11113"/>
            <a:r>
              <a:rPr lang="en-US" sz="1800" dirty="0">
                <a:solidFill>
                  <a:schemeClr val="bg1"/>
                </a:solidFill>
                <a:latin typeface="CiscoSansTT ExtraLight" panose="020B0303020201020303" pitchFamily="34" charset="0"/>
                <a:cs typeface="CiscoSansTT ExtraLight" panose="020B0303020201020303" pitchFamily="34" charset="0"/>
              </a:rPr>
              <a:t>Drive To ID</a:t>
            </a:r>
          </a:p>
        </p:txBody>
      </p:sp>
      <p:sp>
        <p:nvSpPr>
          <p:cNvPr id="23" name="Google Shape;22515;p994">
            <a:extLst>
              <a:ext uri="{FF2B5EF4-FFF2-40B4-BE49-F238E27FC236}">
                <a16:creationId xmlns:a16="http://schemas.microsoft.com/office/drawing/2014/main" id="{0F714FD8-C057-A469-AEFF-3064CAB1EAE4}"/>
              </a:ext>
            </a:extLst>
          </p:cNvPr>
          <p:cNvSpPr txBox="1"/>
          <p:nvPr/>
        </p:nvSpPr>
        <p:spPr>
          <a:xfrm>
            <a:off x="623114" y="1263384"/>
            <a:ext cx="3392890" cy="458212"/>
          </a:xfrm>
          <a:prstGeom prst="rect">
            <a:avLst/>
          </a:prstGeom>
          <a:noFill/>
          <a:ln>
            <a:noFill/>
          </a:ln>
        </p:spPr>
        <p:txBody>
          <a:bodyPr spcFirstLastPara="1" wrap="square" lIns="288000" tIns="0" rIns="0" bIns="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11113"/>
            <a:r>
              <a:rPr lang="en-US" sz="1800" dirty="0">
                <a:solidFill>
                  <a:schemeClr val="bg1"/>
                </a:solidFill>
                <a:latin typeface="CiscoSansTT ExtraLight" panose="020B0303020201020303" pitchFamily="34" charset="0"/>
                <a:cs typeface="CiscoSansTT ExtraLight" panose="020B0303020201020303" pitchFamily="34" charset="0"/>
              </a:rPr>
              <a:t>Activity ID</a:t>
            </a:r>
          </a:p>
        </p:txBody>
      </p:sp>
      <p:sp>
        <p:nvSpPr>
          <p:cNvPr id="24" name="Google Shape;22515;p994">
            <a:extLst>
              <a:ext uri="{FF2B5EF4-FFF2-40B4-BE49-F238E27FC236}">
                <a16:creationId xmlns:a16="http://schemas.microsoft.com/office/drawing/2014/main" id="{C4AA6050-C24B-7C63-224E-0AAA471B8480}"/>
              </a:ext>
            </a:extLst>
          </p:cNvPr>
          <p:cNvSpPr txBox="1"/>
          <p:nvPr/>
        </p:nvSpPr>
        <p:spPr>
          <a:xfrm>
            <a:off x="8171514" y="1263384"/>
            <a:ext cx="3392890" cy="458212"/>
          </a:xfrm>
          <a:prstGeom prst="rect">
            <a:avLst/>
          </a:prstGeom>
          <a:noFill/>
          <a:ln>
            <a:noFill/>
          </a:ln>
        </p:spPr>
        <p:txBody>
          <a:bodyPr spcFirstLastPara="1" wrap="square" lIns="288000" tIns="0" rIns="0" bIns="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11113"/>
            <a:r>
              <a:rPr lang="en-US" sz="1800" dirty="0">
                <a:solidFill>
                  <a:schemeClr val="bg1"/>
                </a:solidFill>
                <a:latin typeface="CiscoSansTT ExtraLight" panose="020B0303020201020303" pitchFamily="34" charset="0"/>
                <a:cs typeface="CiscoSansTT ExtraLight" panose="020B0303020201020303" pitchFamily="34" charset="0"/>
              </a:rPr>
              <a:t>Offer ID</a:t>
            </a:r>
          </a:p>
        </p:txBody>
      </p:sp>
      <p:sp>
        <p:nvSpPr>
          <p:cNvPr id="36" name="TextBox 35">
            <a:extLst>
              <a:ext uri="{FF2B5EF4-FFF2-40B4-BE49-F238E27FC236}">
                <a16:creationId xmlns:a16="http://schemas.microsoft.com/office/drawing/2014/main" id="{EA282A7D-93FC-E8DA-E9C1-3E8FC742D195}"/>
              </a:ext>
            </a:extLst>
          </p:cNvPr>
          <p:cNvSpPr txBox="1"/>
          <p:nvPr/>
        </p:nvSpPr>
        <p:spPr>
          <a:xfrm>
            <a:off x="8205529" y="2023885"/>
            <a:ext cx="3392889" cy="769441"/>
          </a:xfrm>
          <a:prstGeom prst="rect">
            <a:avLst/>
          </a:prstGeom>
          <a:noFill/>
        </p:spPr>
        <p:txBody>
          <a:bodyPr wrap="square" rtlCol="0">
            <a:spAutoFit/>
          </a:bodyPr>
          <a:lstStyle/>
          <a:p>
            <a:pPr algn="ctr"/>
            <a:r>
              <a:rPr lang="en-US" sz="1100" dirty="0">
                <a:latin typeface="+mn-lt"/>
              </a:rPr>
              <a:t>Use to track the effectiveness of channels that deliver content to a target audience.  These vehicles can either be owned, earned, or paid, and can be either digital or offline.</a:t>
            </a:r>
            <a:endParaRPr lang="en-GB" sz="1100" dirty="0">
              <a:latin typeface="+mn-lt"/>
            </a:endParaRPr>
          </a:p>
        </p:txBody>
      </p:sp>
      <p:sp>
        <p:nvSpPr>
          <p:cNvPr id="37" name="TextBox 36">
            <a:extLst>
              <a:ext uri="{FF2B5EF4-FFF2-40B4-BE49-F238E27FC236}">
                <a16:creationId xmlns:a16="http://schemas.microsoft.com/office/drawing/2014/main" id="{07D40797-2FCD-753A-7449-F4990074793C}"/>
              </a:ext>
            </a:extLst>
          </p:cNvPr>
          <p:cNvSpPr txBox="1"/>
          <p:nvPr/>
        </p:nvSpPr>
        <p:spPr>
          <a:xfrm>
            <a:off x="623114" y="2010761"/>
            <a:ext cx="3426909" cy="769441"/>
          </a:xfrm>
          <a:prstGeom prst="rect">
            <a:avLst/>
          </a:prstGeom>
          <a:noFill/>
        </p:spPr>
        <p:txBody>
          <a:bodyPr wrap="square" rtlCol="0">
            <a:spAutoFit/>
          </a:bodyPr>
          <a:lstStyle/>
          <a:p>
            <a:pPr algn="ctr"/>
            <a:r>
              <a:rPr lang="en-GB" sz="1100" dirty="0">
                <a:latin typeface="+mn-lt"/>
              </a:rPr>
              <a:t>Used to track specific marketing activities that support Global Campaigns and Programs and aligns the activity back to budget line items where applicable</a:t>
            </a:r>
          </a:p>
        </p:txBody>
      </p:sp>
      <p:sp>
        <p:nvSpPr>
          <p:cNvPr id="38" name="TextBox 37">
            <a:extLst>
              <a:ext uri="{FF2B5EF4-FFF2-40B4-BE49-F238E27FC236}">
                <a16:creationId xmlns:a16="http://schemas.microsoft.com/office/drawing/2014/main" id="{A9962807-057A-870D-515C-D333CA9EBADD}"/>
              </a:ext>
            </a:extLst>
          </p:cNvPr>
          <p:cNvSpPr txBox="1"/>
          <p:nvPr/>
        </p:nvSpPr>
        <p:spPr>
          <a:xfrm>
            <a:off x="4398452" y="2031885"/>
            <a:ext cx="3458649" cy="600164"/>
          </a:xfrm>
          <a:prstGeom prst="rect">
            <a:avLst/>
          </a:prstGeom>
          <a:noFill/>
        </p:spPr>
        <p:txBody>
          <a:bodyPr wrap="square" rtlCol="0">
            <a:spAutoFit/>
          </a:bodyPr>
          <a:lstStyle/>
          <a:p>
            <a:pPr algn="ctr"/>
            <a:r>
              <a:rPr lang="en-GB" sz="1100" dirty="0">
                <a:latin typeface="+mn-lt"/>
              </a:rPr>
              <a:t>Use to track free products, services or content given to customers in exchange for them performing a specific action, like filling out a form</a:t>
            </a:r>
          </a:p>
        </p:txBody>
      </p:sp>
      <p:grpSp>
        <p:nvGrpSpPr>
          <p:cNvPr id="42" name="Group 11">
            <a:extLst>
              <a:ext uri="{FF2B5EF4-FFF2-40B4-BE49-F238E27FC236}">
                <a16:creationId xmlns:a16="http://schemas.microsoft.com/office/drawing/2014/main" id="{3908F0AB-3164-F57F-89A0-5F4623D908B7}"/>
              </a:ext>
            </a:extLst>
          </p:cNvPr>
          <p:cNvGrpSpPr>
            <a:grpSpLocks noChangeAspect="1"/>
          </p:cNvGrpSpPr>
          <p:nvPr/>
        </p:nvGrpSpPr>
        <p:grpSpPr bwMode="auto">
          <a:xfrm>
            <a:off x="3278590" y="1156008"/>
            <a:ext cx="686197" cy="697250"/>
            <a:chOff x="2511" y="1238"/>
            <a:chExt cx="745" cy="757"/>
          </a:xfrm>
        </p:grpSpPr>
        <p:sp>
          <p:nvSpPr>
            <p:cNvPr id="43" name="Freeform 12">
              <a:extLst>
                <a:ext uri="{FF2B5EF4-FFF2-40B4-BE49-F238E27FC236}">
                  <a16:creationId xmlns:a16="http://schemas.microsoft.com/office/drawing/2014/main" id="{2E694322-D292-36CD-8BAF-DFDCCBB6C016}"/>
                </a:ext>
              </a:extLst>
            </p:cNvPr>
            <p:cNvSpPr>
              <a:spLocks/>
            </p:cNvSpPr>
            <p:nvPr/>
          </p:nvSpPr>
          <p:spPr bwMode="auto">
            <a:xfrm>
              <a:off x="2511" y="1790"/>
              <a:ext cx="161" cy="205"/>
            </a:xfrm>
            <a:custGeom>
              <a:avLst/>
              <a:gdLst>
                <a:gd name="T0" fmla="*/ 0 w 131"/>
                <a:gd name="T1" fmla="*/ 21 h 171"/>
                <a:gd name="T2" fmla="*/ 21 w 131"/>
                <a:gd name="T3" fmla="*/ 0 h 171"/>
                <a:gd name="T4" fmla="*/ 109 w 131"/>
                <a:gd name="T5" fmla="*/ 0 h 171"/>
                <a:gd name="T6" fmla="*/ 131 w 131"/>
                <a:gd name="T7" fmla="*/ 21 h 171"/>
                <a:gd name="T8" fmla="*/ 131 w 131"/>
                <a:gd name="T9" fmla="*/ 149 h 171"/>
                <a:gd name="T10" fmla="*/ 109 w 131"/>
                <a:gd name="T11" fmla="*/ 171 h 171"/>
                <a:gd name="T12" fmla="*/ 21 w 131"/>
                <a:gd name="T13" fmla="*/ 171 h 171"/>
                <a:gd name="T14" fmla="*/ 0 w 131"/>
                <a:gd name="T15" fmla="*/ 149 h 171"/>
                <a:gd name="T16" fmla="*/ 0 w 131"/>
                <a:gd name="T17" fmla="*/ 21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31" h="171">
                  <a:moveTo>
                    <a:pt x="0" y="21"/>
                  </a:moveTo>
                  <a:cubicBezTo>
                    <a:pt x="0" y="9"/>
                    <a:pt x="9" y="0"/>
                    <a:pt x="21" y="0"/>
                  </a:cubicBezTo>
                  <a:cubicBezTo>
                    <a:pt x="109" y="0"/>
                    <a:pt x="109" y="0"/>
                    <a:pt x="109" y="0"/>
                  </a:cubicBezTo>
                  <a:cubicBezTo>
                    <a:pt x="121" y="0"/>
                    <a:pt x="131" y="9"/>
                    <a:pt x="131" y="21"/>
                  </a:cubicBezTo>
                  <a:cubicBezTo>
                    <a:pt x="131" y="149"/>
                    <a:pt x="131" y="149"/>
                    <a:pt x="131" y="149"/>
                  </a:cubicBezTo>
                  <a:cubicBezTo>
                    <a:pt x="131" y="162"/>
                    <a:pt x="121" y="171"/>
                    <a:pt x="109" y="171"/>
                  </a:cubicBezTo>
                  <a:cubicBezTo>
                    <a:pt x="21" y="171"/>
                    <a:pt x="21" y="171"/>
                    <a:pt x="21" y="171"/>
                  </a:cubicBezTo>
                  <a:cubicBezTo>
                    <a:pt x="9" y="171"/>
                    <a:pt x="0" y="162"/>
                    <a:pt x="0" y="149"/>
                  </a:cubicBezTo>
                  <a:lnTo>
                    <a:pt x="0" y="21"/>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4" name="Freeform 13">
              <a:extLst>
                <a:ext uri="{FF2B5EF4-FFF2-40B4-BE49-F238E27FC236}">
                  <a16:creationId xmlns:a16="http://schemas.microsoft.com/office/drawing/2014/main" id="{6BA8279A-0A7A-47D6-7321-218CAF3EF1F8}"/>
                </a:ext>
              </a:extLst>
            </p:cNvPr>
            <p:cNvSpPr>
              <a:spLocks/>
            </p:cNvSpPr>
            <p:nvPr/>
          </p:nvSpPr>
          <p:spPr bwMode="auto">
            <a:xfrm>
              <a:off x="2702" y="1705"/>
              <a:ext cx="161" cy="290"/>
            </a:xfrm>
            <a:custGeom>
              <a:avLst/>
              <a:gdLst>
                <a:gd name="T0" fmla="*/ 0 w 131"/>
                <a:gd name="T1" fmla="*/ 22 h 242"/>
                <a:gd name="T2" fmla="*/ 21 w 131"/>
                <a:gd name="T3" fmla="*/ 0 h 242"/>
                <a:gd name="T4" fmla="*/ 109 w 131"/>
                <a:gd name="T5" fmla="*/ 0 h 242"/>
                <a:gd name="T6" fmla="*/ 131 w 131"/>
                <a:gd name="T7" fmla="*/ 22 h 242"/>
                <a:gd name="T8" fmla="*/ 131 w 131"/>
                <a:gd name="T9" fmla="*/ 220 h 242"/>
                <a:gd name="T10" fmla="*/ 109 w 131"/>
                <a:gd name="T11" fmla="*/ 242 h 242"/>
                <a:gd name="T12" fmla="*/ 21 w 131"/>
                <a:gd name="T13" fmla="*/ 242 h 242"/>
                <a:gd name="T14" fmla="*/ 0 w 131"/>
                <a:gd name="T15" fmla="*/ 220 h 242"/>
                <a:gd name="T16" fmla="*/ 0 w 131"/>
                <a:gd name="T17" fmla="*/ 22 h 2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31" h="242">
                  <a:moveTo>
                    <a:pt x="0" y="22"/>
                  </a:moveTo>
                  <a:cubicBezTo>
                    <a:pt x="0" y="10"/>
                    <a:pt x="9" y="0"/>
                    <a:pt x="21" y="0"/>
                  </a:cubicBezTo>
                  <a:cubicBezTo>
                    <a:pt x="109" y="0"/>
                    <a:pt x="109" y="0"/>
                    <a:pt x="109" y="0"/>
                  </a:cubicBezTo>
                  <a:cubicBezTo>
                    <a:pt x="121" y="0"/>
                    <a:pt x="131" y="10"/>
                    <a:pt x="131" y="22"/>
                  </a:cubicBezTo>
                  <a:cubicBezTo>
                    <a:pt x="131" y="220"/>
                    <a:pt x="131" y="220"/>
                    <a:pt x="131" y="220"/>
                  </a:cubicBezTo>
                  <a:cubicBezTo>
                    <a:pt x="131" y="233"/>
                    <a:pt x="121" y="242"/>
                    <a:pt x="109" y="242"/>
                  </a:cubicBezTo>
                  <a:cubicBezTo>
                    <a:pt x="21" y="242"/>
                    <a:pt x="21" y="242"/>
                    <a:pt x="21" y="242"/>
                  </a:cubicBezTo>
                  <a:cubicBezTo>
                    <a:pt x="9" y="242"/>
                    <a:pt x="0" y="233"/>
                    <a:pt x="0" y="220"/>
                  </a:cubicBezTo>
                  <a:lnTo>
                    <a:pt x="0" y="22"/>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5" name="Freeform 14">
              <a:extLst>
                <a:ext uri="{FF2B5EF4-FFF2-40B4-BE49-F238E27FC236}">
                  <a16:creationId xmlns:a16="http://schemas.microsoft.com/office/drawing/2014/main" id="{79D23188-EDC0-114C-8A66-875A66DB5D7D}"/>
                </a:ext>
              </a:extLst>
            </p:cNvPr>
            <p:cNvSpPr>
              <a:spLocks/>
            </p:cNvSpPr>
            <p:nvPr/>
          </p:nvSpPr>
          <p:spPr bwMode="auto">
            <a:xfrm>
              <a:off x="2892" y="1572"/>
              <a:ext cx="161" cy="423"/>
            </a:xfrm>
            <a:custGeom>
              <a:avLst/>
              <a:gdLst>
                <a:gd name="T0" fmla="*/ 0 w 131"/>
                <a:gd name="T1" fmla="*/ 21 h 353"/>
                <a:gd name="T2" fmla="*/ 21 w 131"/>
                <a:gd name="T3" fmla="*/ 0 h 353"/>
                <a:gd name="T4" fmla="*/ 109 w 131"/>
                <a:gd name="T5" fmla="*/ 0 h 353"/>
                <a:gd name="T6" fmla="*/ 131 w 131"/>
                <a:gd name="T7" fmla="*/ 21 h 353"/>
                <a:gd name="T8" fmla="*/ 131 w 131"/>
                <a:gd name="T9" fmla="*/ 331 h 353"/>
                <a:gd name="T10" fmla="*/ 109 w 131"/>
                <a:gd name="T11" fmla="*/ 353 h 353"/>
                <a:gd name="T12" fmla="*/ 21 w 131"/>
                <a:gd name="T13" fmla="*/ 353 h 353"/>
                <a:gd name="T14" fmla="*/ 0 w 131"/>
                <a:gd name="T15" fmla="*/ 331 h 353"/>
                <a:gd name="T16" fmla="*/ 0 w 131"/>
                <a:gd name="T17" fmla="*/ 21 h 3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31" h="353">
                  <a:moveTo>
                    <a:pt x="0" y="21"/>
                  </a:moveTo>
                  <a:cubicBezTo>
                    <a:pt x="0" y="9"/>
                    <a:pt x="9" y="0"/>
                    <a:pt x="21" y="0"/>
                  </a:cubicBezTo>
                  <a:cubicBezTo>
                    <a:pt x="109" y="0"/>
                    <a:pt x="109" y="0"/>
                    <a:pt x="109" y="0"/>
                  </a:cubicBezTo>
                  <a:cubicBezTo>
                    <a:pt x="121" y="0"/>
                    <a:pt x="131" y="9"/>
                    <a:pt x="131" y="21"/>
                  </a:cubicBezTo>
                  <a:cubicBezTo>
                    <a:pt x="131" y="331"/>
                    <a:pt x="131" y="331"/>
                    <a:pt x="131" y="331"/>
                  </a:cubicBezTo>
                  <a:cubicBezTo>
                    <a:pt x="131" y="344"/>
                    <a:pt x="121" y="353"/>
                    <a:pt x="109" y="353"/>
                  </a:cubicBezTo>
                  <a:cubicBezTo>
                    <a:pt x="21" y="353"/>
                    <a:pt x="21" y="353"/>
                    <a:pt x="21" y="353"/>
                  </a:cubicBezTo>
                  <a:cubicBezTo>
                    <a:pt x="9" y="353"/>
                    <a:pt x="0" y="344"/>
                    <a:pt x="0" y="331"/>
                  </a:cubicBezTo>
                  <a:lnTo>
                    <a:pt x="0" y="21"/>
                  </a:lnTo>
                  <a:close/>
                </a:path>
              </a:pathLst>
            </a:custGeom>
            <a:solidFill>
              <a:schemeClr val="accent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6" name="Freeform 15">
              <a:extLst>
                <a:ext uri="{FF2B5EF4-FFF2-40B4-BE49-F238E27FC236}">
                  <a16:creationId xmlns:a16="http://schemas.microsoft.com/office/drawing/2014/main" id="{0E5DE8BD-C771-C44F-C033-49389783390A}"/>
                </a:ext>
              </a:extLst>
            </p:cNvPr>
            <p:cNvSpPr>
              <a:spLocks/>
            </p:cNvSpPr>
            <p:nvPr/>
          </p:nvSpPr>
          <p:spPr bwMode="auto">
            <a:xfrm>
              <a:off x="3083" y="1632"/>
              <a:ext cx="161" cy="363"/>
            </a:xfrm>
            <a:custGeom>
              <a:avLst/>
              <a:gdLst>
                <a:gd name="T0" fmla="*/ 0 w 131"/>
                <a:gd name="T1" fmla="*/ 22 h 303"/>
                <a:gd name="T2" fmla="*/ 21 w 131"/>
                <a:gd name="T3" fmla="*/ 0 h 303"/>
                <a:gd name="T4" fmla="*/ 109 w 131"/>
                <a:gd name="T5" fmla="*/ 0 h 303"/>
                <a:gd name="T6" fmla="*/ 131 w 131"/>
                <a:gd name="T7" fmla="*/ 22 h 303"/>
                <a:gd name="T8" fmla="*/ 131 w 131"/>
                <a:gd name="T9" fmla="*/ 281 h 303"/>
                <a:gd name="T10" fmla="*/ 109 w 131"/>
                <a:gd name="T11" fmla="*/ 303 h 303"/>
                <a:gd name="T12" fmla="*/ 21 w 131"/>
                <a:gd name="T13" fmla="*/ 303 h 303"/>
                <a:gd name="T14" fmla="*/ 0 w 131"/>
                <a:gd name="T15" fmla="*/ 281 h 303"/>
                <a:gd name="T16" fmla="*/ 0 w 131"/>
                <a:gd name="T17" fmla="*/ 22 h 3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31" h="303">
                  <a:moveTo>
                    <a:pt x="0" y="22"/>
                  </a:moveTo>
                  <a:cubicBezTo>
                    <a:pt x="0" y="10"/>
                    <a:pt x="9" y="0"/>
                    <a:pt x="21" y="0"/>
                  </a:cubicBezTo>
                  <a:cubicBezTo>
                    <a:pt x="109" y="0"/>
                    <a:pt x="109" y="0"/>
                    <a:pt x="109" y="0"/>
                  </a:cubicBezTo>
                  <a:cubicBezTo>
                    <a:pt x="121" y="0"/>
                    <a:pt x="131" y="10"/>
                    <a:pt x="131" y="22"/>
                  </a:cubicBezTo>
                  <a:cubicBezTo>
                    <a:pt x="131" y="281"/>
                    <a:pt x="131" y="281"/>
                    <a:pt x="131" y="281"/>
                  </a:cubicBezTo>
                  <a:cubicBezTo>
                    <a:pt x="131" y="294"/>
                    <a:pt x="121" y="303"/>
                    <a:pt x="109" y="303"/>
                  </a:cubicBezTo>
                  <a:cubicBezTo>
                    <a:pt x="21" y="303"/>
                    <a:pt x="21" y="303"/>
                    <a:pt x="21" y="303"/>
                  </a:cubicBezTo>
                  <a:cubicBezTo>
                    <a:pt x="9" y="303"/>
                    <a:pt x="0" y="294"/>
                    <a:pt x="0" y="281"/>
                  </a:cubicBezTo>
                  <a:lnTo>
                    <a:pt x="0" y="22"/>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7" name="Freeform 16">
              <a:extLst>
                <a:ext uri="{FF2B5EF4-FFF2-40B4-BE49-F238E27FC236}">
                  <a16:creationId xmlns:a16="http://schemas.microsoft.com/office/drawing/2014/main" id="{9E8F84E3-3D95-BBA7-F857-E13B7EE37F21}"/>
                </a:ext>
              </a:extLst>
            </p:cNvPr>
            <p:cNvSpPr>
              <a:spLocks/>
            </p:cNvSpPr>
            <p:nvPr/>
          </p:nvSpPr>
          <p:spPr bwMode="auto">
            <a:xfrm>
              <a:off x="2515" y="1238"/>
              <a:ext cx="741" cy="381"/>
            </a:xfrm>
            <a:custGeom>
              <a:avLst/>
              <a:gdLst>
                <a:gd name="T0" fmla="*/ 567 w 603"/>
                <a:gd name="T1" fmla="*/ 70 h 318"/>
                <a:gd name="T2" fmla="*/ 518 w 603"/>
                <a:gd name="T3" fmla="*/ 81 h 318"/>
                <a:gd name="T4" fmla="*/ 517 w 603"/>
                <a:gd name="T5" fmla="*/ 84 h 318"/>
                <a:gd name="T6" fmla="*/ 425 w 603"/>
                <a:gd name="T7" fmla="*/ 50 h 318"/>
                <a:gd name="T8" fmla="*/ 415 w 603"/>
                <a:gd name="T9" fmla="*/ 23 h 318"/>
                <a:gd name="T10" fmla="*/ 351 w 603"/>
                <a:gd name="T11" fmla="*/ 16 h 318"/>
                <a:gd name="T12" fmla="*/ 336 w 603"/>
                <a:gd name="T13" fmla="*/ 63 h 318"/>
                <a:gd name="T14" fmla="*/ 337 w 603"/>
                <a:gd name="T15" fmla="*/ 66 h 318"/>
                <a:gd name="T16" fmla="*/ 232 w 603"/>
                <a:gd name="T17" fmla="*/ 149 h 318"/>
                <a:gd name="T18" fmla="*/ 198 w 603"/>
                <a:gd name="T19" fmla="*/ 152 h 318"/>
                <a:gd name="T20" fmla="*/ 172 w 603"/>
                <a:gd name="T21" fmla="*/ 195 h 318"/>
                <a:gd name="T22" fmla="*/ 173 w 603"/>
                <a:gd name="T23" fmla="*/ 197 h 318"/>
                <a:gd name="T24" fmla="*/ 84 w 603"/>
                <a:gd name="T25" fmla="*/ 240 h 318"/>
                <a:gd name="T26" fmla="*/ 82 w 603"/>
                <a:gd name="T27" fmla="*/ 238 h 318"/>
                <a:gd name="T28" fmla="*/ 33 w 603"/>
                <a:gd name="T29" fmla="*/ 231 h 318"/>
                <a:gd name="T30" fmla="*/ 11 w 603"/>
                <a:gd name="T31" fmla="*/ 292 h 318"/>
                <a:gd name="T32" fmla="*/ 54 w 603"/>
                <a:gd name="T33" fmla="*/ 317 h 318"/>
                <a:gd name="T34" fmla="*/ 72 w 603"/>
                <a:gd name="T35" fmla="*/ 313 h 318"/>
                <a:gd name="T36" fmla="*/ 98 w 603"/>
                <a:gd name="T37" fmla="*/ 270 h 318"/>
                <a:gd name="T38" fmla="*/ 97 w 603"/>
                <a:gd name="T39" fmla="*/ 267 h 318"/>
                <a:gd name="T40" fmla="*/ 186 w 603"/>
                <a:gd name="T41" fmla="*/ 225 h 318"/>
                <a:gd name="T42" fmla="*/ 188 w 603"/>
                <a:gd name="T43" fmla="*/ 227 h 318"/>
                <a:gd name="T44" fmla="*/ 237 w 603"/>
                <a:gd name="T45" fmla="*/ 234 h 318"/>
                <a:gd name="T46" fmla="*/ 259 w 603"/>
                <a:gd name="T47" fmla="*/ 173 h 318"/>
                <a:gd name="T48" fmla="*/ 256 w 603"/>
                <a:gd name="T49" fmla="*/ 168 h 318"/>
                <a:gd name="T50" fmla="*/ 356 w 603"/>
                <a:gd name="T51" fmla="*/ 89 h 318"/>
                <a:gd name="T52" fmla="*/ 358 w 603"/>
                <a:gd name="T53" fmla="*/ 91 h 318"/>
                <a:gd name="T54" fmla="*/ 408 w 603"/>
                <a:gd name="T55" fmla="*/ 87 h 318"/>
                <a:gd name="T56" fmla="*/ 416 w 603"/>
                <a:gd name="T57" fmla="*/ 78 h 318"/>
                <a:gd name="T58" fmla="*/ 506 w 603"/>
                <a:gd name="T59" fmla="*/ 112 h 318"/>
                <a:gd name="T60" fmla="*/ 506 w 603"/>
                <a:gd name="T61" fmla="*/ 115 h 318"/>
                <a:gd name="T62" fmla="*/ 536 w 603"/>
                <a:gd name="T63" fmla="*/ 155 h 318"/>
                <a:gd name="T64" fmla="*/ 594 w 603"/>
                <a:gd name="T65" fmla="*/ 128 h 318"/>
                <a:gd name="T66" fmla="*/ 567 w 603"/>
                <a:gd name="T67" fmla="*/ 70 h 3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603" h="318">
                  <a:moveTo>
                    <a:pt x="567" y="70"/>
                  </a:moveTo>
                  <a:cubicBezTo>
                    <a:pt x="550" y="63"/>
                    <a:pt x="530" y="69"/>
                    <a:pt x="518" y="81"/>
                  </a:cubicBezTo>
                  <a:cubicBezTo>
                    <a:pt x="517" y="84"/>
                    <a:pt x="517" y="84"/>
                    <a:pt x="517" y="84"/>
                  </a:cubicBezTo>
                  <a:cubicBezTo>
                    <a:pt x="425" y="50"/>
                    <a:pt x="425" y="50"/>
                    <a:pt x="425" y="50"/>
                  </a:cubicBezTo>
                  <a:cubicBezTo>
                    <a:pt x="425" y="40"/>
                    <a:pt x="421" y="31"/>
                    <a:pt x="415" y="23"/>
                  </a:cubicBezTo>
                  <a:cubicBezTo>
                    <a:pt x="400" y="3"/>
                    <a:pt x="371" y="0"/>
                    <a:pt x="351" y="16"/>
                  </a:cubicBezTo>
                  <a:cubicBezTo>
                    <a:pt x="337" y="27"/>
                    <a:pt x="331" y="46"/>
                    <a:pt x="336" y="63"/>
                  </a:cubicBezTo>
                  <a:cubicBezTo>
                    <a:pt x="337" y="66"/>
                    <a:pt x="337" y="66"/>
                    <a:pt x="337" y="66"/>
                  </a:cubicBezTo>
                  <a:cubicBezTo>
                    <a:pt x="232" y="149"/>
                    <a:pt x="232" y="149"/>
                    <a:pt x="232" y="149"/>
                  </a:cubicBezTo>
                  <a:cubicBezTo>
                    <a:pt x="221" y="146"/>
                    <a:pt x="209" y="146"/>
                    <a:pt x="198" y="152"/>
                  </a:cubicBezTo>
                  <a:cubicBezTo>
                    <a:pt x="181" y="160"/>
                    <a:pt x="172" y="177"/>
                    <a:pt x="172" y="195"/>
                  </a:cubicBezTo>
                  <a:cubicBezTo>
                    <a:pt x="173" y="197"/>
                    <a:pt x="173" y="197"/>
                    <a:pt x="173" y="197"/>
                  </a:cubicBezTo>
                  <a:cubicBezTo>
                    <a:pt x="84" y="240"/>
                    <a:pt x="84" y="240"/>
                    <a:pt x="84" y="240"/>
                  </a:cubicBezTo>
                  <a:cubicBezTo>
                    <a:pt x="82" y="238"/>
                    <a:pt x="82" y="238"/>
                    <a:pt x="82" y="238"/>
                  </a:cubicBezTo>
                  <a:cubicBezTo>
                    <a:pt x="69" y="226"/>
                    <a:pt x="50" y="223"/>
                    <a:pt x="33" y="231"/>
                  </a:cubicBezTo>
                  <a:cubicBezTo>
                    <a:pt x="10" y="242"/>
                    <a:pt x="0" y="269"/>
                    <a:pt x="11" y="292"/>
                  </a:cubicBezTo>
                  <a:cubicBezTo>
                    <a:pt x="19" y="309"/>
                    <a:pt x="37" y="318"/>
                    <a:pt x="54" y="317"/>
                  </a:cubicBezTo>
                  <a:cubicBezTo>
                    <a:pt x="60" y="317"/>
                    <a:pt x="66" y="316"/>
                    <a:pt x="72" y="313"/>
                  </a:cubicBezTo>
                  <a:cubicBezTo>
                    <a:pt x="89" y="305"/>
                    <a:pt x="98" y="288"/>
                    <a:pt x="98" y="270"/>
                  </a:cubicBezTo>
                  <a:cubicBezTo>
                    <a:pt x="97" y="267"/>
                    <a:pt x="97" y="267"/>
                    <a:pt x="97" y="267"/>
                  </a:cubicBezTo>
                  <a:cubicBezTo>
                    <a:pt x="186" y="225"/>
                    <a:pt x="186" y="225"/>
                    <a:pt x="186" y="225"/>
                  </a:cubicBezTo>
                  <a:cubicBezTo>
                    <a:pt x="188" y="227"/>
                    <a:pt x="188" y="227"/>
                    <a:pt x="188" y="227"/>
                  </a:cubicBezTo>
                  <a:cubicBezTo>
                    <a:pt x="201" y="238"/>
                    <a:pt x="220" y="242"/>
                    <a:pt x="237" y="234"/>
                  </a:cubicBezTo>
                  <a:cubicBezTo>
                    <a:pt x="260" y="223"/>
                    <a:pt x="270" y="196"/>
                    <a:pt x="259" y="173"/>
                  </a:cubicBezTo>
                  <a:cubicBezTo>
                    <a:pt x="258" y="171"/>
                    <a:pt x="257" y="170"/>
                    <a:pt x="256" y="168"/>
                  </a:cubicBezTo>
                  <a:cubicBezTo>
                    <a:pt x="356" y="89"/>
                    <a:pt x="356" y="89"/>
                    <a:pt x="356" y="89"/>
                  </a:cubicBezTo>
                  <a:cubicBezTo>
                    <a:pt x="358" y="91"/>
                    <a:pt x="358" y="91"/>
                    <a:pt x="358" y="91"/>
                  </a:cubicBezTo>
                  <a:cubicBezTo>
                    <a:pt x="373" y="100"/>
                    <a:pt x="393" y="98"/>
                    <a:pt x="408" y="87"/>
                  </a:cubicBezTo>
                  <a:cubicBezTo>
                    <a:pt x="411" y="84"/>
                    <a:pt x="414" y="81"/>
                    <a:pt x="416" y="78"/>
                  </a:cubicBezTo>
                  <a:cubicBezTo>
                    <a:pt x="506" y="112"/>
                    <a:pt x="506" y="112"/>
                    <a:pt x="506" y="112"/>
                  </a:cubicBezTo>
                  <a:cubicBezTo>
                    <a:pt x="506" y="115"/>
                    <a:pt x="506" y="115"/>
                    <a:pt x="506" y="115"/>
                  </a:cubicBezTo>
                  <a:cubicBezTo>
                    <a:pt x="507" y="132"/>
                    <a:pt x="518" y="149"/>
                    <a:pt x="536" y="155"/>
                  </a:cubicBezTo>
                  <a:cubicBezTo>
                    <a:pt x="559" y="164"/>
                    <a:pt x="585" y="152"/>
                    <a:pt x="594" y="128"/>
                  </a:cubicBezTo>
                  <a:cubicBezTo>
                    <a:pt x="603" y="105"/>
                    <a:pt x="591" y="79"/>
                    <a:pt x="567" y="70"/>
                  </a:cubicBez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48" name="Group 62">
            <a:extLst>
              <a:ext uri="{FF2B5EF4-FFF2-40B4-BE49-F238E27FC236}">
                <a16:creationId xmlns:a16="http://schemas.microsoft.com/office/drawing/2014/main" id="{2B7041AA-9CF6-1E40-DBDD-B88D0DD799FB}"/>
              </a:ext>
            </a:extLst>
          </p:cNvPr>
          <p:cNvGrpSpPr>
            <a:grpSpLocks noChangeAspect="1"/>
          </p:cNvGrpSpPr>
          <p:nvPr/>
        </p:nvGrpSpPr>
        <p:grpSpPr bwMode="auto">
          <a:xfrm>
            <a:off x="7088655" y="1231620"/>
            <a:ext cx="691479" cy="679218"/>
            <a:chOff x="313" y="1967"/>
            <a:chExt cx="564" cy="554"/>
          </a:xfrm>
        </p:grpSpPr>
        <p:sp>
          <p:nvSpPr>
            <p:cNvPr id="49" name="Freeform 63">
              <a:extLst>
                <a:ext uri="{FF2B5EF4-FFF2-40B4-BE49-F238E27FC236}">
                  <a16:creationId xmlns:a16="http://schemas.microsoft.com/office/drawing/2014/main" id="{BC070D41-0742-8D36-C1A0-DB5755A4DCE6}"/>
                </a:ext>
              </a:extLst>
            </p:cNvPr>
            <p:cNvSpPr>
              <a:spLocks noEditPoints="1"/>
            </p:cNvSpPr>
            <p:nvPr/>
          </p:nvSpPr>
          <p:spPr bwMode="auto">
            <a:xfrm>
              <a:off x="313" y="2303"/>
              <a:ext cx="139" cy="45"/>
            </a:xfrm>
            <a:custGeom>
              <a:avLst/>
              <a:gdLst>
                <a:gd name="T0" fmla="*/ 213 w 213"/>
                <a:gd name="T1" fmla="*/ 71 h 71"/>
                <a:gd name="T2" fmla="*/ 186 w 213"/>
                <a:gd name="T3" fmla="*/ 71 h 71"/>
                <a:gd name="T4" fmla="*/ 184 w 213"/>
                <a:gd name="T5" fmla="*/ 69 h 71"/>
                <a:gd name="T6" fmla="*/ 176 w 213"/>
                <a:gd name="T7" fmla="*/ 64 h 71"/>
                <a:gd name="T8" fmla="*/ 38 w 213"/>
                <a:gd name="T9" fmla="*/ 64 h 71"/>
                <a:gd name="T10" fmla="*/ 29 w 213"/>
                <a:gd name="T11" fmla="*/ 69 h 71"/>
                <a:gd name="T12" fmla="*/ 27 w 213"/>
                <a:gd name="T13" fmla="*/ 71 h 71"/>
                <a:gd name="T14" fmla="*/ 0 w 213"/>
                <a:gd name="T15" fmla="*/ 71 h 71"/>
                <a:gd name="T16" fmla="*/ 48 w 213"/>
                <a:gd name="T17" fmla="*/ 0 h 71"/>
                <a:gd name="T18" fmla="*/ 165 w 213"/>
                <a:gd name="T19" fmla="*/ 0 h 71"/>
                <a:gd name="T20" fmla="*/ 187 w 213"/>
                <a:gd name="T21" fmla="*/ 34 h 71"/>
                <a:gd name="T22" fmla="*/ 213 w 213"/>
                <a:gd name="T23" fmla="*/ 71 h 71"/>
                <a:gd name="T24" fmla="*/ 47 w 213"/>
                <a:gd name="T25" fmla="*/ 41 h 71"/>
                <a:gd name="T26" fmla="*/ 166 w 213"/>
                <a:gd name="T27" fmla="*/ 41 h 71"/>
                <a:gd name="T28" fmla="*/ 157 w 213"/>
                <a:gd name="T29" fmla="*/ 29 h 71"/>
                <a:gd name="T30" fmla="*/ 146 w 213"/>
                <a:gd name="T31" fmla="*/ 23 h 71"/>
                <a:gd name="T32" fmla="*/ 66 w 213"/>
                <a:gd name="T33" fmla="*/ 23 h 71"/>
                <a:gd name="T34" fmla="*/ 54 w 213"/>
                <a:gd name="T35" fmla="*/ 29 h 71"/>
                <a:gd name="T36" fmla="*/ 47 w 213"/>
                <a:gd name="T37" fmla="*/ 41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13" h="71">
                  <a:moveTo>
                    <a:pt x="213" y="71"/>
                  </a:moveTo>
                  <a:cubicBezTo>
                    <a:pt x="186" y="71"/>
                    <a:pt x="186" y="71"/>
                    <a:pt x="186" y="71"/>
                  </a:cubicBezTo>
                  <a:cubicBezTo>
                    <a:pt x="184" y="69"/>
                    <a:pt x="184" y="69"/>
                    <a:pt x="184" y="69"/>
                  </a:cubicBezTo>
                  <a:cubicBezTo>
                    <a:pt x="182" y="66"/>
                    <a:pt x="179" y="64"/>
                    <a:pt x="176" y="64"/>
                  </a:cubicBezTo>
                  <a:cubicBezTo>
                    <a:pt x="38" y="64"/>
                    <a:pt x="38" y="64"/>
                    <a:pt x="38" y="64"/>
                  </a:cubicBezTo>
                  <a:cubicBezTo>
                    <a:pt x="35" y="64"/>
                    <a:pt x="31" y="66"/>
                    <a:pt x="29" y="69"/>
                  </a:cubicBezTo>
                  <a:cubicBezTo>
                    <a:pt x="27" y="71"/>
                    <a:pt x="27" y="71"/>
                    <a:pt x="27" y="71"/>
                  </a:cubicBezTo>
                  <a:cubicBezTo>
                    <a:pt x="0" y="71"/>
                    <a:pt x="0" y="71"/>
                    <a:pt x="0" y="71"/>
                  </a:cubicBezTo>
                  <a:cubicBezTo>
                    <a:pt x="48" y="0"/>
                    <a:pt x="48" y="0"/>
                    <a:pt x="48" y="0"/>
                  </a:cubicBezTo>
                  <a:cubicBezTo>
                    <a:pt x="165" y="0"/>
                    <a:pt x="165" y="0"/>
                    <a:pt x="165" y="0"/>
                  </a:cubicBezTo>
                  <a:cubicBezTo>
                    <a:pt x="165" y="0"/>
                    <a:pt x="180" y="23"/>
                    <a:pt x="187" y="34"/>
                  </a:cubicBezTo>
                  <a:cubicBezTo>
                    <a:pt x="196" y="46"/>
                    <a:pt x="204" y="59"/>
                    <a:pt x="213" y="71"/>
                  </a:cubicBezTo>
                  <a:close/>
                  <a:moveTo>
                    <a:pt x="47" y="41"/>
                  </a:moveTo>
                  <a:cubicBezTo>
                    <a:pt x="166" y="41"/>
                    <a:pt x="166" y="41"/>
                    <a:pt x="166" y="41"/>
                  </a:cubicBezTo>
                  <a:cubicBezTo>
                    <a:pt x="157" y="29"/>
                    <a:pt x="157" y="29"/>
                    <a:pt x="157" y="29"/>
                  </a:cubicBezTo>
                  <a:cubicBezTo>
                    <a:pt x="155" y="25"/>
                    <a:pt x="150" y="23"/>
                    <a:pt x="146" y="23"/>
                  </a:cubicBezTo>
                  <a:cubicBezTo>
                    <a:pt x="66" y="23"/>
                    <a:pt x="66" y="23"/>
                    <a:pt x="66" y="23"/>
                  </a:cubicBezTo>
                  <a:cubicBezTo>
                    <a:pt x="61" y="23"/>
                    <a:pt x="56" y="25"/>
                    <a:pt x="54" y="29"/>
                  </a:cubicBezTo>
                  <a:lnTo>
                    <a:pt x="47" y="41"/>
                  </a:lnTo>
                  <a:close/>
                </a:path>
              </a:pathLst>
            </a:custGeom>
            <a:solidFill>
              <a:schemeClr val="accent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0" name="Freeform 64">
              <a:extLst>
                <a:ext uri="{FF2B5EF4-FFF2-40B4-BE49-F238E27FC236}">
                  <a16:creationId xmlns:a16="http://schemas.microsoft.com/office/drawing/2014/main" id="{5287102A-CDC6-6722-FCCA-9F44E438DC26}"/>
                </a:ext>
              </a:extLst>
            </p:cNvPr>
            <p:cNvSpPr>
              <a:spLocks noEditPoints="1"/>
            </p:cNvSpPr>
            <p:nvPr/>
          </p:nvSpPr>
          <p:spPr bwMode="auto">
            <a:xfrm>
              <a:off x="325" y="2156"/>
              <a:ext cx="115" cy="134"/>
            </a:xfrm>
            <a:custGeom>
              <a:avLst/>
              <a:gdLst>
                <a:gd name="T0" fmla="*/ 177 w 177"/>
                <a:gd name="T1" fmla="*/ 18 h 211"/>
                <a:gd name="T2" fmla="*/ 160 w 177"/>
                <a:gd name="T3" fmla="*/ 0 h 211"/>
                <a:gd name="T4" fmla="*/ 17 w 177"/>
                <a:gd name="T5" fmla="*/ 0 h 211"/>
                <a:gd name="T6" fmla="*/ 0 w 177"/>
                <a:gd name="T7" fmla="*/ 18 h 211"/>
                <a:gd name="T8" fmla="*/ 0 w 177"/>
                <a:gd name="T9" fmla="*/ 193 h 211"/>
                <a:gd name="T10" fmla="*/ 17 w 177"/>
                <a:gd name="T11" fmla="*/ 211 h 211"/>
                <a:gd name="T12" fmla="*/ 160 w 177"/>
                <a:gd name="T13" fmla="*/ 211 h 211"/>
                <a:gd name="T14" fmla="*/ 177 w 177"/>
                <a:gd name="T15" fmla="*/ 193 h 211"/>
                <a:gd name="T16" fmla="*/ 177 w 177"/>
                <a:gd name="T17" fmla="*/ 18 h 211"/>
                <a:gd name="T18" fmla="*/ 156 w 177"/>
                <a:gd name="T19" fmla="*/ 64 h 211"/>
                <a:gd name="T20" fmla="*/ 116 w 177"/>
                <a:gd name="T21" fmla="*/ 104 h 211"/>
                <a:gd name="T22" fmla="*/ 58 w 177"/>
                <a:gd name="T23" fmla="*/ 104 h 211"/>
                <a:gd name="T24" fmla="*/ 19 w 177"/>
                <a:gd name="T25" fmla="*/ 64 h 211"/>
                <a:gd name="T26" fmla="*/ 19 w 177"/>
                <a:gd name="T27" fmla="*/ 64 h 211"/>
                <a:gd name="T28" fmla="*/ 58 w 177"/>
                <a:gd name="T29" fmla="*/ 25 h 211"/>
                <a:gd name="T30" fmla="*/ 116 w 177"/>
                <a:gd name="T31" fmla="*/ 25 h 211"/>
                <a:gd name="T32" fmla="*/ 156 w 177"/>
                <a:gd name="T33" fmla="*/ 64 h 211"/>
                <a:gd name="T34" fmla="*/ 39 w 177"/>
                <a:gd name="T35" fmla="*/ 186 h 211"/>
                <a:gd name="T36" fmla="*/ 20 w 177"/>
                <a:gd name="T37" fmla="*/ 168 h 211"/>
                <a:gd name="T38" fmla="*/ 39 w 177"/>
                <a:gd name="T39" fmla="*/ 149 h 211"/>
                <a:gd name="T40" fmla="*/ 57 w 177"/>
                <a:gd name="T41" fmla="*/ 168 h 211"/>
                <a:gd name="T42" fmla="*/ 39 w 177"/>
                <a:gd name="T43" fmla="*/ 186 h 211"/>
                <a:gd name="T44" fmla="*/ 139 w 177"/>
                <a:gd name="T45" fmla="*/ 186 h 211"/>
                <a:gd name="T46" fmla="*/ 121 w 177"/>
                <a:gd name="T47" fmla="*/ 168 h 211"/>
                <a:gd name="T48" fmla="*/ 139 w 177"/>
                <a:gd name="T49" fmla="*/ 149 h 211"/>
                <a:gd name="T50" fmla="*/ 157 w 177"/>
                <a:gd name="T51" fmla="*/ 168 h 211"/>
                <a:gd name="T52" fmla="*/ 139 w 177"/>
                <a:gd name="T53" fmla="*/ 186 h 2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77" h="211">
                  <a:moveTo>
                    <a:pt x="177" y="18"/>
                  </a:moveTo>
                  <a:cubicBezTo>
                    <a:pt x="177" y="8"/>
                    <a:pt x="170" y="0"/>
                    <a:pt x="160" y="0"/>
                  </a:cubicBezTo>
                  <a:cubicBezTo>
                    <a:pt x="17" y="0"/>
                    <a:pt x="17" y="0"/>
                    <a:pt x="17" y="0"/>
                  </a:cubicBezTo>
                  <a:cubicBezTo>
                    <a:pt x="7" y="0"/>
                    <a:pt x="0" y="8"/>
                    <a:pt x="0" y="18"/>
                  </a:cubicBezTo>
                  <a:cubicBezTo>
                    <a:pt x="0" y="193"/>
                    <a:pt x="0" y="193"/>
                    <a:pt x="0" y="193"/>
                  </a:cubicBezTo>
                  <a:cubicBezTo>
                    <a:pt x="0" y="203"/>
                    <a:pt x="7" y="211"/>
                    <a:pt x="17" y="211"/>
                  </a:cubicBezTo>
                  <a:cubicBezTo>
                    <a:pt x="160" y="211"/>
                    <a:pt x="160" y="211"/>
                    <a:pt x="160" y="211"/>
                  </a:cubicBezTo>
                  <a:cubicBezTo>
                    <a:pt x="170" y="211"/>
                    <a:pt x="177" y="203"/>
                    <a:pt x="177" y="193"/>
                  </a:cubicBezTo>
                  <a:lnTo>
                    <a:pt x="177" y="18"/>
                  </a:lnTo>
                  <a:close/>
                  <a:moveTo>
                    <a:pt x="156" y="64"/>
                  </a:moveTo>
                  <a:cubicBezTo>
                    <a:pt x="156" y="86"/>
                    <a:pt x="138" y="104"/>
                    <a:pt x="116" y="104"/>
                  </a:cubicBezTo>
                  <a:cubicBezTo>
                    <a:pt x="58" y="104"/>
                    <a:pt x="58" y="104"/>
                    <a:pt x="58" y="104"/>
                  </a:cubicBezTo>
                  <a:cubicBezTo>
                    <a:pt x="36" y="104"/>
                    <a:pt x="19" y="86"/>
                    <a:pt x="19" y="64"/>
                  </a:cubicBezTo>
                  <a:cubicBezTo>
                    <a:pt x="19" y="64"/>
                    <a:pt x="19" y="64"/>
                    <a:pt x="19" y="64"/>
                  </a:cubicBezTo>
                  <a:cubicBezTo>
                    <a:pt x="19" y="43"/>
                    <a:pt x="36" y="25"/>
                    <a:pt x="58" y="25"/>
                  </a:cubicBezTo>
                  <a:cubicBezTo>
                    <a:pt x="116" y="25"/>
                    <a:pt x="116" y="25"/>
                    <a:pt x="116" y="25"/>
                  </a:cubicBezTo>
                  <a:cubicBezTo>
                    <a:pt x="138" y="25"/>
                    <a:pt x="156" y="43"/>
                    <a:pt x="156" y="64"/>
                  </a:cubicBezTo>
                  <a:close/>
                  <a:moveTo>
                    <a:pt x="39" y="186"/>
                  </a:moveTo>
                  <a:cubicBezTo>
                    <a:pt x="28" y="186"/>
                    <a:pt x="20" y="178"/>
                    <a:pt x="20" y="168"/>
                  </a:cubicBezTo>
                  <a:cubicBezTo>
                    <a:pt x="20" y="158"/>
                    <a:pt x="28" y="149"/>
                    <a:pt x="39" y="149"/>
                  </a:cubicBezTo>
                  <a:cubicBezTo>
                    <a:pt x="49" y="149"/>
                    <a:pt x="57" y="158"/>
                    <a:pt x="57" y="168"/>
                  </a:cubicBezTo>
                  <a:cubicBezTo>
                    <a:pt x="57" y="178"/>
                    <a:pt x="49" y="186"/>
                    <a:pt x="39" y="186"/>
                  </a:cubicBezTo>
                  <a:close/>
                  <a:moveTo>
                    <a:pt x="139" y="186"/>
                  </a:moveTo>
                  <a:cubicBezTo>
                    <a:pt x="129" y="186"/>
                    <a:pt x="121" y="178"/>
                    <a:pt x="121" y="168"/>
                  </a:cubicBezTo>
                  <a:cubicBezTo>
                    <a:pt x="121" y="158"/>
                    <a:pt x="129" y="149"/>
                    <a:pt x="139" y="149"/>
                  </a:cubicBezTo>
                  <a:cubicBezTo>
                    <a:pt x="149" y="149"/>
                    <a:pt x="157" y="158"/>
                    <a:pt x="157" y="168"/>
                  </a:cubicBezTo>
                  <a:cubicBezTo>
                    <a:pt x="157" y="178"/>
                    <a:pt x="149" y="186"/>
                    <a:pt x="139" y="186"/>
                  </a:cubicBezTo>
                  <a:close/>
                </a:path>
              </a:pathLst>
            </a:custGeom>
            <a:solidFill>
              <a:schemeClr val="accent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1" name="Freeform 65">
              <a:extLst>
                <a:ext uri="{FF2B5EF4-FFF2-40B4-BE49-F238E27FC236}">
                  <a16:creationId xmlns:a16="http://schemas.microsoft.com/office/drawing/2014/main" id="{82351F4E-9807-4AF6-A093-4996F429F60A}"/>
                </a:ext>
              </a:extLst>
            </p:cNvPr>
            <p:cNvSpPr>
              <a:spLocks/>
            </p:cNvSpPr>
            <p:nvPr/>
          </p:nvSpPr>
          <p:spPr bwMode="auto">
            <a:xfrm>
              <a:off x="447" y="2048"/>
              <a:ext cx="22" cy="22"/>
            </a:xfrm>
            <a:custGeom>
              <a:avLst/>
              <a:gdLst>
                <a:gd name="T0" fmla="*/ 1 w 34"/>
                <a:gd name="T1" fmla="*/ 19 h 34"/>
                <a:gd name="T2" fmla="*/ 20 w 34"/>
                <a:gd name="T3" fmla="*/ 32 h 34"/>
                <a:gd name="T4" fmla="*/ 33 w 34"/>
                <a:gd name="T5" fmla="*/ 14 h 34"/>
                <a:gd name="T6" fmla="*/ 15 w 34"/>
                <a:gd name="T7" fmla="*/ 1 h 34"/>
                <a:gd name="T8" fmla="*/ 1 w 34"/>
                <a:gd name="T9" fmla="*/ 19 h 34"/>
              </a:gdLst>
              <a:ahLst/>
              <a:cxnLst>
                <a:cxn ang="0">
                  <a:pos x="T0" y="T1"/>
                </a:cxn>
                <a:cxn ang="0">
                  <a:pos x="T2" y="T3"/>
                </a:cxn>
                <a:cxn ang="0">
                  <a:pos x="T4" y="T5"/>
                </a:cxn>
                <a:cxn ang="0">
                  <a:pos x="T6" y="T7"/>
                </a:cxn>
                <a:cxn ang="0">
                  <a:pos x="T8" y="T9"/>
                </a:cxn>
              </a:cxnLst>
              <a:rect l="0" t="0" r="r" b="b"/>
              <a:pathLst>
                <a:path w="34" h="34">
                  <a:moveTo>
                    <a:pt x="1" y="19"/>
                  </a:moveTo>
                  <a:cubicBezTo>
                    <a:pt x="3" y="28"/>
                    <a:pt x="11" y="34"/>
                    <a:pt x="20" y="32"/>
                  </a:cubicBezTo>
                  <a:cubicBezTo>
                    <a:pt x="28" y="31"/>
                    <a:pt x="34" y="23"/>
                    <a:pt x="33" y="14"/>
                  </a:cubicBezTo>
                  <a:cubicBezTo>
                    <a:pt x="31" y="6"/>
                    <a:pt x="23" y="0"/>
                    <a:pt x="15" y="1"/>
                  </a:cubicBezTo>
                  <a:cubicBezTo>
                    <a:pt x="6" y="3"/>
                    <a:pt x="0" y="11"/>
                    <a:pt x="1" y="19"/>
                  </a:cubicBezTo>
                  <a:close/>
                </a:path>
              </a:pathLst>
            </a:custGeom>
            <a:solidFill>
              <a:srgbClr val="00507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2" name="Freeform 66">
              <a:extLst>
                <a:ext uri="{FF2B5EF4-FFF2-40B4-BE49-F238E27FC236}">
                  <a16:creationId xmlns:a16="http://schemas.microsoft.com/office/drawing/2014/main" id="{5D1702D3-F211-5EFF-F384-02B39D83077B}"/>
                </a:ext>
              </a:extLst>
            </p:cNvPr>
            <p:cNvSpPr>
              <a:spLocks/>
            </p:cNvSpPr>
            <p:nvPr/>
          </p:nvSpPr>
          <p:spPr bwMode="auto">
            <a:xfrm>
              <a:off x="401" y="2090"/>
              <a:ext cx="23" cy="22"/>
            </a:xfrm>
            <a:custGeom>
              <a:avLst/>
              <a:gdLst>
                <a:gd name="T0" fmla="*/ 2 w 35"/>
                <a:gd name="T1" fmla="*/ 20 h 34"/>
                <a:gd name="T2" fmla="*/ 20 w 35"/>
                <a:gd name="T3" fmla="*/ 33 h 34"/>
                <a:gd name="T4" fmla="*/ 33 w 35"/>
                <a:gd name="T5" fmla="*/ 15 h 34"/>
                <a:gd name="T6" fmla="*/ 15 w 35"/>
                <a:gd name="T7" fmla="*/ 2 h 34"/>
                <a:gd name="T8" fmla="*/ 2 w 35"/>
                <a:gd name="T9" fmla="*/ 20 h 34"/>
              </a:gdLst>
              <a:ahLst/>
              <a:cxnLst>
                <a:cxn ang="0">
                  <a:pos x="T0" y="T1"/>
                </a:cxn>
                <a:cxn ang="0">
                  <a:pos x="T2" y="T3"/>
                </a:cxn>
                <a:cxn ang="0">
                  <a:pos x="T4" y="T5"/>
                </a:cxn>
                <a:cxn ang="0">
                  <a:pos x="T6" y="T7"/>
                </a:cxn>
                <a:cxn ang="0">
                  <a:pos x="T8" y="T9"/>
                </a:cxn>
              </a:cxnLst>
              <a:rect l="0" t="0" r="r" b="b"/>
              <a:pathLst>
                <a:path w="35" h="34">
                  <a:moveTo>
                    <a:pt x="2" y="20"/>
                  </a:moveTo>
                  <a:cubicBezTo>
                    <a:pt x="3" y="28"/>
                    <a:pt x="11" y="34"/>
                    <a:pt x="20" y="33"/>
                  </a:cubicBezTo>
                  <a:cubicBezTo>
                    <a:pt x="29" y="31"/>
                    <a:pt x="35" y="23"/>
                    <a:pt x="33" y="15"/>
                  </a:cubicBezTo>
                  <a:cubicBezTo>
                    <a:pt x="32" y="6"/>
                    <a:pt x="24" y="0"/>
                    <a:pt x="15" y="2"/>
                  </a:cubicBezTo>
                  <a:cubicBezTo>
                    <a:pt x="6" y="3"/>
                    <a:pt x="0" y="11"/>
                    <a:pt x="2" y="20"/>
                  </a:cubicBezTo>
                  <a:close/>
                </a:path>
              </a:pathLst>
            </a:custGeom>
            <a:solidFill>
              <a:srgbClr val="00507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3" name="Freeform 67">
              <a:extLst>
                <a:ext uri="{FF2B5EF4-FFF2-40B4-BE49-F238E27FC236}">
                  <a16:creationId xmlns:a16="http://schemas.microsoft.com/office/drawing/2014/main" id="{9A56DEA4-E4C4-EB19-94F8-8A7DA9CEFE14}"/>
                </a:ext>
              </a:extLst>
            </p:cNvPr>
            <p:cNvSpPr>
              <a:spLocks/>
            </p:cNvSpPr>
            <p:nvPr/>
          </p:nvSpPr>
          <p:spPr bwMode="auto">
            <a:xfrm>
              <a:off x="767" y="2096"/>
              <a:ext cx="22" cy="22"/>
            </a:xfrm>
            <a:custGeom>
              <a:avLst/>
              <a:gdLst>
                <a:gd name="T0" fmla="*/ 14 w 34"/>
                <a:gd name="T1" fmla="*/ 2 h 35"/>
                <a:gd name="T2" fmla="*/ 1 w 34"/>
                <a:gd name="T3" fmla="*/ 20 h 35"/>
                <a:gd name="T4" fmla="*/ 19 w 34"/>
                <a:gd name="T5" fmla="*/ 33 h 35"/>
                <a:gd name="T6" fmla="*/ 32 w 34"/>
                <a:gd name="T7" fmla="*/ 15 h 35"/>
                <a:gd name="T8" fmla="*/ 14 w 34"/>
                <a:gd name="T9" fmla="*/ 2 h 35"/>
              </a:gdLst>
              <a:ahLst/>
              <a:cxnLst>
                <a:cxn ang="0">
                  <a:pos x="T0" y="T1"/>
                </a:cxn>
                <a:cxn ang="0">
                  <a:pos x="T2" y="T3"/>
                </a:cxn>
                <a:cxn ang="0">
                  <a:pos x="T4" y="T5"/>
                </a:cxn>
                <a:cxn ang="0">
                  <a:pos x="T6" y="T7"/>
                </a:cxn>
                <a:cxn ang="0">
                  <a:pos x="T8" y="T9"/>
                </a:cxn>
              </a:cxnLst>
              <a:rect l="0" t="0" r="r" b="b"/>
              <a:pathLst>
                <a:path w="34" h="35">
                  <a:moveTo>
                    <a:pt x="14" y="2"/>
                  </a:moveTo>
                  <a:cubicBezTo>
                    <a:pt x="6" y="3"/>
                    <a:pt x="0" y="11"/>
                    <a:pt x="1" y="20"/>
                  </a:cubicBezTo>
                  <a:cubicBezTo>
                    <a:pt x="2" y="29"/>
                    <a:pt x="11" y="35"/>
                    <a:pt x="19" y="33"/>
                  </a:cubicBezTo>
                  <a:cubicBezTo>
                    <a:pt x="28" y="32"/>
                    <a:pt x="34" y="24"/>
                    <a:pt x="32" y="15"/>
                  </a:cubicBezTo>
                  <a:cubicBezTo>
                    <a:pt x="31" y="6"/>
                    <a:pt x="23" y="0"/>
                    <a:pt x="14" y="2"/>
                  </a:cubicBezTo>
                  <a:close/>
                </a:path>
              </a:pathLst>
            </a:custGeom>
            <a:solidFill>
              <a:srgbClr val="00507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4" name="Freeform 68">
              <a:extLst>
                <a:ext uri="{FF2B5EF4-FFF2-40B4-BE49-F238E27FC236}">
                  <a16:creationId xmlns:a16="http://schemas.microsoft.com/office/drawing/2014/main" id="{AB1AC0ED-4F10-1529-8148-04F7C4904749}"/>
                </a:ext>
              </a:extLst>
            </p:cNvPr>
            <p:cNvSpPr>
              <a:spLocks/>
            </p:cNvSpPr>
            <p:nvPr/>
          </p:nvSpPr>
          <p:spPr bwMode="auto">
            <a:xfrm>
              <a:off x="718" y="2052"/>
              <a:ext cx="23" cy="22"/>
            </a:xfrm>
            <a:custGeom>
              <a:avLst/>
              <a:gdLst>
                <a:gd name="T0" fmla="*/ 15 w 34"/>
                <a:gd name="T1" fmla="*/ 2 h 34"/>
                <a:gd name="T2" fmla="*/ 2 w 34"/>
                <a:gd name="T3" fmla="*/ 20 h 34"/>
                <a:gd name="T4" fmla="*/ 20 w 34"/>
                <a:gd name="T5" fmla="*/ 33 h 34"/>
                <a:gd name="T6" fmla="*/ 33 w 34"/>
                <a:gd name="T7" fmla="*/ 15 h 34"/>
                <a:gd name="T8" fmla="*/ 15 w 34"/>
                <a:gd name="T9" fmla="*/ 2 h 34"/>
              </a:gdLst>
              <a:ahLst/>
              <a:cxnLst>
                <a:cxn ang="0">
                  <a:pos x="T0" y="T1"/>
                </a:cxn>
                <a:cxn ang="0">
                  <a:pos x="T2" y="T3"/>
                </a:cxn>
                <a:cxn ang="0">
                  <a:pos x="T4" y="T5"/>
                </a:cxn>
                <a:cxn ang="0">
                  <a:pos x="T6" y="T7"/>
                </a:cxn>
                <a:cxn ang="0">
                  <a:pos x="T8" y="T9"/>
                </a:cxn>
              </a:cxnLst>
              <a:rect l="0" t="0" r="r" b="b"/>
              <a:pathLst>
                <a:path w="34" h="34">
                  <a:moveTo>
                    <a:pt x="15" y="2"/>
                  </a:moveTo>
                  <a:cubicBezTo>
                    <a:pt x="6" y="3"/>
                    <a:pt x="0" y="11"/>
                    <a:pt x="2" y="20"/>
                  </a:cubicBezTo>
                  <a:cubicBezTo>
                    <a:pt x="3" y="28"/>
                    <a:pt x="11" y="34"/>
                    <a:pt x="20" y="33"/>
                  </a:cubicBezTo>
                  <a:cubicBezTo>
                    <a:pt x="29" y="31"/>
                    <a:pt x="34" y="23"/>
                    <a:pt x="33" y="15"/>
                  </a:cubicBezTo>
                  <a:cubicBezTo>
                    <a:pt x="32" y="6"/>
                    <a:pt x="24" y="0"/>
                    <a:pt x="15" y="2"/>
                  </a:cubicBezTo>
                  <a:close/>
                </a:path>
              </a:pathLst>
            </a:custGeom>
            <a:solidFill>
              <a:srgbClr val="00507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5" name="Freeform 69">
              <a:extLst>
                <a:ext uri="{FF2B5EF4-FFF2-40B4-BE49-F238E27FC236}">
                  <a16:creationId xmlns:a16="http://schemas.microsoft.com/office/drawing/2014/main" id="{E45004BB-76F9-C81D-734E-BE7EFEECB6D8}"/>
                </a:ext>
              </a:extLst>
            </p:cNvPr>
            <p:cNvSpPr>
              <a:spLocks/>
            </p:cNvSpPr>
            <p:nvPr/>
          </p:nvSpPr>
          <p:spPr bwMode="auto">
            <a:xfrm>
              <a:off x="725" y="2422"/>
              <a:ext cx="22" cy="22"/>
            </a:xfrm>
            <a:custGeom>
              <a:avLst/>
              <a:gdLst>
                <a:gd name="T0" fmla="*/ 33 w 34"/>
                <a:gd name="T1" fmla="*/ 14 h 34"/>
                <a:gd name="T2" fmla="*/ 14 w 34"/>
                <a:gd name="T3" fmla="*/ 1 h 34"/>
                <a:gd name="T4" fmla="*/ 1 w 34"/>
                <a:gd name="T5" fmla="*/ 19 h 34"/>
                <a:gd name="T6" fmla="*/ 19 w 34"/>
                <a:gd name="T7" fmla="*/ 32 h 34"/>
                <a:gd name="T8" fmla="*/ 33 w 34"/>
                <a:gd name="T9" fmla="*/ 14 h 34"/>
              </a:gdLst>
              <a:ahLst/>
              <a:cxnLst>
                <a:cxn ang="0">
                  <a:pos x="T0" y="T1"/>
                </a:cxn>
                <a:cxn ang="0">
                  <a:pos x="T2" y="T3"/>
                </a:cxn>
                <a:cxn ang="0">
                  <a:pos x="T4" y="T5"/>
                </a:cxn>
                <a:cxn ang="0">
                  <a:pos x="T6" y="T7"/>
                </a:cxn>
                <a:cxn ang="0">
                  <a:pos x="T8" y="T9"/>
                </a:cxn>
              </a:cxnLst>
              <a:rect l="0" t="0" r="r" b="b"/>
              <a:pathLst>
                <a:path w="34" h="34">
                  <a:moveTo>
                    <a:pt x="33" y="14"/>
                  </a:moveTo>
                  <a:cubicBezTo>
                    <a:pt x="31" y="5"/>
                    <a:pt x="23" y="0"/>
                    <a:pt x="14" y="1"/>
                  </a:cubicBezTo>
                  <a:cubicBezTo>
                    <a:pt x="6" y="2"/>
                    <a:pt x="0" y="10"/>
                    <a:pt x="1" y="19"/>
                  </a:cubicBezTo>
                  <a:cubicBezTo>
                    <a:pt x="3" y="28"/>
                    <a:pt x="11" y="34"/>
                    <a:pt x="19" y="32"/>
                  </a:cubicBezTo>
                  <a:cubicBezTo>
                    <a:pt x="28" y="31"/>
                    <a:pt x="34" y="23"/>
                    <a:pt x="33" y="14"/>
                  </a:cubicBezTo>
                  <a:close/>
                </a:path>
              </a:pathLst>
            </a:custGeom>
            <a:solidFill>
              <a:srgbClr val="00507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6" name="Freeform 70">
              <a:extLst>
                <a:ext uri="{FF2B5EF4-FFF2-40B4-BE49-F238E27FC236}">
                  <a16:creationId xmlns:a16="http://schemas.microsoft.com/office/drawing/2014/main" id="{7FAA66F3-37ED-6631-2662-0E7736A50933}"/>
                </a:ext>
              </a:extLst>
            </p:cNvPr>
            <p:cNvSpPr>
              <a:spLocks/>
            </p:cNvSpPr>
            <p:nvPr/>
          </p:nvSpPr>
          <p:spPr bwMode="auto">
            <a:xfrm>
              <a:off x="771" y="2380"/>
              <a:ext cx="22" cy="21"/>
            </a:xfrm>
            <a:custGeom>
              <a:avLst/>
              <a:gdLst>
                <a:gd name="T0" fmla="*/ 33 w 34"/>
                <a:gd name="T1" fmla="*/ 15 h 34"/>
                <a:gd name="T2" fmla="*/ 15 w 34"/>
                <a:gd name="T3" fmla="*/ 1 h 34"/>
                <a:gd name="T4" fmla="*/ 2 w 34"/>
                <a:gd name="T5" fmla="*/ 20 h 34"/>
                <a:gd name="T6" fmla="*/ 20 w 34"/>
                <a:gd name="T7" fmla="*/ 33 h 34"/>
                <a:gd name="T8" fmla="*/ 33 w 34"/>
                <a:gd name="T9" fmla="*/ 15 h 34"/>
              </a:gdLst>
              <a:ahLst/>
              <a:cxnLst>
                <a:cxn ang="0">
                  <a:pos x="T0" y="T1"/>
                </a:cxn>
                <a:cxn ang="0">
                  <a:pos x="T2" y="T3"/>
                </a:cxn>
                <a:cxn ang="0">
                  <a:pos x="T4" y="T5"/>
                </a:cxn>
                <a:cxn ang="0">
                  <a:pos x="T6" y="T7"/>
                </a:cxn>
                <a:cxn ang="0">
                  <a:pos x="T8" y="T9"/>
                </a:cxn>
              </a:cxnLst>
              <a:rect l="0" t="0" r="r" b="b"/>
              <a:pathLst>
                <a:path w="34" h="34">
                  <a:moveTo>
                    <a:pt x="33" y="15"/>
                  </a:moveTo>
                  <a:cubicBezTo>
                    <a:pt x="32" y="6"/>
                    <a:pt x="24" y="0"/>
                    <a:pt x="15" y="1"/>
                  </a:cubicBezTo>
                  <a:cubicBezTo>
                    <a:pt x="6" y="3"/>
                    <a:pt x="0" y="11"/>
                    <a:pt x="2" y="20"/>
                  </a:cubicBezTo>
                  <a:cubicBezTo>
                    <a:pt x="3" y="28"/>
                    <a:pt x="11" y="34"/>
                    <a:pt x="20" y="33"/>
                  </a:cubicBezTo>
                  <a:cubicBezTo>
                    <a:pt x="29" y="31"/>
                    <a:pt x="34" y="23"/>
                    <a:pt x="33" y="15"/>
                  </a:cubicBezTo>
                  <a:close/>
                </a:path>
              </a:pathLst>
            </a:custGeom>
            <a:solidFill>
              <a:srgbClr val="00507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7" name="Freeform 71">
              <a:extLst>
                <a:ext uri="{FF2B5EF4-FFF2-40B4-BE49-F238E27FC236}">
                  <a16:creationId xmlns:a16="http://schemas.microsoft.com/office/drawing/2014/main" id="{2B35D4ED-15B9-D519-2408-D6A9096BDB5C}"/>
                </a:ext>
              </a:extLst>
            </p:cNvPr>
            <p:cNvSpPr>
              <a:spLocks/>
            </p:cNvSpPr>
            <p:nvPr/>
          </p:nvSpPr>
          <p:spPr bwMode="auto">
            <a:xfrm>
              <a:off x="398" y="2385"/>
              <a:ext cx="22" cy="21"/>
            </a:xfrm>
            <a:custGeom>
              <a:avLst/>
              <a:gdLst>
                <a:gd name="T0" fmla="*/ 14 w 34"/>
                <a:gd name="T1" fmla="*/ 33 h 34"/>
                <a:gd name="T2" fmla="*/ 32 w 34"/>
                <a:gd name="T3" fmla="*/ 20 h 34"/>
                <a:gd name="T4" fmla="*/ 19 w 34"/>
                <a:gd name="T5" fmla="*/ 2 h 34"/>
                <a:gd name="T6" fmla="*/ 1 w 34"/>
                <a:gd name="T7" fmla="*/ 15 h 34"/>
                <a:gd name="T8" fmla="*/ 14 w 34"/>
                <a:gd name="T9" fmla="*/ 33 h 34"/>
              </a:gdLst>
              <a:ahLst/>
              <a:cxnLst>
                <a:cxn ang="0">
                  <a:pos x="T0" y="T1"/>
                </a:cxn>
                <a:cxn ang="0">
                  <a:pos x="T2" y="T3"/>
                </a:cxn>
                <a:cxn ang="0">
                  <a:pos x="T4" y="T5"/>
                </a:cxn>
                <a:cxn ang="0">
                  <a:pos x="T6" y="T7"/>
                </a:cxn>
                <a:cxn ang="0">
                  <a:pos x="T8" y="T9"/>
                </a:cxn>
              </a:cxnLst>
              <a:rect l="0" t="0" r="r" b="b"/>
              <a:pathLst>
                <a:path w="34" h="34">
                  <a:moveTo>
                    <a:pt x="14" y="33"/>
                  </a:moveTo>
                  <a:cubicBezTo>
                    <a:pt x="23" y="34"/>
                    <a:pt x="31" y="28"/>
                    <a:pt x="32" y="20"/>
                  </a:cubicBezTo>
                  <a:cubicBezTo>
                    <a:pt x="34" y="11"/>
                    <a:pt x="28" y="3"/>
                    <a:pt x="19" y="2"/>
                  </a:cubicBezTo>
                  <a:cubicBezTo>
                    <a:pt x="11" y="0"/>
                    <a:pt x="3" y="6"/>
                    <a:pt x="1" y="15"/>
                  </a:cubicBezTo>
                  <a:cubicBezTo>
                    <a:pt x="0" y="23"/>
                    <a:pt x="6" y="31"/>
                    <a:pt x="14" y="33"/>
                  </a:cubicBezTo>
                  <a:close/>
                </a:path>
              </a:pathLst>
            </a:custGeom>
            <a:solidFill>
              <a:srgbClr val="00507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8" name="Freeform 72">
              <a:extLst>
                <a:ext uri="{FF2B5EF4-FFF2-40B4-BE49-F238E27FC236}">
                  <a16:creationId xmlns:a16="http://schemas.microsoft.com/office/drawing/2014/main" id="{DF230CE6-9D51-03E5-9E81-B9AB7F30E403}"/>
                </a:ext>
              </a:extLst>
            </p:cNvPr>
            <p:cNvSpPr>
              <a:spLocks/>
            </p:cNvSpPr>
            <p:nvPr/>
          </p:nvSpPr>
          <p:spPr bwMode="auto">
            <a:xfrm>
              <a:off x="441" y="2423"/>
              <a:ext cx="22" cy="21"/>
            </a:xfrm>
            <a:custGeom>
              <a:avLst/>
              <a:gdLst>
                <a:gd name="T0" fmla="*/ 14 w 34"/>
                <a:gd name="T1" fmla="*/ 32 h 34"/>
                <a:gd name="T2" fmla="*/ 32 w 34"/>
                <a:gd name="T3" fmla="*/ 19 h 34"/>
                <a:gd name="T4" fmla="*/ 19 w 34"/>
                <a:gd name="T5" fmla="*/ 1 h 34"/>
                <a:gd name="T6" fmla="*/ 1 w 34"/>
                <a:gd name="T7" fmla="*/ 14 h 34"/>
                <a:gd name="T8" fmla="*/ 14 w 34"/>
                <a:gd name="T9" fmla="*/ 32 h 34"/>
              </a:gdLst>
              <a:ahLst/>
              <a:cxnLst>
                <a:cxn ang="0">
                  <a:pos x="T0" y="T1"/>
                </a:cxn>
                <a:cxn ang="0">
                  <a:pos x="T2" y="T3"/>
                </a:cxn>
                <a:cxn ang="0">
                  <a:pos x="T4" y="T5"/>
                </a:cxn>
                <a:cxn ang="0">
                  <a:pos x="T6" y="T7"/>
                </a:cxn>
                <a:cxn ang="0">
                  <a:pos x="T8" y="T9"/>
                </a:cxn>
              </a:cxnLst>
              <a:rect l="0" t="0" r="r" b="b"/>
              <a:pathLst>
                <a:path w="34" h="34">
                  <a:moveTo>
                    <a:pt x="14" y="32"/>
                  </a:moveTo>
                  <a:cubicBezTo>
                    <a:pt x="23" y="34"/>
                    <a:pt x="31" y="28"/>
                    <a:pt x="32" y="19"/>
                  </a:cubicBezTo>
                  <a:cubicBezTo>
                    <a:pt x="34" y="10"/>
                    <a:pt x="28" y="2"/>
                    <a:pt x="19" y="1"/>
                  </a:cubicBezTo>
                  <a:cubicBezTo>
                    <a:pt x="11" y="0"/>
                    <a:pt x="2" y="5"/>
                    <a:pt x="1" y="14"/>
                  </a:cubicBezTo>
                  <a:cubicBezTo>
                    <a:pt x="0" y="23"/>
                    <a:pt x="6" y="31"/>
                    <a:pt x="14" y="32"/>
                  </a:cubicBezTo>
                  <a:close/>
                </a:path>
              </a:pathLst>
            </a:custGeom>
            <a:solidFill>
              <a:srgbClr val="00507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9" name="Freeform 73">
              <a:extLst>
                <a:ext uri="{FF2B5EF4-FFF2-40B4-BE49-F238E27FC236}">
                  <a16:creationId xmlns:a16="http://schemas.microsoft.com/office/drawing/2014/main" id="{87788E8B-29FE-209D-04ED-A90A7F328ADE}"/>
                </a:ext>
              </a:extLst>
            </p:cNvPr>
            <p:cNvSpPr>
              <a:spLocks/>
            </p:cNvSpPr>
            <p:nvPr/>
          </p:nvSpPr>
          <p:spPr bwMode="auto">
            <a:xfrm>
              <a:off x="541" y="1967"/>
              <a:ext cx="106" cy="112"/>
            </a:xfrm>
            <a:custGeom>
              <a:avLst/>
              <a:gdLst>
                <a:gd name="T0" fmla="*/ 9 w 163"/>
                <a:gd name="T1" fmla="*/ 167 h 176"/>
                <a:gd name="T2" fmla="*/ 60 w 163"/>
                <a:gd name="T3" fmla="*/ 123 h 176"/>
                <a:gd name="T4" fmla="*/ 105 w 163"/>
                <a:gd name="T5" fmla="*/ 122 h 176"/>
                <a:gd name="T6" fmla="*/ 150 w 163"/>
                <a:gd name="T7" fmla="*/ 161 h 176"/>
                <a:gd name="T8" fmla="*/ 162 w 163"/>
                <a:gd name="T9" fmla="*/ 172 h 176"/>
                <a:gd name="T10" fmla="*/ 162 w 163"/>
                <a:gd name="T11" fmla="*/ 101 h 176"/>
                <a:gd name="T12" fmla="*/ 157 w 163"/>
                <a:gd name="T13" fmla="*/ 89 h 176"/>
                <a:gd name="T14" fmla="*/ 144 w 163"/>
                <a:gd name="T15" fmla="*/ 83 h 176"/>
                <a:gd name="T16" fmla="*/ 122 w 163"/>
                <a:gd name="T17" fmla="*/ 83 h 176"/>
                <a:gd name="T18" fmla="*/ 122 w 163"/>
                <a:gd name="T19" fmla="*/ 69 h 176"/>
                <a:gd name="T20" fmla="*/ 104 w 163"/>
                <a:gd name="T21" fmla="*/ 50 h 176"/>
                <a:gd name="T22" fmla="*/ 91 w 163"/>
                <a:gd name="T23" fmla="*/ 49 h 176"/>
                <a:gd name="T24" fmla="*/ 91 w 163"/>
                <a:gd name="T25" fmla="*/ 0 h 176"/>
                <a:gd name="T26" fmla="*/ 70 w 163"/>
                <a:gd name="T27" fmla="*/ 0 h 176"/>
                <a:gd name="T28" fmla="*/ 70 w 163"/>
                <a:gd name="T29" fmla="*/ 49 h 176"/>
                <a:gd name="T30" fmla="*/ 58 w 163"/>
                <a:gd name="T31" fmla="*/ 49 h 176"/>
                <a:gd name="T32" fmla="*/ 40 w 163"/>
                <a:gd name="T33" fmla="*/ 71 h 176"/>
                <a:gd name="T34" fmla="*/ 41 w 163"/>
                <a:gd name="T35" fmla="*/ 83 h 176"/>
                <a:gd name="T36" fmla="*/ 17 w 163"/>
                <a:gd name="T37" fmla="*/ 83 h 176"/>
                <a:gd name="T38" fmla="*/ 4 w 163"/>
                <a:gd name="T39" fmla="*/ 90 h 176"/>
                <a:gd name="T40" fmla="*/ 0 w 163"/>
                <a:gd name="T41" fmla="*/ 101 h 176"/>
                <a:gd name="T42" fmla="*/ 0 w 163"/>
                <a:gd name="T43" fmla="*/ 176 h 176"/>
                <a:gd name="T44" fmla="*/ 9 w 163"/>
                <a:gd name="T45" fmla="*/ 167 h 1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63" h="176">
                  <a:moveTo>
                    <a:pt x="9" y="167"/>
                  </a:moveTo>
                  <a:cubicBezTo>
                    <a:pt x="29" y="150"/>
                    <a:pt x="40" y="139"/>
                    <a:pt x="60" y="123"/>
                  </a:cubicBezTo>
                  <a:cubicBezTo>
                    <a:pt x="73" y="112"/>
                    <a:pt x="92" y="112"/>
                    <a:pt x="105" y="122"/>
                  </a:cubicBezTo>
                  <a:cubicBezTo>
                    <a:pt x="120" y="135"/>
                    <a:pt x="135" y="148"/>
                    <a:pt x="150" y="161"/>
                  </a:cubicBezTo>
                  <a:cubicBezTo>
                    <a:pt x="156" y="166"/>
                    <a:pt x="157" y="167"/>
                    <a:pt x="162" y="172"/>
                  </a:cubicBezTo>
                  <a:cubicBezTo>
                    <a:pt x="162" y="172"/>
                    <a:pt x="162" y="105"/>
                    <a:pt x="162" y="101"/>
                  </a:cubicBezTo>
                  <a:cubicBezTo>
                    <a:pt x="163" y="97"/>
                    <a:pt x="160" y="93"/>
                    <a:pt x="157" y="89"/>
                  </a:cubicBezTo>
                  <a:cubicBezTo>
                    <a:pt x="154" y="86"/>
                    <a:pt x="148" y="83"/>
                    <a:pt x="144" y="83"/>
                  </a:cubicBezTo>
                  <a:cubicBezTo>
                    <a:pt x="140" y="82"/>
                    <a:pt x="122" y="83"/>
                    <a:pt x="122" y="83"/>
                  </a:cubicBezTo>
                  <a:cubicBezTo>
                    <a:pt x="122" y="77"/>
                    <a:pt x="122" y="71"/>
                    <a:pt x="122" y="69"/>
                  </a:cubicBezTo>
                  <a:cubicBezTo>
                    <a:pt x="123" y="58"/>
                    <a:pt x="115" y="51"/>
                    <a:pt x="104" y="50"/>
                  </a:cubicBezTo>
                  <a:cubicBezTo>
                    <a:pt x="100" y="49"/>
                    <a:pt x="93" y="49"/>
                    <a:pt x="91" y="49"/>
                  </a:cubicBezTo>
                  <a:cubicBezTo>
                    <a:pt x="91" y="0"/>
                    <a:pt x="91" y="0"/>
                    <a:pt x="91" y="0"/>
                  </a:cubicBezTo>
                  <a:cubicBezTo>
                    <a:pt x="70" y="0"/>
                    <a:pt x="70" y="0"/>
                    <a:pt x="70" y="0"/>
                  </a:cubicBezTo>
                  <a:cubicBezTo>
                    <a:pt x="70" y="49"/>
                    <a:pt x="70" y="49"/>
                    <a:pt x="70" y="49"/>
                  </a:cubicBezTo>
                  <a:cubicBezTo>
                    <a:pt x="63" y="49"/>
                    <a:pt x="62" y="49"/>
                    <a:pt x="58" y="49"/>
                  </a:cubicBezTo>
                  <a:cubicBezTo>
                    <a:pt x="47" y="50"/>
                    <a:pt x="41" y="60"/>
                    <a:pt x="40" y="71"/>
                  </a:cubicBezTo>
                  <a:cubicBezTo>
                    <a:pt x="40" y="74"/>
                    <a:pt x="41" y="77"/>
                    <a:pt x="41" y="83"/>
                  </a:cubicBezTo>
                  <a:cubicBezTo>
                    <a:pt x="41" y="83"/>
                    <a:pt x="22" y="83"/>
                    <a:pt x="17" y="83"/>
                  </a:cubicBezTo>
                  <a:cubicBezTo>
                    <a:pt x="12" y="83"/>
                    <a:pt x="7" y="86"/>
                    <a:pt x="4" y="90"/>
                  </a:cubicBezTo>
                  <a:cubicBezTo>
                    <a:pt x="2" y="93"/>
                    <a:pt x="0" y="97"/>
                    <a:pt x="0" y="101"/>
                  </a:cubicBezTo>
                  <a:cubicBezTo>
                    <a:pt x="0" y="104"/>
                    <a:pt x="0" y="176"/>
                    <a:pt x="0" y="176"/>
                  </a:cubicBezTo>
                  <a:cubicBezTo>
                    <a:pt x="0" y="174"/>
                    <a:pt x="8" y="169"/>
                    <a:pt x="9" y="167"/>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0" name="Freeform 74">
              <a:extLst>
                <a:ext uri="{FF2B5EF4-FFF2-40B4-BE49-F238E27FC236}">
                  <a16:creationId xmlns:a16="http://schemas.microsoft.com/office/drawing/2014/main" id="{D1353ADA-3B20-FE50-429F-49DD40747CD4}"/>
                </a:ext>
              </a:extLst>
            </p:cNvPr>
            <p:cNvSpPr>
              <a:spLocks/>
            </p:cNvSpPr>
            <p:nvPr/>
          </p:nvSpPr>
          <p:spPr bwMode="auto">
            <a:xfrm>
              <a:off x="519" y="2055"/>
              <a:ext cx="152" cy="139"/>
            </a:xfrm>
            <a:custGeom>
              <a:avLst/>
              <a:gdLst>
                <a:gd name="T0" fmla="*/ 221 w 234"/>
                <a:gd name="T1" fmla="*/ 80 h 219"/>
                <a:gd name="T2" fmla="*/ 144 w 234"/>
                <a:gd name="T3" fmla="*/ 16 h 219"/>
                <a:gd name="T4" fmla="*/ 123 w 234"/>
                <a:gd name="T5" fmla="*/ 0 h 219"/>
                <a:gd name="T6" fmla="*/ 123 w 234"/>
                <a:gd name="T7" fmla="*/ 4 h 219"/>
                <a:gd name="T8" fmla="*/ 125 w 234"/>
                <a:gd name="T9" fmla="*/ 66 h 219"/>
                <a:gd name="T10" fmla="*/ 126 w 234"/>
                <a:gd name="T11" fmla="*/ 124 h 219"/>
                <a:gd name="T12" fmla="*/ 115 w 234"/>
                <a:gd name="T13" fmla="*/ 135 h 219"/>
                <a:gd name="T14" fmla="*/ 108 w 234"/>
                <a:gd name="T15" fmla="*/ 123 h 219"/>
                <a:gd name="T16" fmla="*/ 108 w 234"/>
                <a:gd name="T17" fmla="*/ 29 h 219"/>
                <a:gd name="T18" fmla="*/ 108 w 234"/>
                <a:gd name="T19" fmla="*/ 0 h 219"/>
                <a:gd name="T20" fmla="*/ 104 w 234"/>
                <a:gd name="T21" fmla="*/ 3 h 219"/>
                <a:gd name="T22" fmla="*/ 11 w 234"/>
                <a:gd name="T23" fmla="*/ 81 h 219"/>
                <a:gd name="T24" fmla="*/ 4 w 234"/>
                <a:gd name="T25" fmla="*/ 108 h 219"/>
                <a:gd name="T26" fmla="*/ 43 w 234"/>
                <a:gd name="T27" fmla="*/ 216 h 219"/>
                <a:gd name="T28" fmla="*/ 47 w 234"/>
                <a:gd name="T29" fmla="*/ 219 h 219"/>
                <a:gd name="T30" fmla="*/ 186 w 234"/>
                <a:gd name="T31" fmla="*/ 219 h 219"/>
                <a:gd name="T32" fmla="*/ 190 w 234"/>
                <a:gd name="T33" fmla="*/ 216 h 219"/>
                <a:gd name="T34" fmla="*/ 229 w 234"/>
                <a:gd name="T35" fmla="*/ 110 h 219"/>
                <a:gd name="T36" fmla="*/ 221 w 234"/>
                <a:gd name="T37" fmla="*/ 80 h 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34" h="219">
                  <a:moveTo>
                    <a:pt x="221" y="80"/>
                  </a:moveTo>
                  <a:cubicBezTo>
                    <a:pt x="196" y="59"/>
                    <a:pt x="169" y="38"/>
                    <a:pt x="144" y="16"/>
                  </a:cubicBezTo>
                  <a:cubicBezTo>
                    <a:pt x="138" y="11"/>
                    <a:pt x="135" y="6"/>
                    <a:pt x="123" y="0"/>
                  </a:cubicBezTo>
                  <a:cubicBezTo>
                    <a:pt x="123" y="2"/>
                    <a:pt x="123" y="3"/>
                    <a:pt x="123" y="4"/>
                  </a:cubicBezTo>
                  <a:cubicBezTo>
                    <a:pt x="123" y="25"/>
                    <a:pt x="125" y="46"/>
                    <a:pt x="125" y="66"/>
                  </a:cubicBezTo>
                  <a:cubicBezTo>
                    <a:pt x="125" y="86"/>
                    <a:pt x="126" y="105"/>
                    <a:pt x="126" y="124"/>
                  </a:cubicBezTo>
                  <a:cubicBezTo>
                    <a:pt x="126" y="131"/>
                    <a:pt x="121" y="136"/>
                    <a:pt x="115" y="135"/>
                  </a:cubicBezTo>
                  <a:cubicBezTo>
                    <a:pt x="110" y="134"/>
                    <a:pt x="108" y="130"/>
                    <a:pt x="108" y="123"/>
                  </a:cubicBezTo>
                  <a:cubicBezTo>
                    <a:pt x="108" y="92"/>
                    <a:pt x="108" y="60"/>
                    <a:pt x="108" y="29"/>
                  </a:cubicBezTo>
                  <a:cubicBezTo>
                    <a:pt x="108" y="19"/>
                    <a:pt x="108" y="10"/>
                    <a:pt x="108" y="0"/>
                  </a:cubicBezTo>
                  <a:cubicBezTo>
                    <a:pt x="106" y="2"/>
                    <a:pt x="105" y="2"/>
                    <a:pt x="104" y="3"/>
                  </a:cubicBezTo>
                  <a:cubicBezTo>
                    <a:pt x="73" y="29"/>
                    <a:pt x="42" y="55"/>
                    <a:pt x="11" y="81"/>
                  </a:cubicBezTo>
                  <a:cubicBezTo>
                    <a:pt x="1" y="89"/>
                    <a:pt x="0" y="100"/>
                    <a:pt x="4" y="108"/>
                  </a:cubicBezTo>
                  <a:cubicBezTo>
                    <a:pt x="17" y="144"/>
                    <a:pt x="30" y="180"/>
                    <a:pt x="43" y="216"/>
                  </a:cubicBezTo>
                  <a:cubicBezTo>
                    <a:pt x="44" y="218"/>
                    <a:pt x="45" y="219"/>
                    <a:pt x="47" y="219"/>
                  </a:cubicBezTo>
                  <a:cubicBezTo>
                    <a:pt x="93" y="219"/>
                    <a:pt x="140" y="219"/>
                    <a:pt x="186" y="219"/>
                  </a:cubicBezTo>
                  <a:cubicBezTo>
                    <a:pt x="188" y="219"/>
                    <a:pt x="190" y="218"/>
                    <a:pt x="190" y="216"/>
                  </a:cubicBezTo>
                  <a:cubicBezTo>
                    <a:pt x="203" y="180"/>
                    <a:pt x="216" y="145"/>
                    <a:pt x="229" y="110"/>
                  </a:cubicBezTo>
                  <a:cubicBezTo>
                    <a:pt x="234" y="97"/>
                    <a:pt x="231" y="89"/>
                    <a:pt x="221" y="80"/>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1" name="Line 75">
              <a:extLst>
                <a:ext uri="{FF2B5EF4-FFF2-40B4-BE49-F238E27FC236}">
                  <a16:creationId xmlns:a16="http://schemas.microsoft.com/office/drawing/2014/main" id="{059CBF52-4ED1-3251-AEA1-88442C370480}"/>
                </a:ext>
              </a:extLst>
            </p:cNvPr>
            <p:cNvSpPr>
              <a:spLocks noChangeShapeType="1"/>
            </p:cNvSpPr>
            <p:nvPr/>
          </p:nvSpPr>
          <p:spPr bwMode="auto">
            <a:xfrm>
              <a:off x="646" y="2026"/>
              <a:ext cx="0" cy="0"/>
            </a:xfrm>
            <a:prstGeom prst="line">
              <a:avLst/>
            </a:prstGeom>
            <a:noFill/>
            <a:ln w="4763" cap="flat">
              <a:solidFill>
                <a:srgbClr val="000000"/>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2" name="Line 76">
              <a:extLst>
                <a:ext uri="{FF2B5EF4-FFF2-40B4-BE49-F238E27FC236}">
                  <a16:creationId xmlns:a16="http://schemas.microsoft.com/office/drawing/2014/main" id="{BDCF3B89-7F94-3272-8A52-181DE6847D77}"/>
                </a:ext>
              </a:extLst>
            </p:cNvPr>
            <p:cNvSpPr>
              <a:spLocks noChangeShapeType="1"/>
            </p:cNvSpPr>
            <p:nvPr/>
          </p:nvSpPr>
          <p:spPr bwMode="auto">
            <a:xfrm>
              <a:off x="542" y="2026"/>
              <a:ext cx="0" cy="0"/>
            </a:xfrm>
            <a:prstGeom prst="line">
              <a:avLst/>
            </a:prstGeom>
            <a:noFill/>
            <a:ln w="4763" cap="flat">
              <a:solidFill>
                <a:srgbClr val="000000"/>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3" name="Freeform 77">
              <a:extLst>
                <a:ext uri="{FF2B5EF4-FFF2-40B4-BE49-F238E27FC236}">
                  <a16:creationId xmlns:a16="http://schemas.microsoft.com/office/drawing/2014/main" id="{2754D56A-73D3-7614-7027-C89666541010}"/>
                </a:ext>
              </a:extLst>
            </p:cNvPr>
            <p:cNvSpPr>
              <a:spLocks noEditPoints="1"/>
            </p:cNvSpPr>
            <p:nvPr/>
          </p:nvSpPr>
          <p:spPr bwMode="auto">
            <a:xfrm>
              <a:off x="432" y="2348"/>
              <a:ext cx="325" cy="173"/>
            </a:xfrm>
            <a:custGeom>
              <a:avLst/>
              <a:gdLst>
                <a:gd name="T0" fmla="*/ 493 w 499"/>
                <a:gd name="T1" fmla="*/ 190 h 272"/>
                <a:gd name="T2" fmla="*/ 335 w 499"/>
                <a:gd name="T3" fmla="*/ 164 h 272"/>
                <a:gd name="T4" fmla="*/ 261 w 499"/>
                <a:gd name="T5" fmla="*/ 99 h 272"/>
                <a:gd name="T6" fmla="*/ 261 w 499"/>
                <a:gd name="T7" fmla="*/ 99 h 272"/>
                <a:gd name="T8" fmla="*/ 261 w 499"/>
                <a:gd name="T9" fmla="*/ 11 h 272"/>
                <a:gd name="T10" fmla="*/ 250 w 499"/>
                <a:gd name="T11" fmla="*/ 0 h 272"/>
                <a:gd name="T12" fmla="*/ 238 w 499"/>
                <a:gd name="T13" fmla="*/ 11 h 272"/>
                <a:gd name="T14" fmla="*/ 238 w 499"/>
                <a:gd name="T15" fmla="*/ 99 h 272"/>
                <a:gd name="T16" fmla="*/ 239 w 499"/>
                <a:gd name="T17" fmla="*/ 99 h 272"/>
                <a:gd name="T18" fmla="*/ 166 w 499"/>
                <a:gd name="T19" fmla="*/ 164 h 272"/>
                <a:gd name="T20" fmla="*/ 6 w 499"/>
                <a:gd name="T21" fmla="*/ 190 h 272"/>
                <a:gd name="T22" fmla="*/ 0 w 499"/>
                <a:gd name="T23" fmla="*/ 197 h 272"/>
                <a:gd name="T24" fmla="*/ 8 w 499"/>
                <a:gd name="T25" fmla="*/ 205 h 272"/>
                <a:gd name="T26" fmla="*/ 48 w 499"/>
                <a:gd name="T27" fmla="*/ 205 h 272"/>
                <a:gd name="T28" fmla="*/ 46 w 499"/>
                <a:gd name="T29" fmla="*/ 218 h 272"/>
                <a:gd name="T30" fmla="*/ 86 w 499"/>
                <a:gd name="T31" fmla="*/ 259 h 272"/>
                <a:gd name="T32" fmla="*/ 126 w 499"/>
                <a:gd name="T33" fmla="*/ 218 h 272"/>
                <a:gd name="T34" fmla="*/ 124 w 499"/>
                <a:gd name="T35" fmla="*/ 205 h 272"/>
                <a:gd name="T36" fmla="*/ 166 w 499"/>
                <a:gd name="T37" fmla="*/ 205 h 272"/>
                <a:gd name="T38" fmla="*/ 250 w 499"/>
                <a:gd name="T39" fmla="*/ 272 h 272"/>
                <a:gd name="T40" fmla="*/ 335 w 499"/>
                <a:gd name="T41" fmla="*/ 205 h 272"/>
                <a:gd name="T42" fmla="*/ 377 w 499"/>
                <a:gd name="T43" fmla="*/ 205 h 272"/>
                <a:gd name="T44" fmla="*/ 374 w 499"/>
                <a:gd name="T45" fmla="*/ 218 h 272"/>
                <a:gd name="T46" fmla="*/ 414 w 499"/>
                <a:gd name="T47" fmla="*/ 259 h 272"/>
                <a:gd name="T48" fmla="*/ 455 w 499"/>
                <a:gd name="T49" fmla="*/ 218 h 272"/>
                <a:gd name="T50" fmla="*/ 452 w 499"/>
                <a:gd name="T51" fmla="*/ 205 h 272"/>
                <a:gd name="T52" fmla="*/ 492 w 499"/>
                <a:gd name="T53" fmla="*/ 205 h 272"/>
                <a:gd name="T54" fmla="*/ 499 w 499"/>
                <a:gd name="T55" fmla="*/ 197 h 272"/>
                <a:gd name="T56" fmla="*/ 499 w 499"/>
                <a:gd name="T57" fmla="*/ 197 h 272"/>
                <a:gd name="T58" fmla="*/ 493 w 499"/>
                <a:gd name="T59" fmla="*/ 190 h 272"/>
                <a:gd name="T60" fmla="*/ 284 w 499"/>
                <a:gd name="T61" fmla="*/ 174 h 272"/>
                <a:gd name="T62" fmla="*/ 216 w 499"/>
                <a:gd name="T63" fmla="*/ 174 h 272"/>
                <a:gd name="T64" fmla="*/ 204 w 499"/>
                <a:gd name="T65" fmla="*/ 163 h 272"/>
                <a:gd name="T66" fmla="*/ 216 w 499"/>
                <a:gd name="T67" fmla="*/ 152 h 272"/>
                <a:gd name="T68" fmla="*/ 284 w 499"/>
                <a:gd name="T69" fmla="*/ 152 h 272"/>
                <a:gd name="T70" fmla="*/ 296 w 499"/>
                <a:gd name="T71" fmla="*/ 163 h 272"/>
                <a:gd name="T72" fmla="*/ 284 w 499"/>
                <a:gd name="T73" fmla="*/ 174 h 2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499" h="272">
                  <a:moveTo>
                    <a:pt x="493" y="190"/>
                  </a:moveTo>
                  <a:cubicBezTo>
                    <a:pt x="335" y="164"/>
                    <a:pt x="335" y="164"/>
                    <a:pt x="335" y="164"/>
                  </a:cubicBezTo>
                  <a:cubicBezTo>
                    <a:pt x="326" y="130"/>
                    <a:pt x="297" y="103"/>
                    <a:pt x="261" y="99"/>
                  </a:cubicBezTo>
                  <a:cubicBezTo>
                    <a:pt x="261" y="99"/>
                    <a:pt x="261" y="99"/>
                    <a:pt x="261" y="99"/>
                  </a:cubicBezTo>
                  <a:cubicBezTo>
                    <a:pt x="261" y="11"/>
                    <a:pt x="261" y="11"/>
                    <a:pt x="261" y="11"/>
                  </a:cubicBezTo>
                  <a:cubicBezTo>
                    <a:pt x="261" y="5"/>
                    <a:pt x="256" y="0"/>
                    <a:pt x="250" y="0"/>
                  </a:cubicBezTo>
                  <a:cubicBezTo>
                    <a:pt x="244" y="0"/>
                    <a:pt x="238" y="5"/>
                    <a:pt x="238" y="11"/>
                  </a:cubicBezTo>
                  <a:cubicBezTo>
                    <a:pt x="238" y="99"/>
                    <a:pt x="238" y="99"/>
                    <a:pt x="238" y="99"/>
                  </a:cubicBezTo>
                  <a:cubicBezTo>
                    <a:pt x="239" y="99"/>
                    <a:pt x="239" y="99"/>
                    <a:pt x="239" y="99"/>
                  </a:cubicBezTo>
                  <a:cubicBezTo>
                    <a:pt x="203" y="104"/>
                    <a:pt x="174" y="130"/>
                    <a:pt x="166" y="164"/>
                  </a:cubicBezTo>
                  <a:cubicBezTo>
                    <a:pt x="6" y="190"/>
                    <a:pt x="6" y="190"/>
                    <a:pt x="6" y="190"/>
                  </a:cubicBezTo>
                  <a:cubicBezTo>
                    <a:pt x="3" y="190"/>
                    <a:pt x="0" y="194"/>
                    <a:pt x="0" y="197"/>
                  </a:cubicBezTo>
                  <a:cubicBezTo>
                    <a:pt x="0" y="201"/>
                    <a:pt x="4" y="205"/>
                    <a:pt x="8" y="205"/>
                  </a:cubicBezTo>
                  <a:cubicBezTo>
                    <a:pt x="48" y="205"/>
                    <a:pt x="48" y="205"/>
                    <a:pt x="48" y="205"/>
                  </a:cubicBezTo>
                  <a:cubicBezTo>
                    <a:pt x="47" y="209"/>
                    <a:pt x="46" y="214"/>
                    <a:pt x="46" y="218"/>
                  </a:cubicBezTo>
                  <a:cubicBezTo>
                    <a:pt x="46" y="241"/>
                    <a:pt x="64" y="259"/>
                    <a:pt x="86" y="259"/>
                  </a:cubicBezTo>
                  <a:cubicBezTo>
                    <a:pt x="108" y="259"/>
                    <a:pt x="126" y="241"/>
                    <a:pt x="126" y="218"/>
                  </a:cubicBezTo>
                  <a:cubicBezTo>
                    <a:pt x="126" y="214"/>
                    <a:pt x="125" y="209"/>
                    <a:pt x="124" y="205"/>
                  </a:cubicBezTo>
                  <a:cubicBezTo>
                    <a:pt x="166" y="205"/>
                    <a:pt x="166" y="205"/>
                    <a:pt x="166" y="205"/>
                  </a:cubicBezTo>
                  <a:cubicBezTo>
                    <a:pt x="175" y="243"/>
                    <a:pt x="209" y="272"/>
                    <a:pt x="250" y="272"/>
                  </a:cubicBezTo>
                  <a:cubicBezTo>
                    <a:pt x="292" y="272"/>
                    <a:pt x="326" y="243"/>
                    <a:pt x="335" y="205"/>
                  </a:cubicBezTo>
                  <a:cubicBezTo>
                    <a:pt x="377" y="205"/>
                    <a:pt x="377" y="205"/>
                    <a:pt x="377" y="205"/>
                  </a:cubicBezTo>
                  <a:cubicBezTo>
                    <a:pt x="375" y="209"/>
                    <a:pt x="374" y="214"/>
                    <a:pt x="374" y="218"/>
                  </a:cubicBezTo>
                  <a:cubicBezTo>
                    <a:pt x="374" y="241"/>
                    <a:pt x="392" y="259"/>
                    <a:pt x="414" y="259"/>
                  </a:cubicBezTo>
                  <a:cubicBezTo>
                    <a:pt x="437" y="259"/>
                    <a:pt x="455" y="241"/>
                    <a:pt x="455" y="218"/>
                  </a:cubicBezTo>
                  <a:cubicBezTo>
                    <a:pt x="455" y="214"/>
                    <a:pt x="454" y="209"/>
                    <a:pt x="452" y="205"/>
                  </a:cubicBezTo>
                  <a:cubicBezTo>
                    <a:pt x="492" y="205"/>
                    <a:pt x="492" y="205"/>
                    <a:pt x="492" y="205"/>
                  </a:cubicBezTo>
                  <a:cubicBezTo>
                    <a:pt x="496" y="205"/>
                    <a:pt x="499" y="201"/>
                    <a:pt x="499" y="197"/>
                  </a:cubicBezTo>
                  <a:cubicBezTo>
                    <a:pt x="499" y="197"/>
                    <a:pt x="499" y="197"/>
                    <a:pt x="499" y="197"/>
                  </a:cubicBezTo>
                  <a:cubicBezTo>
                    <a:pt x="499" y="194"/>
                    <a:pt x="496" y="190"/>
                    <a:pt x="493" y="190"/>
                  </a:cubicBezTo>
                  <a:close/>
                  <a:moveTo>
                    <a:pt x="284" y="174"/>
                  </a:moveTo>
                  <a:cubicBezTo>
                    <a:pt x="216" y="174"/>
                    <a:pt x="216" y="174"/>
                    <a:pt x="216" y="174"/>
                  </a:cubicBezTo>
                  <a:cubicBezTo>
                    <a:pt x="209" y="174"/>
                    <a:pt x="204" y="170"/>
                    <a:pt x="204" y="163"/>
                  </a:cubicBezTo>
                  <a:cubicBezTo>
                    <a:pt x="204" y="156"/>
                    <a:pt x="209" y="152"/>
                    <a:pt x="216" y="152"/>
                  </a:cubicBezTo>
                  <a:cubicBezTo>
                    <a:pt x="284" y="152"/>
                    <a:pt x="284" y="152"/>
                    <a:pt x="284" y="152"/>
                  </a:cubicBezTo>
                  <a:cubicBezTo>
                    <a:pt x="290" y="152"/>
                    <a:pt x="296" y="156"/>
                    <a:pt x="296" y="163"/>
                  </a:cubicBezTo>
                  <a:cubicBezTo>
                    <a:pt x="296" y="170"/>
                    <a:pt x="290" y="174"/>
                    <a:pt x="284" y="174"/>
                  </a:cubicBez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4" name="Freeform 78">
              <a:extLst>
                <a:ext uri="{FF2B5EF4-FFF2-40B4-BE49-F238E27FC236}">
                  <a16:creationId xmlns:a16="http://schemas.microsoft.com/office/drawing/2014/main" id="{AA98101F-4BD1-6E01-EF3C-3BD090A19369}"/>
                </a:ext>
              </a:extLst>
            </p:cNvPr>
            <p:cNvSpPr>
              <a:spLocks noEditPoints="1"/>
            </p:cNvSpPr>
            <p:nvPr/>
          </p:nvSpPr>
          <p:spPr bwMode="auto">
            <a:xfrm>
              <a:off x="714" y="2151"/>
              <a:ext cx="163" cy="192"/>
            </a:xfrm>
            <a:custGeom>
              <a:avLst/>
              <a:gdLst>
                <a:gd name="T0" fmla="*/ 239 w 251"/>
                <a:gd name="T1" fmla="*/ 249 h 302"/>
                <a:gd name="T2" fmla="*/ 221 w 251"/>
                <a:gd name="T3" fmla="*/ 185 h 302"/>
                <a:gd name="T4" fmla="*/ 217 w 251"/>
                <a:gd name="T5" fmla="*/ 10 h 302"/>
                <a:gd name="T6" fmla="*/ 196 w 251"/>
                <a:gd name="T7" fmla="*/ 10 h 302"/>
                <a:gd name="T8" fmla="*/ 168 w 251"/>
                <a:gd name="T9" fmla="*/ 37 h 302"/>
                <a:gd name="T10" fmla="*/ 58 w 251"/>
                <a:gd name="T11" fmla="*/ 60 h 302"/>
                <a:gd name="T12" fmla="*/ 47 w 251"/>
                <a:gd name="T13" fmla="*/ 0 h 302"/>
                <a:gd name="T14" fmla="*/ 37 w 251"/>
                <a:gd name="T15" fmla="*/ 185 h 302"/>
                <a:gd name="T16" fmla="*/ 13 w 251"/>
                <a:gd name="T17" fmla="*/ 203 h 302"/>
                <a:gd name="T18" fmla="*/ 3 w 251"/>
                <a:gd name="T19" fmla="*/ 249 h 302"/>
                <a:gd name="T20" fmla="*/ 0 w 251"/>
                <a:gd name="T21" fmla="*/ 277 h 302"/>
                <a:gd name="T22" fmla="*/ 24 w 251"/>
                <a:gd name="T23" fmla="*/ 279 h 302"/>
                <a:gd name="T24" fmla="*/ 32 w 251"/>
                <a:gd name="T25" fmla="*/ 302 h 302"/>
                <a:gd name="T26" fmla="*/ 66 w 251"/>
                <a:gd name="T27" fmla="*/ 293 h 302"/>
                <a:gd name="T28" fmla="*/ 186 w 251"/>
                <a:gd name="T29" fmla="*/ 279 h 302"/>
                <a:gd name="T30" fmla="*/ 195 w 251"/>
                <a:gd name="T31" fmla="*/ 302 h 302"/>
                <a:gd name="T32" fmla="*/ 228 w 251"/>
                <a:gd name="T33" fmla="*/ 293 h 302"/>
                <a:gd name="T34" fmla="*/ 248 w 251"/>
                <a:gd name="T35" fmla="*/ 279 h 302"/>
                <a:gd name="T36" fmla="*/ 251 w 251"/>
                <a:gd name="T37" fmla="*/ 252 h 302"/>
                <a:gd name="T38" fmla="*/ 50 w 251"/>
                <a:gd name="T39" fmla="*/ 239 h 302"/>
                <a:gd name="T40" fmla="*/ 50 w 251"/>
                <a:gd name="T41" fmla="*/ 211 h 302"/>
                <a:gd name="T42" fmla="*/ 50 w 251"/>
                <a:gd name="T43" fmla="*/ 239 h 302"/>
                <a:gd name="T44" fmla="*/ 94 w 251"/>
                <a:gd name="T45" fmla="*/ 238 h 302"/>
                <a:gd name="T46" fmla="*/ 87 w 251"/>
                <a:gd name="T47" fmla="*/ 214 h 302"/>
                <a:gd name="T48" fmla="*/ 164 w 251"/>
                <a:gd name="T49" fmla="*/ 230 h 302"/>
                <a:gd name="T50" fmla="*/ 168 w 251"/>
                <a:gd name="T51" fmla="*/ 133 h 302"/>
                <a:gd name="T52" fmla="*/ 61 w 251"/>
                <a:gd name="T53" fmla="*/ 112 h 302"/>
                <a:gd name="T54" fmla="*/ 82 w 251"/>
                <a:gd name="T55" fmla="*/ 90 h 302"/>
                <a:gd name="T56" fmla="*/ 190 w 251"/>
                <a:gd name="T57" fmla="*/ 111 h 302"/>
                <a:gd name="T58" fmla="*/ 168 w 251"/>
                <a:gd name="T59" fmla="*/ 133 h 302"/>
                <a:gd name="T60" fmla="*/ 187 w 251"/>
                <a:gd name="T61" fmla="*/ 225 h 302"/>
                <a:gd name="T62" fmla="*/ 215 w 251"/>
                <a:gd name="T63" fmla="*/ 225 h 3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51" h="302">
                  <a:moveTo>
                    <a:pt x="248" y="249"/>
                  </a:moveTo>
                  <a:cubicBezTo>
                    <a:pt x="239" y="249"/>
                    <a:pt x="239" y="249"/>
                    <a:pt x="239" y="249"/>
                  </a:cubicBezTo>
                  <a:cubicBezTo>
                    <a:pt x="239" y="203"/>
                    <a:pt x="239" y="203"/>
                    <a:pt x="239" y="203"/>
                  </a:cubicBezTo>
                  <a:cubicBezTo>
                    <a:pt x="239" y="193"/>
                    <a:pt x="231" y="185"/>
                    <a:pt x="221" y="185"/>
                  </a:cubicBezTo>
                  <a:cubicBezTo>
                    <a:pt x="217" y="185"/>
                    <a:pt x="217" y="185"/>
                    <a:pt x="217" y="185"/>
                  </a:cubicBezTo>
                  <a:cubicBezTo>
                    <a:pt x="217" y="10"/>
                    <a:pt x="217" y="10"/>
                    <a:pt x="217" y="10"/>
                  </a:cubicBezTo>
                  <a:cubicBezTo>
                    <a:pt x="217" y="4"/>
                    <a:pt x="212" y="0"/>
                    <a:pt x="206" y="0"/>
                  </a:cubicBezTo>
                  <a:cubicBezTo>
                    <a:pt x="201" y="0"/>
                    <a:pt x="196" y="4"/>
                    <a:pt x="196" y="10"/>
                  </a:cubicBezTo>
                  <a:cubicBezTo>
                    <a:pt x="196" y="65"/>
                    <a:pt x="196" y="65"/>
                    <a:pt x="196" y="65"/>
                  </a:cubicBezTo>
                  <a:cubicBezTo>
                    <a:pt x="196" y="49"/>
                    <a:pt x="184" y="37"/>
                    <a:pt x="168" y="37"/>
                  </a:cubicBezTo>
                  <a:cubicBezTo>
                    <a:pt x="85" y="37"/>
                    <a:pt x="85" y="37"/>
                    <a:pt x="85" y="37"/>
                  </a:cubicBezTo>
                  <a:cubicBezTo>
                    <a:pt x="71" y="37"/>
                    <a:pt x="59" y="47"/>
                    <a:pt x="58" y="60"/>
                  </a:cubicBezTo>
                  <a:cubicBezTo>
                    <a:pt x="58" y="10"/>
                    <a:pt x="58" y="10"/>
                    <a:pt x="58" y="10"/>
                  </a:cubicBezTo>
                  <a:cubicBezTo>
                    <a:pt x="58" y="4"/>
                    <a:pt x="53" y="0"/>
                    <a:pt x="47" y="0"/>
                  </a:cubicBezTo>
                  <a:cubicBezTo>
                    <a:pt x="42" y="0"/>
                    <a:pt x="37" y="4"/>
                    <a:pt x="37" y="10"/>
                  </a:cubicBezTo>
                  <a:cubicBezTo>
                    <a:pt x="37" y="185"/>
                    <a:pt x="37" y="185"/>
                    <a:pt x="37" y="185"/>
                  </a:cubicBezTo>
                  <a:cubicBezTo>
                    <a:pt x="30" y="185"/>
                    <a:pt x="30" y="185"/>
                    <a:pt x="30" y="185"/>
                  </a:cubicBezTo>
                  <a:cubicBezTo>
                    <a:pt x="20" y="185"/>
                    <a:pt x="13" y="193"/>
                    <a:pt x="13" y="203"/>
                  </a:cubicBezTo>
                  <a:cubicBezTo>
                    <a:pt x="13" y="249"/>
                    <a:pt x="13" y="249"/>
                    <a:pt x="13" y="249"/>
                  </a:cubicBezTo>
                  <a:cubicBezTo>
                    <a:pt x="3" y="249"/>
                    <a:pt x="3" y="249"/>
                    <a:pt x="3" y="249"/>
                  </a:cubicBezTo>
                  <a:cubicBezTo>
                    <a:pt x="2" y="249"/>
                    <a:pt x="0" y="250"/>
                    <a:pt x="0" y="252"/>
                  </a:cubicBezTo>
                  <a:cubicBezTo>
                    <a:pt x="0" y="277"/>
                    <a:pt x="0" y="277"/>
                    <a:pt x="0" y="277"/>
                  </a:cubicBezTo>
                  <a:cubicBezTo>
                    <a:pt x="0" y="279"/>
                    <a:pt x="2" y="279"/>
                    <a:pt x="3" y="279"/>
                  </a:cubicBezTo>
                  <a:cubicBezTo>
                    <a:pt x="24" y="279"/>
                    <a:pt x="24" y="279"/>
                    <a:pt x="24" y="279"/>
                  </a:cubicBezTo>
                  <a:cubicBezTo>
                    <a:pt x="24" y="293"/>
                    <a:pt x="24" y="293"/>
                    <a:pt x="24" y="293"/>
                  </a:cubicBezTo>
                  <a:cubicBezTo>
                    <a:pt x="24" y="297"/>
                    <a:pt x="28" y="302"/>
                    <a:pt x="32" y="302"/>
                  </a:cubicBezTo>
                  <a:cubicBezTo>
                    <a:pt x="57" y="302"/>
                    <a:pt x="57" y="302"/>
                    <a:pt x="57" y="302"/>
                  </a:cubicBezTo>
                  <a:cubicBezTo>
                    <a:pt x="61" y="302"/>
                    <a:pt x="66" y="297"/>
                    <a:pt x="66" y="293"/>
                  </a:cubicBezTo>
                  <a:cubicBezTo>
                    <a:pt x="66" y="279"/>
                    <a:pt x="66" y="279"/>
                    <a:pt x="66" y="279"/>
                  </a:cubicBezTo>
                  <a:cubicBezTo>
                    <a:pt x="186" y="279"/>
                    <a:pt x="186" y="279"/>
                    <a:pt x="186" y="279"/>
                  </a:cubicBezTo>
                  <a:cubicBezTo>
                    <a:pt x="186" y="293"/>
                    <a:pt x="186" y="293"/>
                    <a:pt x="186" y="293"/>
                  </a:cubicBezTo>
                  <a:cubicBezTo>
                    <a:pt x="186" y="297"/>
                    <a:pt x="191" y="302"/>
                    <a:pt x="195" y="302"/>
                  </a:cubicBezTo>
                  <a:cubicBezTo>
                    <a:pt x="220" y="302"/>
                    <a:pt x="220" y="302"/>
                    <a:pt x="220" y="302"/>
                  </a:cubicBezTo>
                  <a:cubicBezTo>
                    <a:pt x="224" y="302"/>
                    <a:pt x="228" y="297"/>
                    <a:pt x="228" y="293"/>
                  </a:cubicBezTo>
                  <a:cubicBezTo>
                    <a:pt x="228" y="279"/>
                    <a:pt x="228" y="279"/>
                    <a:pt x="228" y="279"/>
                  </a:cubicBezTo>
                  <a:cubicBezTo>
                    <a:pt x="248" y="279"/>
                    <a:pt x="248" y="279"/>
                    <a:pt x="248" y="279"/>
                  </a:cubicBezTo>
                  <a:cubicBezTo>
                    <a:pt x="250" y="279"/>
                    <a:pt x="251" y="279"/>
                    <a:pt x="251" y="277"/>
                  </a:cubicBezTo>
                  <a:cubicBezTo>
                    <a:pt x="251" y="252"/>
                    <a:pt x="251" y="252"/>
                    <a:pt x="251" y="252"/>
                  </a:cubicBezTo>
                  <a:cubicBezTo>
                    <a:pt x="251" y="250"/>
                    <a:pt x="250" y="249"/>
                    <a:pt x="248" y="249"/>
                  </a:cubicBezTo>
                  <a:close/>
                  <a:moveTo>
                    <a:pt x="50" y="239"/>
                  </a:moveTo>
                  <a:cubicBezTo>
                    <a:pt x="42" y="239"/>
                    <a:pt x="35" y="233"/>
                    <a:pt x="35" y="225"/>
                  </a:cubicBezTo>
                  <a:cubicBezTo>
                    <a:pt x="35" y="217"/>
                    <a:pt x="42" y="211"/>
                    <a:pt x="50" y="211"/>
                  </a:cubicBezTo>
                  <a:cubicBezTo>
                    <a:pt x="57" y="211"/>
                    <a:pt x="64" y="217"/>
                    <a:pt x="64" y="225"/>
                  </a:cubicBezTo>
                  <a:cubicBezTo>
                    <a:pt x="64" y="233"/>
                    <a:pt x="57" y="239"/>
                    <a:pt x="50" y="239"/>
                  </a:cubicBezTo>
                  <a:close/>
                  <a:moveTo>
                    <a:pt x="157" y="238"/>
                  </a:moveTo>
                  <a:cubicBezTo>
                    <a:pt x="94" y="238"/>
                    <a:pt x="94" y="238"/>
                    <a:pt x="94" y="238"/>
                  </a:cubicBezTo>
                  <a:cubicBezTo>
                    <a:pt x="90" y="238"/>
                    <a:pt x="87" y="234"/>
                    <a:pt x="87" y="230"/>
                  </a:cubicBezTo>
                  <a:cubicBezTo>
                    <a:pt x="87" y="214"/>
                    <a:pt x="87" y="214"/>
                    <a:pt x="87" y="214"/>
                  </a:cubicBezTo>
                  <a:cubicBezTo>
                    <a:pt x="164" y="214"/>
                    <a:pt x="164" y="214"/>
                    <a:pt x="164" y="214"/>
                  </a:cubicBezTo>
                  <a:cubicBezTo>
                    <a:pt x="164" y="230"/>
                    <a:pt x="164" y="230"/>
                    <a:pt x="164" y="230"/>
                  </a:cubicBezTo>
                  <a:cubicBezTo>
                    <a:pt x="164" y="234"/>
                    <a:pt x="161" y="238"/>
                    <a:pt x="157" y="238"/>
                  </a:cubicBezTo>
                  <a:close/>
                  <a:moveTo>
                    <a:pt x="168" y="133"/>
                  </a:moveTo>
                  <a:cubicBezTo>
                    <a:pt x="82" y="133"/>
                    <a:pt x="82" y="133"/>
                    <a:pt x="82" y="133"/>
                  </a:cubicBezTo>
                  <a:cubicBezTo>
                    <a:pt x="70" y="133"/>
                    <a:pt x="61" y="124"/>
                    <a:pt x="61" y="112"/>
                  </a:cubicBezTo>
                  <a:cubicBezTo>
                    <a:pt x="61" y="111"/>
                    <a:pt x="61" y="111"/>
                    <a:pt x="61" y="111"/>
                  </a:cubicBezTo>
                  <a:cubicBezTo>
                    <a:pt x="61" y="99"/>
                    <a:pt x="70" y="90"/>
                    <a:pt x="82" y="90"/>
                  </a:cubicBezTo>
                  <a:cubicBezTo>
                    <a:pt x="168" y="90"/>
                    <a:pt x="168" y="90"/>
                    <a:pt x="168" y="90"/>
                  </a:cubicBezTo>
                  <a:cubicBezTo>
                    <a:pt x="180" y="90"/>
                    <a:pt x="190" y="99"/>
                    <a:pt x="190" y="111"/>
                  </a:cubicBezTo>
                  <a:cubicBezTo>
                    <a:pt x="190" y="112"/>
                    <a:pt x="190" y="112"/>
                    <a:pt x="190" y="112"/>
                  </a:cubicBezTo>
                  <a:cubicBezTo>
                    <a:pt x="190" y="124"/>
                    <a:pt x="180" y="133"/>
                    <a:pt x="168" y="133"/>
                  </a:cubicBezTo>
                  <a:close/>
                  <a:moveTo>
                    <a:pt x="201" y="239"/>
                  </a:moveTo>
                  <a:cubicBezTo>
                    <a:pt x="193" y="239"/>
                    <a:pt x="187" y="233"/>
                    <a:pt x="187" y="225"/>
                  </a:cubicBezTo>
                  <a:cubicBezTo>
                    <a:pt x="187" y="217"/>
                    <a:pt x="193" y="211"/>
                    <a:pt x="201" y="211"/>
                  </a:cubicBezTo>
                  <a:cubicBezTo>
                    <a:pt x="209" y="211"/>
                    <a:pt x="215" y="217"/>
                    <a:pt x="215" y="225"/>
                  </a:cubicBezTo>
                  <a:cubicBezTo>
                    <a:pt x="215" y="233"/>
                    <a:pt x="209" y="239"/>
                    <a:pt x="201" y="239"/>
                  </a:cubicBez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74" name="Group 73">
            <a:extLst>
              <a:ext uri="{FF2B5EF4-FFF2-40B4-BE49-F238E27FC236}">
                <a16:creationId xmlns:a16="http://schemas.microsoft.com/office/drawing/2014/main" id="{E4C02611-E382-47E8-0F03-1B41C8922B3F}"/>
              </a:ext>
            </a:extLst>
          </p:cNvPr>
          <p:cNvGrpSpPr/>
          <p:nvPr/>
        </p:nvGrpSpPr>
        <p:grpSpPr>
          <a:xfrm>
            <a:off x="10796947" y="1278850"/>
            <a:ext cx="760413" cy="566738"/>
            <a:chOff x="4425950" y="2559050"/>
            <a:chExt cx="760413" cy="566738"/>
          </a:xfrm>
        </p:grpSpPr>
        <p:sp>
          <p:nvSpPr>
            <p:cNvPr id="75" name="Freeform 469">
              <a:extLst>
                <a:ext uri="{FF2B5EF4-FFF2-40B4-BE49-F238E27FC236}">
                  <a16:creationId xmlns:a16="http://schemas.microsoft.com/office/drawing/2014/main" id="{6CBF9AA1-5B8D-6969-79C8-F5654BAA355D}"/>
                </a:ext>
              </a:extLst>
            </p:cNvPr>
            <p:cNvSpPr>
              <a:spLocks noEditPoints="1"/>
            </p:cNvSpPr>
            <p:nvPr/>
          </p:nvSpPr>
          <p:spPr bwMode="auto">
            <a:xfrm>
              <a:off x="4686300" y="2559050"/>
              <a:ext cx="239713" cy="268288"/>
            </a:xfrm>
            <a:custGeom>
              <a:avLst/>
              <a:gdLst>
                <a:gd name="T0" fmla="*/ 369 w 369"/>
                <a:gd name="T1" fmla="*/ 116 h 414"/>
                <a:gd name="T2" fmla="*/ 369 w 369"/>
                <a:gd name="T3" fmla="*/ 114 h 414"/>
                <a:gd name="T4" fmla="*/ 369 w 369"/>
                <a:gd name="T5" fmla="*/ 113 h 414"/>
                <a:gd name="T6" fmla="*/ 368 w 369"/>
                <a:gd name="T7" fmla="*/ 112 h 414"/>
                <a:gd name="T8" fmla="*/ 368 w 369"/>
                <a:gd name="T9" fmla="*/ 111 h 414"/>
                <a:gd name="T10" fmla="*/ 368 w 369"/>
                <a:gd name="T11" fmla="*/ 110 h 414"/>
                <a:gd name="T12" fmla="*/ 368 w 369"/>
                <a:gd name="T13" fmla="*/ 109 h 414"/>
                <a:gd name="T14" fmla="*/ 367 w 369"/>
                <a:gd name="T15" fmla="*/ 108 h 414"/>
                <a:gd name="T16" fmla="*/ 367 w 369"/>
                <a:gd name="T17" fmla="*/ 107 h 414"/>
                <a:gd name="T18" fmla="*/ 366 w 369"/>
                <a:gd name="T19" fmla="*/ 106 h 414"/>
                <a:gd name="T20" fmla="*/ 366 w 369"/>
                <a:gd name="T21" fmla="*/ 105 h 414"/>
                <a:gd name="T22" fmla="*/ 365 w 369"/>
                <a:gd name="T23" fmla="*/ 104 h 414"/>
                <a:gd name="T24" fmla="*/ 365 w 369"/>
                <a:gd name="T25" fmla="*/ 104 h 414"/>
                <a:gd name="T26" fmla="*/ 364 w 369"/>
                <a:gd name="T27" fmla="*/ 102 h 414"/>
                <a:gd name="T28" fmla="*/ 364 w 369"/>
                <a:gd name="T29" fmla="*/ 102 h 414"/>
                <a:gd name="T30" fmla="*/ 361 w 369"/>
                <a:gd name="T31" fmla="*/ 99 h 414"/>
                <a:gd name="T32" fmla="*/ 361 w 369"/>
                <a:gd name="T33" fmla="*/ 99 h 414"/>
                <a:gd name="T34" fmla="*/ 359 w 369"/>
                <a:gd name="T35" fmla="*/ 98 h 414"/>
                <a:gd name="T36" fmla="*/ 359 w 369"/>
                <a:gd name="T37" fmla="*/ 98 h 414"/>
                <a:gd name="T38" fmla="*/ 358 w 369"/>
                <a:gd name="T39" fmla="*/ 97 h 414"/>
                <a:gd name="T40" fmla="*/ 196 w 369"/>
                <a:gd name="T41" fmla="*/ 4 h 414"/>
                <a:gd name="T42" fmla="*/ 174 w 369"/>
                <a:gd name="T43" fmla="*/ 4 h 414"/>
                <a:gd name="T44" fmla="*/ 12 w 369"/>
                <a:gd name="T45" fmla="*/ 97 h 414"/>
                <a:gd name="T46" fmla="*/ 1 w 369"/>
                <a:gd name="T47" fmla="*/ 119 h 414"/>
                <a:gd name="T48" fmla="*/ 1 w 369"/>
                <a:gd name="T49" fmla="*/ 298 h 414"/>
                <a:gd name="T50" fmla="*/ 12 w 369"/>
                <a:gd name="T51" fmla="*/ 317 h 414"/>
                <a:gd name="T52" fmla="*/ 174 w 369"/>
                <a:gd name="T53" fmla="*/ 411 h 414"/>
                <a:gd name="T54" fmla="*/ 185 w 369"/>
                <a:gd name="T55" fmla="*/ 414 h 414"/>
                <a:gd name="T56" fmla="*/ 196 w 369"/>
                <a:gd name="T57" fmla="*/ 411 h 414"/>
                <a:gd name="T58" fmla="*/ 198 w 369"/>
                <a:gd name="T59" fmla="*/ 409 h 414"/>
                <a:gd name="T60" fmla="*/ 358 w 369"/>
                <a:gd name="T61" fmla="*/ 317 h 414"/>
                <a:gd name="T62" fmla="*/ 369 w 369"/>
                <a:gd name="T63" fmla="*/ 299 h 414"/>
                <a:gd name="T64" fmla="*/ 369 w 369"/>
                <a:gd name="T65" fmla="*/ 116 h 414"/>
                <a:gd name="T66" fmla="*/ 369 w 369"/>
                <a:gd name="T67" fmla="*/ 116 h 414"/>
                <a:gd name="T68" fmla="*/ 185 w 369"/>
                <a:gd name="T69" fmla="*/ 48 h 414"/>
                <a:gd name="T70" fmla="*/ 304 w 369"/>
                <a:gd name="T71" fmla="*/ 116 h 414"/>
                <a:gd name="T72" fmla="*/ 185 w 369"/>
                <a:gd name="T73" fmla="*/ 184 h 414"/>
                <a:gd name="T74" fmla="*/ 66 w 369"/>
                <a:gd name="T75" fmla="*/ 116 h 414"/>
                <a:gd name="T76" fmla="*/ 185 w 369"/>
                <a:gd name="T77" fmla="*/ 48 h 414"/>
                <a:gd name="T78" fmla="*/ 206 w 369"/>
                <a:gd name="T79" fmla="*/ 354 h 414"/>
                <a:gd name="T80" fmla="*/ 207 w 369"/>
                <a:gd name="T81" fmla="*/ 222 h 414"/>
                <a:gd name="T82" fmla="*/ 326 w 369"/>
                <a:gd name="T83" fmla="*/ 153 h 414"/>
                <a:gd name="T84" fmla="*/ 326 w 369"/>
                <a:gd name="T85" fmla="*/ 286 h 414"/>
                <a:gd name="T86" fmla="*/ 206 w 369"/>
                <a:gd name="T87" fmla="*/ 354 h 4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369" h="414">
                  <a:moveTo>
                    <a:pt x="369" y="116"/>
                  </a:moveTo>
                  <a:cubicBezTo>
                    <a:pt x="369" y="115"/>
                    <a:pt x="369" y="115"/>
                    <a:pt x="369" y="114"/>
                  </a:cubicBezTo>
                  <a:cubicBezTo>
                    <a:pt x="369" y="113"/>
                    <a:pt x="369" y="113"/>
                    <a:pt x="369" y="113"/>
                  </a:cubicBezTo>
                  <a:cubicBezTo>
                    <a:pt x="369" y="113"/>
                    <a:pt x="368" y="112"/>
                    <a:pt x="368" y="112"/>
                  </a:cubicBezTo>
                  <a:cubicBezTo>
                    <a:pt x="368" y="111"/>
                    <a:pt x="368" y="111"/>
                    <a:pt x="368" y="111"/>
                  </a:cubicBezTo>
                  <a:cubicBezTo>
                    <a:pt x="368" y="111"/>
                    <a:pt x="368" y="110"/>
                    <a:pt x="368" y="110"/>
                  </a:cubicBezTo>
                  <a:cubicBezTo>
                    <a:pt x="368" y="109"/>
                    <a:pt x="368" y="109"/>
                    <a:pt x="368" y="109"/>
                  </a:cubicBezTo>
                  <a:cubicBezTo>
                    <a:pt x="367" y="109"/>
                    <a:pt x="367" y="108"/>
                    <a:pt x="367" y="108"/>
                  </a:cubicBezTo>
                  <a:cubicBezTo>
                    <a:pt x="367" y="107"/>
                    <a:pt x="367" y="107"/>
                    <a:pt x="367" y="107"/>
                  </a:cubicBezTo>
                  <a:cubicBezTo>
                    <a:pt x="367" y="107"/>
                    <a:pt x="366" y="106"/>
                    <a:pt x="366" y="106"/>
                  </a:cubicBezTo>
                  <a:cubicBezTo>
                    <a:pt x="366" y="105"/>
                    <a:pt x="366" y="105"/>
                    <a:pt x="366" y="105"/>
                  </a:cubicBezTo>
                  <a:cubicBezTo>
                    <a:pt x="366" y="105"/>
                    <a:pt x="365" y="104"/>
                    <a:pt x="365" y="104"/>
                  </a:cubicBezTo>
                  <a:cubicBezTo>
                    <a:pt x="365" y="104"/>
                    <a:pt x="365" y="104"/>
                    <a:pt x="365" y="104"/>
                  </a:cubicBezTo>
                  <a:cubicBezTo>
                    <a:pt x="365" y="103"/>
                    <a:pt x="364" y="103"/>
                    <a:pt x="364" y="102"/>
                  </a:cubicBezTo>
                  <a:cubicBezTo>
                    <a:pt x="364" y="102"/>
                    <a:pt x="364" y="102"/>
                    <a:pt x="364" y="102"/>
                  </a:cubicBezTo>
                  <a:cubicBezTo>
                    <a:pt x="363" y="101"/>
                    <a:pt x="362" y="100"/>
                    <a:pt x="361" y="99"/>
                  </a:cubicBezTo>
                  <a:cubicBezTo>
                    <a:pt x="361" y="99"/>
                    <a:pt x="361" y="99"/>
                    <a:pt x="361" y="99"/>
                  </a:cubicBezTo>
                  <a:cubicBezTo>
                    <a:pt x="360" y="99"/>
                    <a:pt x="360" y="98"/>
                    <a:pt x="359" y="98"/>
                  </a:cubicBezTo>
                  <a:cubicBezTo>
                    <a:pt x="359" y="98"/>
                    <a:pt x="359" y="98"/>
                    <a:pt x="359" y="98"/>
                  </a:cubicBezTo>
                  <a:cubicBezTo>
                    <a:pt x="359" y="98"/>
                    <a:pt x="358" y="97"/>
                    <a:pt x="358" y="97"/>
                  </a:cubicBezTo>
                  <a:cubicBezTo>
                    <a:pt x="196" y="4"/>
                    <a:pt x="196" y="4"/>
                    <a:pt x="196" y="4"/>
                  </a:cubicBezTo>
                  <a:cubicBezTo>
                    <a:pt x="189" y="0"/>
                    <a:pt x="181" y="0"/>
                    <a:pt x="174" y="4"/>
                  </a:cubicBezTo>
                  <a:cubicBezTo>
                    <a:pt x="12" y="97"/>
                    <a:pt x="12" y="97"/>
                    <a:pt x="12" y="97"/>
                  </a:cubicBezTo>
                  <a:cubicBezTo>
                    <a:pt x="4" y="102"/>
                    <a:pt x="0" y="110"/>
                    <a:pt x="1" y="119"/>
                  </a:cubicBezTo>
                  <a:cubicBezTo>
                    <a:pt x="1" y="298"/>
                    <a:pt x="1" y="298"/>
                    <a:pt x="1" y="298"/>
                  </a:cubicBezTo>
                  <a:cubicBezTo>
                    <a:pt x="1" y="306"/>
                    <a:pt x="6" y="313"/>
                    <a:pt x="12" y="317"/>
                  </a:cubicBezTo>
                  <a:cubicBezTo>
                    <a:pt x="174" y="411"/>
                    <a:pt x="174" y="411"/>
                    <a:pt x="174" y="411"/>
                  </a:cubicBezTo>
                  <a:cubicBezTo>
                    <a:pt x="177" y="413"/>
                    <a:pt x="181" y="414"/>
                    <a:pt x="185" y="414"/>
                  </a:cubicBezTo>
                  <a:cubicBezTo>
                    <a:pt x="189" y="414"/>
                    <a:pt x="192" y="413"/>
                    <a:pt x="196" y="411"/>
                  </a:cubicBezTo>
                  <a:cubicBezTo>
                    <a:pt x="196" y="410"/>
                    <a:pt x="197" y="410"/>
                    <a:pt x="198" y="409"/>
                  </a:cubicBezTo>
                  <a:cubicBezTo>
                    <a:pt x="358" y="317"/>
                    <a:pt x="358" y="317"/>
                    <a:pt x="358" y="317"/>
                  </a:cubicBezTo>
                  <a:cubicBezTo>
                    <a:pt x="365" y="313"/>
                    <a:pt x="369" y="306"/>
                    <a:pt x="369" y="299"/>
                  </a:cubicBezTo>
                  <a:cubicBezTo>
                    <a:pt x="369" y="116"/>
                    <a:pt x="369" y="116"/>
                    <a:pt x="369" y="116"/>
                  </a:cubicBezTo>
                  <a:cubicBezTo>
                    <a:pt x="369" y="116"/>
                    <a:pt x="369" y="116"/>
                    <a:pt x="369" y="116"/>
                  </a:cubicBezTo>
                  <a:close/>
                  <a:moveTo>
                    <a:pt x="185" y="48"/>
                  </a:moveTo>
                  <a:cubicBezTo>
                    <a:pt x="304" y="116"/>
                    <a:pt x="304" y="116"/>
                    <a:pt x="304" y="116"/>
                  </a:cubicBezTo>
                  <a:cubicBezTo>
                    <a:pt x="185" y="184"/>
                    <a:pt x="185" y="184"/>
                    <a:pt x="185" y="184"/>
                  </a:cubicBezTo>
                  <a:cubicBezTo>
                    <a:pt x="66" y="116"/>
                    <a:pt x="66" y="116"/>
                    <a:pt x="66" y="116"/>
                  </a:cubicBezTo>
                  <a:lnTo>
                    <a:pt x="185" y="48"/>
                  </a:lnTo>
                  <a:close/>
                  <a:moveTo>
                    <a:pt x="206" y="354"/>
                  </a:moveTo>
                  <a:cubicBezTo>
                    <a:pt x="207" y="222"/>
                    <a:pt x="207" y="222"/>
                    <a:pt x="207" y="222"/>
                  </a:cubicBezTo>
                  <a:cubicBezTo>
                    <a:pt x="326" y="153"/>
                    <a:pt x="326" y="153"/>
                    <a:pt x="326" y="153"/>
                  </a:cubicBezTo>
                  <a:cubicBezTo>
                    <a:pt x="326" y="286"/>
                    <a:pt x="326" y="286"/>
                    <a:pt x="326" y="286"/>
                  </a:cubicBezTo>
                  <a:lnTo>
                    <a:pt x="206" y="354"/>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6" name="Freeform 470">
              <a:extLst>
                <a:ext uri="{FF2B5EF4-FFF2-40B4-BE49-F238E27FC236}">
                  <a16:creationId xmlns:a16="http://schemas.microsoft.com/office/drawing/2014/main" id="{98F774EF-69CB-21A0-CCAD-EF3FE7ECB002}"/>
                </a:ext>
              </a:extLst>
            </p:cNvPr>
            <p:cNvSpPr>
              <a:spLocks/>
            </p:cNvSpPr>
            <p:nvPr/>
          </p:nvSpPr>
          <p:spPr bwMode="auto">
            <a:xfrm>
              <a:off x="4851400" y="2709863"/>
              <a:ext cx="201613" cy="133350"/>
            </a:xfrm>
            <a:custGeom>
              <a:avLst/>
              <a:gdLst>
                <a:gd name="T0" fmla="*/ 14 w 311"/>
                <a:gd name="T1" fmla="*/ 44 h 204"/>
                <a:gd name="T2" fmla="*/ 275 w 311"/>
                <a:gd name="T3" fmla="*/ 198 h 204"/>
                <a:gd name="T4" fmla="*/ 305 w 311"/>
                <a:gd name="T5" fmla="*/ 190 h 204"/>
                <a:gd name="T6" fmla="*/ 297 w 311"/>
                <a:gd name="T7" fmla="*/ 161 h 204"/>
                <a:gd name="T8" fmla="*/ 36 w 311"/>
                <a:gd name="T9" fmla="*/ 6 h 204"/>
                <a:gd name="T10" fmla="*/ 6 w 311"/>
                <a:gd name="T11" fmla="*/ 14 h 204"/>
                <a:gd name="T12" fmla="*/ 14 w 311"/>
                <a:gd name="T13" fmla="*/ 44 h 204"/>
              </a:gdLst>
              <a:ahLst/>
              <a:cxnLst>
                <a:cxn ang="0">
                  <a:pos x="T0" y="T1"/>
                </a:cxn>
                <a:cxn ang="0">
                  <a:pos x="T2" y="T3"/>
                </a:cxn>
                <a:cxn ang="0">
                  <a:pos x="T4" y="T5"/>
                </a:cxn>
                <a:cxn ang="0">
                  <a:pos x="T6" y="T7"/>
                </a:cxn>
                <a:cxn ang="0">
                  <a:pos x="T8" y="T9"/>
                </a:cxn>
                <a:cxn ang="0">
                  <a:pos x="T10" y="T11"/>
                </a:cxn>
                <a:cxn ang="0">
                  <a:pos x="T12" y="T13"/>
                </a:cxn>
              </a:cxnLst>
              <a:rect l="0" t="0" r="r" b="b"/>
              <a:pathLst>
                <a:path w="311" h="204">
                  <a:moveTo>
                    <a:pt x="14" y="44"/>
                  </a:moveTo>
                  <a:cubicBezTo>
                    <a:pt x="275" y="198"/>
                    <a:pt x="275" y="198"/>
                    <a:pt x="275" y="198"/>
                  </a:cubicBezTo>
                  <a:cubicBezTo>
                    <a:pt x="285" y="204"/>
                    <a:pt x="299" y="201"/>
                    <a:pt x="305" y="190"/>
                  </a:cubicBezTo>
                  <a:cubicBezTo>
                    <a:pt x="311" y="180"/>
                    <a:pt x="307" y="167"/>
                    <a:pt x="297" y="161"/>
                  </a:cubicBezTo>
                  <a:cubicBezTo>
                    <a:pt x="36" y="6"/>
                    <a:pt x="36" y="6"/>
                    <a:pt x="36" y="6"/>
                  </a:cubicBezTo>
                  <a:cubicBezTo>
                    <a:pt x="25" y="0"/>
                    <a:pt x="12" y="4"/>
                    <a:pt x="6" y="14"/>
                  </a:cubicBezTo>
                  <a:cubicBezTo>
                    <a:pt x="0" y="24"/>
                    <a:pt x="3" y="37"/>
                    <a:pt x="14" y="44"/>
                  </a:cubicBezTo>
                  <a:close/>
                </a:path>
              </a:pathLst>
            </a:custGeom>
            <a:solidFill>
              <a:srgbClr val="1F457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7" name="Freeform 471">
              <a:extLst>
                <a:ext uri="{FF2B5EF4-FFF2-40B4-BE49-F238E27FC236}">
                  <a16:creationId xmlns:a16="http://schemas.microsoft.com/office/drawing/2014/main" id="{872EA597-2359-E49D-24F7-1FE90AD46AD1}"/>
                </a:ext>
              </a:extLst>
            </p:cNvPr>
            <p:cNvSpPr>
              <a:spLocks noEditPoints="1"/>
            </p:cNvSpPr>
            <p:nvPr/>
          </p:nvSpPr>
          <p:spPr bwMode="auto">
            <a:xfrm>
              <a:off x="4425950" y="2706688"/>
              <a:ext cx="238125" cy="268288"/>
            </a:xfrm>
            <a:custGeom>
              <a:avLst/>
              <a:gdLst>
                <a:gd name="T0" fmla="*/ 368 w 368"/>
                <a:gd name="T1" fmla="*/ 115 h 413"/>
                <a:gd name="T2" fmla="*/ 368 w 368"/>
                <a:gd name="T3" fmla="*/ 113 h 413"/>
                <a:gd name="T4" fmla="*/ 368 w 368"/>
                <a:gd name="T5" fmla="*/ 113 h 413"/>
                <a:gd name="T6" fmla="*/ 368 w 368"/>
                <a:gd name="T7" fmla="*/ 111 h 413"/>
                <a:gd name="T8" fmla="*/ 368 w 368"/>
                <a:gd name="T9" fmla="*/ 111 h 413"/>
                <a:gd name="T10" fmla="*/ 368 w 368"/>
                <a:gd name="T11" fmla="*/ 109 h 413"/>
                <a:gd name="T12" fmla="*/ 367 w 368"/>
                <a:gd name="T13" fmla="*/ 108 h 413"/>
                <a:gd name="T14" fmla="*/ 367 w 368"/>
                <a:gd name="T15" fmla="*/ 107 h 413"/>
                <a:gd name="T16" fmla="*/ 367 w 368"/>
                <a:gd name="T17" fmla="*/ 106 h 413"/>
                <a:gd name="T18" fmla="*/ 366 w 368"/>
                <a:gd name="T19" fmla="*/ 105 h 413"/>
                <a:gd name="T20" fmla="*/ 366 w 368"/>
                <a:gd name="T21" fmla="*/ 105 h 413"/>
                <a:gd name="T22" fmla="*/ 365 w 368"/>
                <a:gd name="T23" fmla="*/ 103 h 413"/>
                <a:gd name="T24" fmla="*/ 365 w 368"/>
                <a:gd name="T25" fmla="*/ 103 h 413"/>
                <a:gd name="T26" fmla="*/ 364 w 368"/>
                <a:gd name="T27" fmla="*/ 102 h 413"/>
                <a:gd name="T28" fmla="*/ 363 w 368"/>
                <a:gd name="T29" fmla="*/ 101 h 413"/>
                <a:gd name="T30" fmla="*/ 361 w 368"/>
                <a:gd name="T31" fmla="*/ 99 h 413"/>
                <a:gd name="T32" fmla="*/ 360 w 368"/>
                <a:gd name="T33" fmla="*/ 98 h 413"/>
                <a:gd name="T34" fmla="*/ 359 w 368"/>
                <a:gd name="T35" fmla="*/ 97 h 413"/>
                <a:gd name="T36" fmla="*/ 359 w 368"/>
                <a:gd name="T37" fmla="*/ 97 h 413"/>
                <a:gd name="T38" fmla="*/ 358 w 368"/>
                <a:gd name="T39" fmla="*/ 96 h 413"/>
                <a:gd name="T40" fmla="*/ 195 w 368"/>
                <a:gd name="T41" fmla="*/ 3 h 413"/>
                <a:gd name="T42" fmla="*/ 174 w 368"/>
                <a:gd name="T43" fmla="*/ 3 h 413"/>
                <a:gd name="T44" fmla="*/ 12 w 368"/>
                <a:gd name="T45" fmla="*/ 96 h 413"/>
                <a:gd name="T46" fmla="*/ 1 w 368"/>
                <a:gd name="T47" fmla="*/ 118 h 413"/>
                <a:gd name="T48" fmla="*/ 1 w 368"/>
                <a:gd name="T49" fmla="*/ 298 h 413"/>
                <a:gd name="T50" fmla="*/ 12 w 368"/>
                <a:gd name="T51" fmla="*/ 317 h 413"/>
                <a:gd name="T52" fmla="*/ 174 w 368"/>
                <a:gd name="T53" fmla="*/ 410 h 413"/>
                <a:gd name="T54" fmla="*/ 185 w 368"/>
                <a:gd name="T55" fmla="*/ 413 h 413"/>
                <a:gd name="T56" fmla="*/ 195 w 368"/>
                <a:gd name="T57" fmla="*/ 410 h 413"/>
                <a:gd name="T58" fmla="*/ 197 w 368"/>
                <a:gd name="T59" fmla="*/ 409 h 413"/>
                <a:gd name="T60" fmla="*/ 358 w 368"/>
                <a:gd name="T61" fmla="*/ 317 h 413"/>
                <a:gd name="T62" fmla="*/ 368 w 368"/>
                <a:gd name="T63" fmla="*/ 298 h 413"/>
                <a:gd name="T64" fmla="*/ 368 w 368"/>
                <a:gd name="T65" fmla="*/ 115 h 413"/>
                <a:gd name="T66" fmla="*/ 368 w 368"/>
                <a:gd name="T67" fmla="*/ 115 h 413"/>
                <a:gd name="T68" fmla="*/ 185 w 368"/>
                <a:gd name="T69" fmla="*/ 47 h 413"/>
                <a:gd name="T70" fmla="*/ 304 w 368"/>
                <a:gd name="T71" fmla="*/ 115 h 413"/>
                <a:gd name="T72" fmla="*/ 185 w 368"/>
                <a:gd name="T73" fmla="*/ 184 h 413"/>
                <a:gd name="T74" fmla="*/ 66 w 368"/>
                <a:gd name="T75" fmla="*/ 115 h 413"/>
                <a:gd name="T76" fmla="*/ 185 w 368"/>
                <a:gd name="T77" fmla="*/ 47 h 413"/>
                <a:gd name="T78" fmla="*/ 206 w 368"/>
                <a:gd name="T79" fmla="*/ 354 h 413"/>
                <a:gd name="T80" fmla="*/ 206 w 368"/>
                <a:gd name="T81" fmla="*/ 221 h 413"/>
                <a:gd name="T82" fmla="*/ 325 w 368"/>
                <a:gd name="T83" fmla="*/ 153 h 413"/>
                <a:gd name="T84" fmla="*/ 325 w 368"/>
                <a:gd name="T85" fmla="*/ 285 h 413"/>
                <a:gd name="T86" fmla="*/ 206 w 368"/>
                <a:gd name="T87" fmla="*/ 354 h 4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368" h="413">
                  <a:moveTo>
                    <a:pt x="368" y="115"/>
                  </a:moveTo>
                  <a:cubicBezTo>
                    <a:pt x="368" y="114"/>
                    <a:pt x="368" y="114"/>
                    <a:pt x="368" y="113"/>
                  </a:cubicBezTo>
                  <a:cubicBezTo>
                    <a:pt x="368" y="113"/>
                    <a:pt x="368" y="113"/>
                    <a:pt x="368" y="113"/>
                  </a:cubicBezTo>
                  <a:cubicBezTo>
                    <a:pt x="368" y="112"/>
                    <a:pt x="368" y="111"/>
                    <a:pt x="368" y="111"/>
                  </a:cubicBezTo>
                  <a:cubicBezTo>
                    <a:pt x="368" y="111"/>
                    <a:pt x="368" y="111"/>
                    <a:pt x="368" y="111"/>
                  </a:cubicBezTo>
                  <a:cubicBezTo>
                    <a:pt x="368" y="110"/>
                    <a:pt x="368" y="110"/>
                    <a:pt x="368" y="109"/>
                  </a:cubicBezTo>
                  <a:cubicBezTo>
                    <a:pt x="367" y="108"/>
                    <a:pt x="367" y="108"/>
                    <a:pt x="367" y="108"/>
                  </a:cubicBezTo>
                  <a:cubicBezTo>
                    <a:pt x="367" y="108"/>
                    <a:pt x="367" y="107"/>
                    <a:pt x="367" y="107"/>
                  </a:cubicBezTo>
                  <a:cubicBezTo>
                    <a:pt x="367" y="106"/>
                    <a:pt x="367" y="106"/>
                    <a:pt x="367" y="106"/>
                  </a:cubicBezTo>
                  <a:cubicBezTo>
                    <a:pt x="366" y="106"/>
                    <a:pt x="366" y="106"/>
                    <a:pt x="366" y="105"/>
                  </a:cubicBezTo>
                  <a:cubicBezTo>
                    <a:pt x="366" y="105"/>
                    <a:pt x="366" y="105"/>
                    <a:pt x="366" y="105"/>
                  </a:cubicBezTo>
                  <a:cubicBezTo>
                    <a:pt x="365" y="104"/>
                    <a:pt x="365" y="104"/>
                    <a:pt x="365" y="103"/>
                  </a:cubicBezTo>
                  <a:cubicBezTo>
                    <a:pt x="365" y="103"/>
                    <a:pt x="365" y="103"/>
                    <a:pt x="365" y="103"/>
                  </a:cubicBezTo>
                  <a:cubicBezTo>
                    <a:pt x="364" y="102"/>
                    <a:pt x="364" y="102"/>
                    <a:pt x="364" y="102"/>
                  </a:cubicBezTo>
                  <a:cubicBezTo>
                    <a:pt x="363" y="101"/>
                    <a:pt x="363" y="101"/>
                    <a:pt x="363" y="101"/>
                  </a:cubicBezTo>
                  <a:cubicBezTo>
                    <a:pt x="363" y="100"/>
                    <a:pt x="362" y="99"/>
                    <a:pt x="361" y="99"/>
                  </a:cubicBezTo>
                  <a:cubicBezTo>
                    <a:pt x="360" y="98"/>
                    <a:pt x="360" y="98"/>
                    <a:pt x="360" y="98"/>
                  </a:cubicBezTo>
                  <a:cubicBezTo>
                    <a:pt x="360" y="98"/>
                    <a:pt x="360" y="98"/>
                    <a:pt x="359" y="97"/>
                  </a:cubicBezTo>
                  <a:cubicBezTo>
                    <a:pt x="359" y="97"/>
                    <a:pt x="359" y="97"/>
                    <a:pt x="359" y="97"/>
                  </a:cubicBezTo>
                  <a:cubicBezTo>
                    <a:pt x="358" y="97"/>
                    <a:pt x="358" y="97"/>
                    <a:pt x="358" y="96"/>
                  </a:cubicBezTo>
                  <a:cubicBezTo>
                    <a:pt x="195" y="3"/>
                    <a:pt x="195" y="3"/>
                    <a:pt x="195" y="3"/>
                  </a:cubicBezTo>
                  <a:cubicBezTo>
                    <a:pt x="189" y="0"/>
                    <a:pt x="181" y="0"/>
                    <a:pt x="174" y="3"/>
                  </a:cubicBezTo>
                  <a:cubicBezTo>
                    <a:pt x="12" y="96"/>
                    <a:pt x="12" y="96"/>
                    <a:pt x="12" y="96"/>
                  </a:cubicBezTo>
                  <a:cubicBezTo>
                    <a:pt x="4" y="101"/>
                    <a:pt x="0" y="110"/>
                    <a:pt x="1" y="118"/>
                  </a:cubicBezTo>
                  <a:cubicBezTo>
                    <a:pt x="1" y="298"/>
                    <a:pt x="1" y="298"/>
                    <a:pt x="1" y="298"/>
                  </a:cubicBezTo>
                  <a:cubicBezTo>
                    <a:pt x="1" y="306"/>
                    <a:pt x="5" y="313"/>
                    <a:pt x="12" y="317"/>
                  </a:cubicBezTo>
                  <a:cubicBezTo>
                    <a:pt x="174" y="410"/>
                    <a:pt x="174" y="410"/>
                    <a:pt x="174" y="410"/>
                  </a:cubicBezTo>
                  <a:cubicBezTo>
                    <a:pt x="177" y="412"/>
                    <a:pt x="181" y="413"/>
                    <a:pt x="185" y="413"/>
                  </a:cubicBezTo>
                  <a:cubicBezTo>
                    <a:pt x="188" y="413"/>
                    <a:pt x="192" y="412"/>
                    <a:pt x="195" y="410"/>
                  </a:cubicBezTo>
                  <a:cubicBezTo>
                    <a:pt x="196" y="410"/>
                    <a:pt x="197" y="409"/>
                    <a:pt x="197" y="409"/>
                  </a:cubicBezTo>
                  <a:cubicBezTo>
                    <a:pt x="358" y="317"/>
                    <a:pt x="358" y="317"/>
                    <a:pt x="358" y="317"/>
                  </a:cubicBezTo>
                  <a:cubicBezTo>
                    <a:pt x="364" y="313"/>
                    <a:pt x="368" y="306"/>
                    <a:pt x="368" y="298"/>
                  </a:cubicBezTo>
                  <a:cubicBezTo>
                    <a:pt x="368" y="115"/>
                    <a:pt x="368" y="115"/>
                    <a:pt x="368" y="115"/>
                  </a:cubicBezTo>
                  <a:cubicBezTo>
                    <a:pt x="368" y="115"/>
                    <a:pt x="368" y="115"/>
                    <a:pt x="368" y="115"/>
                  </a:cubicBezTo>
                  <a:close/>
                  <a:moveTo>
                    <a:pt x="185" y="47"/>
                  </a:moveTo>
                  <a:cubicBezTo>
                    <a:pt x="304" y="115"/>
                    <a:pt x="304" y="115"/>
                    <a:pt x="304" y="115"/>
                  </a:cubicBezTo>
                  <a:cubicBezTo>
                    <a:pt x="185" y="184"/>
                    <a:pt x="185" y="184"/>
                    <a:pt x="185" y="184"/>
                  </a:cubicBezTo>
                  <a:cubicBezTo>
                    <a:pt x="66" y="115"/>
                    <a:pt x="66" y="115"/>
                    <a:pt x="66" y="115"/>
                  </a:cubicBezTo>
                  <a:lnTo>
                    <a:pt x="185" y="47"/>
                  </a:lnTo>
                  <a:close/>
                  <a:moveTo>
                    <a:pt x="206" y="354"/>
                  </a:moveTo>
                  <a:cubicBezTo>
                    <a:pt x="206" y="221"/>
                    <a:pt x="206" y="221"/>
                    <a:pt x="206" y="221"/>
                  </a:cubicBezTo>
                  <a:cubicBezTo>
                    <a:pt x="325" y="153"/>
                    <a:pt x="325" y="153"/>
                    <a:pt x="325" y="153"/>
                  </a:cubicBezTo>
                  <a:cubicBezTo>
                    <a:pt x="325" y="285"/>
                    <a:pt x="325" y="285"/>
                    <a:pt x="325" y="285"/>
                  </a:cubicBezTo>
                  <a:lnTo>
                    <a:pt x="206" y="354"/>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8" name="Freeform 472">
              <a:extLst>
                <a:ext uri="{FF2B5EF4-FFF2-40B4-BE49-F238E27FC236}">
                  <a16:creationId xmlns:a16="http://schemas.microsoft.com/office/drawing/2014/main" id="{9AC63F39-464A-2A1E-3D71-3E85FC0ADF48}"/>
                </a:ext>
              </a:extLst>
            </p:cNvPr>
            <p:cNvSpPr>
              <a:spLocks/>
            </p:cNvSpPr>
            <p:nvPr/>
          </p:nvSpPr>
          <p:spPr bwMode="auto">
            <a:xfrm>
              <a:off x="4468813" y="2736850"/>
              <a:ext cx="153988" cy="88900"/>
            </a:xfrm>
            <a:custGeom>
              <a:avLst/>
              <a:gdLst>
                <a:gd name="T0" fmla="*/ 0 w 97"/>
                <a:gd name="T1" fmla="*/ 28 h 56"/>
                <a:gd name="T2" fmla="*/ 48 w 97"/>
                <a:gd name="T3" fmla="*/ 56 h 56"/>
                <a:gd name="T4" fmla="*/ 85 w 97"/>
                <a:gd name="T5" fmla="*/ 35 h 56"/>
                <a:gd name="T6" fmla="*/ 97 w 97"/>
                <a:gd name="T7" fmla="*/ 28 h 56"/>
                <a:gd name="T8" fmla="*/ 48 w 97"/>
                <a:gd name="T9" fmla="*/ 0 h 56"/>
                <a:gd name="T10" fmla="*/ 0 w 97"/>
                <a:gd name="T11" fmla="*/ 28 h 56"/>
              </a:gdLst>
              <a:ahLst/>
              <a:cxnLst>
                <a:cxn ang="0">
                  <a:pos x="T0" y="T1"/>
                </a:cxn>
                <a:cxn ang="0">
                  <a:pos x="T2" y="T3"/>
                </a:cxn>
                <a:cxn ang="0">
                  <a:pos x="T4" y="T5"/>
                </a:cxn>
                <a:cxn ang="0">
                  <a:pos x="T6" y="T7"/>
                </a:cxn>
                <a:cxn ang="0">
                  <a:pos x="T8" y="T9"/>
                </a:cxn>
                <a:cxn ang="0">
                  <a:pos x="T10" y="T11"/>
                </a:cxn>
              </a:cxnLst>
              <a:rect l="0" t="0" r="r" b="b"/>
              <a:pathLst>
                <a:path w="97" h="56">
                  <a:moveTo>
                    <a:pt x="0" y="28"/>
                  </a:moveTo>
                  <a:lnTo>
                    <a:pt x="48" y="56"/>
                  </a:lnTo>
                  <a:lnTo>
                    <a:pt x="85" y="35"/>
                  </a:lnTo>
                  <a:lnTo>
                    <a:pt x="97" y="28"/>
                  </a:lnTo>
                  <a:lnTo>
                    <a:pt x="48" y="0"/>
                  </a:lnTo>
                  <a:lnTo>
                    <a:pt x="0"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9" name="Freeform 473">
              <a:extLst>
                <a:ext uri="{FF2B5EF4-FFF2-40B4-BE49-F238E27FC236}">
                  <a16:creationId xmlns:a16="http://schemas.microsoft.com/office/drawing/2014/main" id="{B665DA82-5EE8-1122-9546-D780D4C8A7EC}"/>
                </a:ext>
              </a:extLst>
            </p:cNvPr>
            <p:cNvSpPr>
              <a:spLocks/>
            </p:cNvSpPr>
            <p:nvPr/>
          </p:nvSpPr>
          <p:spPr bwMode="auto">
            <a:xfrm>
              <a:off x="4559300" y="2805113"/>
              <a:ext cx="77788" cy="130175"/>
            </a:xfrm>
            <a:custGeom>
              <a:avLst/>
              <a:gdLst>
                <a:gd name="T0" fmla="*/ 0 w 119"/>
                <a:gd name="T1" fmla="*/ 201 h 201"/>
                <a:gd name="T2" fmla="*/ 119 w 119"/>
                <a:gd name="T3" fmla="*/ 132 h 201"/>
                <a:gd name="T4" fmla="*/ 119 w 119"/>
                <a:gd name="T5" fmla="*/ 0 h 201"/>
                <a:gd name="T6" fmla="*/ 91 w 119"/>
                <a:gd name="T7" fmla="*/ 16 h 201"/>
                <a:gd name="T8" fmla="*/ 30 w 119"/>
                <a:gd name="T9" fmla="*/ 52 h 201"/>
                <a:gd name="T10" fmla="*/ 25 w 119"/>
                <a:gd name="T11" fmla="*/ 54 h 201"/>
                <a:gd name="T12" fmla="*/ 0 w 119"/>
                <a:gd name="T13" fmla="*/ 68 h 201"/>
                <a:gd name="T14" fmla="*/ 0 w 119"/>
                <a:gd name="T15" fmla="*/ 201 h 20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9" h="201">
                  <a:moveTo>
                    <a:pt x="0" y="201"/>
                  </a:moveTo>
                  <a:cubicBezTo>
                    <a:pt x="119" y="132"/>
                    <a:pt x="119" y="132"/>
                    <a:pt x="119" y="132"/>
                  </a:cubicBezTo>
                  <a:cubicBezTo>
                    <a:pt x="119" y="0"/>
                    <a:pt x="119" y="0"/>
                    <a:pt x="119" y="0"/>
                  </a:cubicBezTo>
                  <a:cubicBezTo>
                    <a:pt x="91" y="16"/>
                    <a:pt x="91" y="16"/>
                    <a:pt x="91" y="16"/>
                  </a:cubicBezTo>
                  <a:cubicBezTo>
                    <a:pt x="30" y="52"/>
                    <a:pt x="30" y="52"/>
                    <a:pt x="30" y="52"/>
                  </a:cubicBezTo>
                  <a:cubicBezTo>
                    <a:pt x="28" y="53"/>
                    <a:pt x="26" y="54"/>
                    <a:pt x="25" y="54"/>
                  </a:cubicBezTo>
                  <a:cubicBezTo>
                    <a:pt x="0" y="68"/>
                    <a:pt x="0" y="68"/>
                    <a:pt x="0" y="68"/>
                  </a:cubicBezTo>
                  <a:lnTo>
                    <a:pt x="0" y="20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0" name="Freeform 474">
              <a:extLst>
                <a:ext uri="{FF2B5EF4-FFF2-40B4-BE49-F238E27FC236}">
                  <a16:creationId xmlns:a16="http://schemas.microsoft.com/office/drawing/2014/main" id="{B29B6AAA-4C50-008F-E16D-3F9EF0BCE2D1}"/>
                </a:ext>
              </a:extLst>
            </p:cNvPr>
            <p:cNvSpPr>
              <a:spLocks/>
            </p:cNvSpPr>
            <p:nvPr/>
          </p:nvSpPr>
          <p:spPr bwMode="auto">
            <a:xfrm>
              <a:off x="4649788" y="2709863"/>
              <a:ext cx="106363" cy="77788"/>
            </a:xfrm>
            <a:custGeom>
              <a:avLst/>
              <a:gdLst>
                <a:gd name="T0" fmla="*/ 159 w 165"/>
                <a:gd name="T1" fmla="*/ 14 h 120"/>
                <a:gd name="T2" fmla="*/ 129 w 165"/>
                <a:gd name="T3" fmla="*/ 6 h 120"/>
                <a:gd name="T4" fmla="*/ 0 w 165"/>
                <a:gd name="T5" fmla="*/ 83 h 120"/>
                <a:gd name="T6" fmla="*/ 12 w 165"/>
                <a:gd name="T7" fmla="*/ 89 h 120"/>
                <a:gd name="T8" fmla="*/ 13 w 165"/>
                <a:gd name="T9" fmla="*/ 90 h 120"/>
                <a:gd name="T10" fmla="*/ 13 w 165"/>
                <a:gd name="T11" fmla="*/ 90 h 120"/>
                <a:gd name="T12" fmla="*/ 14 w 165"/>
                <a:gd name="T13" fmla="*/ 91 h 120"/>
                <a:gd name="T14" fmla="*/ 15 w 165"/>
                <a:gd name="T15" fmla="*/ 92 h 120"/>
                <a:gd name="T16" fmla="*/ 17 w 165"/>
                <a:gd name="T17" fmla="*/ 94 h 120"/>
                <a:gd name="T18" fmla="*/ 18 w 165"/>
                <a:gd name="T19" fmla="*/ 95 h 120"/>
                <a:gd name="T20" fmla="*/ 19 w 165"/>
                <a:gd name="T21" fmla="*/ 96 h 120"/>
                <a:gd name="T22" fmla="*/ 19 w 165"/>
                <a:gd name="T23" fmla="*/ 96 h 120"/>
                <a:gd name="T24" fmla="*/ 20 w 165"/>
                <a:gd name="T25" fmla="*/ 98 h 120"/>
                <a:gd name="T26" fmla="*/ 20 w 165"/>
                <a:gd name="T27" fmla="*/ 98 h 120"/>
                <a:gd name="T28" fmla="*/ 21 w 165"/>
                <a:gd name="T29" fmla="*/ 99 h 120"/>
                <a:gd name="T30" fmla="*/ 21 w 165"/>
                <a:gd name="T31" fmla="*/ 100 h 120"/>
                <a:gd name="T32" fmla="*/ 21 w 165"/>
                <a:gd name="T33" fmla="*/ 101 h 120"/>
                <a:gd name="T34" fmla="*/ 22 w 165"/>
                <a:gd name="T35" fmla="*/ 102 h 120"/>
                <a:gd name="T36" fmla="*/ 22 w 165"/>
                <a:gd name="T37" fmla="*/ 104 h 120"/>
                <a:gd name="T38" fmla="*/ 22 w 165"/>
                <a:gd name="T39" fmla="*/ 104 h 120"/>
                <a:gd name="T40" fmla="*/ 22 w 165"/>
                <a:gd name="T41" fmla="*/ 106 h 120"/>
                <a:gd name="T42" fmla="*/ 22 w 165"/>
                <a:gd name="T43" fmla="*/ 106 h 120"/>
                <a:gd name="T44" fmla="*/ 22 w 165"/>
                <a:gd name="T45" fmla="*/ 108 h 120"/>
                <a:gd name="T46" fmla="*/ 22 w 165"/>
                <a:gd name="T47" fmla="*/ 108 h 120"/>
                <a:gd name="T48" fmla="*/ 22 w 165"/>
                <a:gd name="T49" fmla="*/ 108 h 120"/>
                <a:gd name="T50" fmla="*/ 22 w 165"/>
                <a:gd name="T51" fmla="*/ 120 h 120"/>
                <a:gd name="T52" fmla="*/ 151 w 165"/>
                <a:gd name="T53" fmla="*/ 44 h 120"/>
                <a:gd name="T54" fmla="*/ 159 w 165"/>
                <a:gd name="T55" fmla="*/ 14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165" h="120">
                  <a:moveTo>
                    <a:pt x="159" y="14"/>
                  </a:moveTo>
                  <a:cubicBezTo>
                    <a:pt x="153" y="4"/>
                    <a:pt x="140" y="0"/>
                    <a:pt x="129" y="6"/>
                  </a:cubicBezTo>
                  <a:cubicBezTo>
                    <a:pt x="0" y="83"/>
                    <a:pt x="0" y="83"/>
                    <a:pt x="0" y="83"/>
                  </a:cubicBezTo>
                  <a:cubicBezTo>
                    <a:pt x="12" y="89"/>
                    <a:pt x="12" y="89"/>
                    <a:pt x="12" y="89"/>
                  </a:cubicBezTo>
                  <a:cubicBezTo>
                    <a:pt x="12" y="90"/>
                    <a:pt x="12" y="90"/>
                    <a:pt x="13" y="90"/>
                  </a:cubicBezTo>
                  <a:cubicBezTo>
                    <a:pt x="13" y="90"/>
                    <a:pt x="13" y="90"/>
                    <a:pt x="13" y="90"/>
                  </a:cubicBezTo>
                  <a:cubicBezTo>
                    <a:pt x="14" y="91"/>
                    <a:pt x="14" y="91"/>
                    <a:pt x="14" y="91"/>
                  </a:cubicBezTo>
                  <a:cubicBezTo>
                    <a:pt x="15" y="92"/>
                    <a:pt x="15" y="92"/>
                    <a:pt x="15" y="92"/>
                  </a:cubicBezTo>
                  <a:cubicBezTo>
                    <a:pt x="16" y="92"/>
                    <a:pt x="17" y="93"/>
                    <a:pt x="17" y="94"/>
                  </a:cubicBezTo>
                  <a:cubicBezTo>
                    <a:pt x="18" y="95"/>
                    <a:pt x="18" y="95"/>
                    <a:pt x="18" y="95"/>
                  </a:cubicBezTo>
                  <a:cubicBezTo>
                    <a:pt x="18" y="95"/>
                    <a:pt x="18" y="95"/>
                    <a:pt x="19" y="96"/>
                  </a:cubicBezTo>
                  <a:cubicBezTo>
                    <a:pt x="19" y="96"/>
                    <a:pt x="19" y="96"/>
                    <a:pt x="19" y="96"/>
                  </a:cubicBezTo>
                  <a:cubicBezTo>
                    <a:pt x="19" y="97"/>
                    <a:pt x="19" y="97"/>
                    <a:pt x="20" y="98"/>
                  </a:cubicBezTo>
                  <a:cubicBezTo>
                    <a:pt x="20" y="98"/>
                    <a:pt x="20" y="98"/>
                    <a:pt x="20" y="98"/>
                  </a:cubicBezTo>
                  <a:cubicBezTo>
                    <a:pt x="20" y="99"/>
                    <a:pt x="20" y="99"/>
                    <a:pt x="21" y="99"/>
                  </a:cubicBezTo>
                  <a:cubicBezTo>
                    <a:pt x="21" y="100"/>
                    <a:pt x="21" y="100"/>
                    <a:pt x="21" y="100"/>
                  </a:cubicBezTo>
                  <a:cubicBezTo>
                    <a:pt x="21" y="100"/>
                    <a:pt x="21" y="101"/>
                    <a:pt x="21" y="101"/>
                  </a:cubicBezTo>
                  <a:cubicBezTo>
                    <a:pt x="22" y="102"/>
                    <a:pt x="22" y="102"/>
                    <a:pt x="22" y="102"/>
                  </a:cubicBezTo>
                  <a:cubicBezTo>
                    <a:pt x="22" y="103"/>
                    <a:pt x="22" y="103"/>
                    <a:pt x="22" y="104"/>
                  </a:cubicBezTo>
                  <a:cubicBezTo>
                    <a:pt x="22" y="104"/>
                    <a:pt x="22" y="104"/>
                    <a:pt x="22" y="104"/>
                  </a:cubicBezTo>
                  <a:cubicBezTo>
                    <a:pt x="22" y="104"/>
                    <a:pt x="22" y="105"/>
                    <a:pt x="22" y="106"/>
                  </a:cubicBezTo>
                  <a:cubicBezTo>
                    <a:pt x="22" y="106"/>
                    <a:pt x="22" y="106"/>
                    <a:pt x="22" y="106"/>
                  </a:cubicBezTo>
                  <a:cubicBezTo>
                    <a:pt x="22" y="107"/>
                    <a:pt x="22" y="107"/>
                    <a:pt x="22" y="108"/>
                  </a:cubicBezTo>
                  <a:cubicBezTo>
                    <a:pt x="22" y="108"/>
                    <a:pt x="22" y="108"/>
                    <a:pt x="22" y="108"/>
                  </a:cubicBezTo>
                  <a:cubicBezTo>
                    <a:pt x="22" y="108"/>
                    <a:pt x="22" y="108"/>
                    <a:pt x="22" y="108"/>
                  </a:cubicBezTo>
                  <a:cubicBezTo>
                    <a:pt x="22" y="120"/>
                    <a:pt x="22" y="120"/>
                    <a:pt x="22" y="120"/>
                  </a:cubicBezTo>
                  <a:cubicBezTo>
                    <a:pt x="151" y="44"/>
                    <a:pt x="151" y="44"/>
                    <a:pt x="151" y="44"/>
                  </a:cubicBezTo>
                  <a:cubicBezTo>
                    <a:pt x="162" y="37"/>
                    <a:pt x="165" y="24"/>
                    <a:pt x="159" y="14"/>
                  </a:cubicBezTo>
                  <a:close/>
                </a:path>
              </a:pathLst>
            </a:custGeom>
            <a:solidFill>
              <a:srgbClr val="1F457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1" name="Freeform 475">
              <a:extLst>
                <a:ext uri="{FF2B5EF4-FFF2-40B4-BE49-F238E27FC236}">
                  <a16:creationId xmlns:a16="http://schemas.microsoft.com/office/drawing/2014/main" id="{C00D1F32-695D-2618-8C45-61F88426604E}"/>
                </a:ext>
              </a:extLst>
            </p:cNvPr>
            <p:cNvSpPr>
              <a:spLocks noEditPoints="1"/>
            </p:cNvSpPr>
            <p:nvPr/>
          </p:nvSpPr>
          <p:spPr bwMode="auto">
            <a:xfrm>
              <a:off x="4946650" y="2706688"/>
              <a:ext cx="239713" cy="268288"/>
            </a:xfrm>
            <a:custGeom>
              <a:avLst/>
              <a:gdLst>
                <a:gd name="T0" fmla="*/ 368 w 368"/>
                <a:gd name="T1" fmla="*/ 115 h 413"/>
                <a:gd name="T2" fmla="*/ 368 w 368"/>
                <a:gd name="T3" fmla="*/ 113 h 413"/>
                <a:gd name="T4" fmla="*/ 368 w 368"/>
                <a:gd name="T5" fmla="*/ 113 h 413"/>
                <a:gd name="T6" fmla="*/ 368 w 368"/>
                <a:gd name="T7" fmla="*/ 111 h 413"/>
                <a:gd name="T8" fmla="*/ 367 w 368"/>
                <a:gd name="T9" fmla="*/ 111 h 413"/>
                <a:gd name="T10" fmla="*/ 367 w 368"/>
                <a:gd name="T11" fmla="*/ 109 h 413"/>
                <a:gd name="T12" fmla="*/ 367 w 368"/>
                <a:gd name="T13" fmla="*/ 108 h 413"/>
                <a:gd name="T14" fmla="*/ 366 w 368"/>
                <a:gd name="T15" fmla="*/ 107 h 413"/>
                <a:gd name="T16" fmla="*/ 366 w 368"/>
                <a:gd name="T17" fmla="*/ 106 h 413"/>
                <a:gd name="T18" fmla="*/ 366 w 368"/>
                <a:gd name="T19" fmla="*/ 105 h 413"/>
                <a:gd name="T20" fmla="*/ 365 w 368"/>
                <a:gd name="T21" fmla="*/ 105 h 413"/>
                <a:gd name="T22" fmla="*/ 364 w 368"/>
                <a:gd name="T23" fmla="*/ 103 h 413"/>
                <a:gd name="T24" fmla="*/ 364 w 368"/>
                <a:gd name="T25" fmla="*/ 103 h 413"/>
                <a:gd name="T26" fmla="*/ 363 w 368"/>
                <a:gd name="T27" fmla="*/ 102 h 413"/>
                <a:gd name="T28" fmla="*/ 363 w 368"/>
                <a:gd name="T29" fmla="*/ 101 h 413"/>
                <a:gd name="T30" fmla="*/ 360 w 368"/>
                <a:gd name="T31" fmla="*/ 99 h 413"/>
                <a:gd name="T32" fmla="*/ 360 w 368"/>
                <a:gd name="T33" fmla="*/ 98 h 413"/>
                <a:gd name="T34" fmla="*/ 359 w 368"/>
                <a:gd name="T35" fmla="*/ 97 h 413"/>
                <a:gd name="T36" fmla="*/ 358 w 368"/>
                <a:gd name="T37" fmla="*/ 97 h 413"/>
                <a:gd name="T38" fmla="*/ 357 w 368"/>
                <a:gd name="T39" fmla="*/ 96 h 413"/>
                <a:gd name="T40" fmla="*/ 195 w 368"/>
                <a:gd name="T41" fmla="*/ 3 h 413"/>
                <a:gd name="T42" fmla="*/ 174 w 368"/>
                <a:gd name="T43" fmla="*/ 3 h 413"/>
                <a:gd name="T44" fmla="*/ 11 w 368"/>
                <a:gd name="T45" fmla="*/ 96 h 413"/>
                <a:gd name="T46" fmla="*/ 1 w 368"/>
                <a:gd name="T47" fmla="*/ 118 h 413"/>
                <a:gd name="T48" fmla="*/ 1 w 368"/>
                <a:gd name="T49" fmla="*/ 298 h 413"/>
                <a:gd name="T50" fmla="*/ 11 w 368"/>
                <a:gd name="T51" fmla="*/ 317 h 413"/>
                <a:gd name="T52" fmla="*/ 173 w 368"/>
                <a:gd name="T53" fmla="*/ 410 h 413"/>
                <a:gd name="T54" fmla="*/ 184 w 368"/>
                <a:gd name="T55" fmla="*/ 413 h 413"/>
                <a:gd name="T56" fmla="*/ 195 w 368"/>
                <a:gd name="T57" fmla="*/ 410 h 413"/>
                <a:gd name="T58" fmla="*/ 197 w 368"/>
                <a:gd name="T59" fmla="*/ 409 h 413"/>
                <a:gd name="T60" fmla="*/ 357 w 368"/>
                <a:gd name="T61" fmla="*/ 317 h 413"/>
                <a:gd name="T62" fmla="*/ 368 w 368"/>
                <a:gd name="T63" fmla="*/ 298 h 413"/>
                <a:gd name="T64" fmla="*/ 368 w 368"/>
                <a:gd name="T65" fmla="*/ 115 h 413"/>
                <a:gd name="T66" fmla="*/ 368 w 368"/>
                <a:gd name="T67" fmla="*/ 115 h 413"/>
                <a:gd name="T68" fmla="*/ 184 w 368"/>
                <a:gd name="T69" fmla="*/ 47 h 413"/>
                <a:gd name="T70" fmla="*/ 303 w 368"/>
                <a:gd name="T71" fmla="*/ 115 h 413"/>
                <a:gd name="T72" fmla="*/ 184 w 368"/>
                <a:gd name="T73" fmla="*/ 184 h 413"/>
                <a:gd name="T74" fmla="*/ 66 w 368"/>
                <a:gd name="T75" fmla="*/ 115 h 413"/>
                <a:gd name="T76" fmla="*/ 184 w 368"/>
                <a:gd name="T77" fmla="*/ 47 h 413"/>
                <a:gd name="T78" fmla="*/ 206 w 368"/>
                <a:gd name="T79" fmla="*/ 354 h 413"/>
                <a:gd name="T80" fmla="*/ 206 w 368"/>
                <a:gd name="T81" fmla="*/ 221 h 413"/>
                <a:gd name="T82" fmla="*/ 325 w 368"/>
                <a:gd name="T83" fmla="*/ 153 h 413"/>
                <a:gd name="T84" fmla="*/ 325 w 368"/>
                <a:gd name="T85" fmla="*/ 285 h 413"/>
                <a:gd name="T86" fmla="*/ 206 w 368"/>
                <a:gd name="T87" fmla="*/ 354 h 4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368" h="413">
                  <a:moveTo>
                    <a:pt x="368" y="115"/>
                  </a:moveTo>
                  <a:cubicBezTo>
                    <a:pt x="368" y="114"/>
                    <a:pt x="368" y="114"/>
                    <a:pt x="368" y="113"/>
                  </a:cubicBezTo>
                  <a:cubicBezTo>
                    <a:pt x="368" y="113"/>
                    <a:pt x="368" y="113"/>
                    <a:pt x="368" y="113"/>
                  </a:cubicBezTo>
                  <a:cubicBezTo>
                    <a:pt x="368" y="112"/>
                    <a:pt x="368" y="111"/>
                    <a:pt x="368" y="111"/>
                  </a:cubicBezTo>
                  <a:cubicBezTo>
                    <a:pt x="367" y="111"/>
                    <a:pt x="367" y="111"/>
                    <a:pt x="367" y="111"/>
                  </a:cubicBezTo>
                  <a:cubicBezTo>
                    <a:pt x="367" y="110"/>
                    <a:pt x="367" y="110"/>
                    <a:pt x="367" y="109"/>
                  </a:cubicBezTo>
                  <a:cubicBezTo>
                    <a:pt x="367" y="108"/>
                    <a:pt x="367" y="108"/>
                    <a:pt x="367" y="108"/>
                  </a:cubicBezTo>
                  <a:cubicBezTo>
                    <a:pt x="367" y="108"/>
                    <a:pt x="367" y="107"/>
                    <a:pt x="366" y="107"/>
                  </a:cubicBezTo>
                  <a:cubicBezTo>
                    <a:pt x="366" y="106"/>
                    <a:pt x="366" y="106"/>
                    <a:pt x="366" y="106"/>
                  </a:cubicBezTo>
                  <a:cubicBezTo>
                    <a:pt x="366" y="106"/>
                    <a:pt x="366" y="106"/>
                    <a:pt x="366" y="105"/>
                  </a:cubicBezTo>
                  <a:cubicBezTo>
                    <a:pt x="365" y="105"/>
                    <a:pt x="365" y="105"/>
                    <a:pt x="365" y="105"/>
                  </a:cubicBezTo>
                  <a:cubicBezTo>
                    <a:pt x="365" y="104"/>
                    <a:pt x="365" y="104"/>
                    <a:pt x="364" y="103"/>
                  </a:cubicBezTo>
                  <a:cubicBezTo>
                    <a:pt x="364" y="103"/>
                    <a:pt x="364" y="103"/>
                    <a:pt x="364" y="103"/>
                  </a:cubicBezTo>
                  <a:cubicBezTo>
                    <a:pt x="364" y="102"/>
                    <a:pt x="364" y="102"/>
                    <a:pt x="363" y="102"/>
                  </a:cubicBezTo>
                  <a:cubicBezTo>
                    <a:pt x="363" y="101"/>
                    <a:pt x="363" y="101"/>
                    <a:pt x="363" y="101"/>
                  </a:cubicBezTo>
                  <a:cubicBezTo>
                    <a:pt x="362" y="100"/>
                    <a:pt x="361" y="99"/>
                    <a:pt x="360" y="99"/>
                  </a:cubicBezTo>
                  <a:cubicBezTo>
                    <a:pt x="360" y="98"/>
                    <a:pt x="360" y="98"/>
                    <a:pt x="360" y="98"/>
                  </a:cubicBezTo>
                  <a:cubicBezTo>
                    <a:pt x="360" y="98"/>
                    <a:pt x="359" y="98"/>
                    <a:pt x="359" y="97"/>
                  </a:cubicBezTo>
                  <a:cubicBezTo>
                    <a:pt x="358" y="97"/>
                    <a:pt x="358" y="97"/>
                    <a:pt x="358" y="97"/>
                  </a:cubicBezTo>
                  <a:cubicBezTo>
                    <a:pt x="358" y="97"/>
                    <a:pt x="358" y="97"/>
                    <a:pt x="357" y="96"/>
                  </a:cubicBezTo>
                  <a:cubicBezTo>
                    <a:pt x="195" y="3"/>
                    <a:pt x="195" y="3"/>
                    <a:pt x="195" y="3"/>
                  </a:cubicBezTo>
                  <a:cubicBezTo>
                    <a:pt x="188" y="0"/>
                    <a:pt x="180" y="0"/>
                    <a:pt x="174" y="3"/>
                  </a:cubicBezTo>
                  <a:cubicBezTo>
                    <a:pt x="11" y="96"/>
                    <a:pt x="11" y="96"/>
                    <a:pt x="11" y="96"/>
                  </a:cubicBezTo>
                  <a:cubicBezTo>
                    <a:pt x="3" y="101"/>
                    <a:pt x="0" y="110"/>
                    <a:pt x="1" y="118"/>
                  </a:cubicBezTo>
                  <a:cubicBezTo>
                    <a:pt x="1" y="298"/>
                    <a:pt x="1" y="298"/>
                    <a:pt x="1" y="298"/>
                  </a:cubicBezTo>
                  <a:cubicBezTo>
                    <a:pt x="1" y="306"/>
                    <a:pt x="5" y="313"/>
                    <a:pt x="11" y="317"/>
                  </a:cubicBezTo>
                  <a:cubicBezTo>
                    <a:pt x="173" y="410"/>
                    <a:pt x="173" y="410"/>
                    <a:pt x="173" y="410"/>
                  </a:cubicBezTo>
                  <a:cubicBezTo>
                    <a:pt x="177" y="412"/>
                    <a:pt x="180" y="413"/>
                    <a:pt x="184" y="413"/>
                  </a:cubicBezTo>
                  <a:cubicBezTo>
                    <a:pt x="188" y="413"/>
                    <a:pt x="192" y="412"/>
                    <a:pt x="195" y="410"/>
                  </a:cubicBezTo>
                  <a:cubicBezTo>
                    <a:pt x="196" y="410"/>
                    <a:pt x="196" y="409"/>
                    <a:pt x="197" y="409"/>
                  </a:cubicBezTo>
                  <a:cubicBezTo>
                    <a:pt x="357" y="317"/>
                    <a:pt x="357" y="317"/>
                    <a:pt x="357" y="317"/>
                  </a:cubicBezTo>
                  <a:cubicBezTo>
                    <a:pt x="364" y="313"/>
                    <a:pt x="368" y="306"/>
                    <a:pt x="368" y="298"/>
                  </a:cubicBezTo>
                  <a:cubicBezTo>
                    <a:pt x="368" y="115"/>
                    <a:pt x="368" y="115"/>
                    <a:pt x="368" y="115"/>
                  </a:cubicBezTo>
                  <a:cubicBezTo>
                    <a:pt x="368" y="115"/>
                    <a:pt x="368" y="115"/>
                    <a:pt x="368" y="115"/>
                  </a:cubicBezTo>
                  <a:close/>
                  <a:moveTo>
                    <a:pt x="184" y="47"/>
                  </a:moveTo>
                  <a:cubicBezTo>
                    <a:pt x="303" y="115"/>
                    <a:pt x="303" y="115"/>
                    <a:pt x="303" y="115"/>
                  </a:cubicBezTo>
                  <a:cubicBezTo>
                    <a:pt x="184" y="184"/>
                    <a:pt x="184" y="184"/>
                    <a:pt x="184" y="184"/>
                  </a:cubicBezTo>
                  <a:cubicBezTo>
                    <a:pt x="66" y="115"/>
                    <a:pt x="66" y="115"/>
                    <a:pt x="66" y="115"/>
                  </a:cubicBezTo>
                  <a:lnTo>
                    <a:pt x="184" y="47"/>
                  </a:lnTo>
                  <a:close/>
                  <a:moveTo>
                    <a:pt x="206" y="354"/>
                  </a:moveTo>
                  <a:cubicBezTo>
                    <a:pt x="206" y="221"/>
                    <a:pt x="206" y="221"/>
                    <a:pt x="206" y="221"/>
                  </a:cubicBezTo>
                  <a:cubicBezTo>
                    <a:pt x="325" y="153"/>
                    <a:pt x="325" y="153"/>
                    <a:pt x="325" y="153"/>
                  </a:cubicBezTo>
                  <a:cubicBezTo>
                    <a:pt x="325" y="285"/>
                    <a:pt x="325" y="285"/>
                    <a:pt x="325" y="285"/>
                  </a:cubicBezTo>
                  <a:lnTo>
                    <a:pt x="206" y="354"/>
                  </a:lnTo>
                  <a:close/>
                </a:path>
              </a:pathLst>
            </a:custGeom>
            <a:solidFill>
              <a:schemeClr val="accent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2" name="Freeform 476">
              <a:extLst>
                <a:ext uri="{FF2B5EF4-FFF2-40B4-BE49-F238E27FC236}">
                  <a16:creationId xmlns:a16="http://schemas.microsoft.com/office/drawing/2014/main" id="{A1D3244A-4DDA-F78B-76E4-85237867FCE1}"/>
                </a:ext>
              </a:extLst>
            </p:cNvPr>
            <p:cNvSpPr>
              <a:spLocks/>
            </p:cNvSpPr>
            <p:nvPr/>
          </p:nvSpPr>
          <p:spPr bwMode="auto">
            <a:xfrm>
              <a:off x="4541838" y="2830513"/>
              <a:ext cx="171450" cy="117475"/>
            </a:xfrm>
            <a:custGeom>
              <a:avLst/>
              <a:gdLst>
                <a:gd name="T0" fmla="*/ 36 w 266"/>
                <a:gd name="T1" fmla="*/ 6 h 181"/>
                <a:gd name="T2" fmla="*/ 7 w 266"/>
                <a:gd name="T3" fmla="*/ 13 h 181"/>
                <a:gd name="T4" fmla="*/ 15 w 266"/>
                <a:gd name="T5" fmla="*/ 44 h 181"/>
                <a:gd name="T6" fmla="*/ 233 w 266"/>
                <a:gd name="T7" fmla="*/ 172 h 181"/>
                <a:gd name="T8" fmla="*/ 266 w 266"/>
                <a:gd name="T9" fmla="*/ 154 h 181"/>
                <a:gd name="T10" fmla="*/ 255 w 266"/>
                <a:gd name="T11" fmla="*/ 135 h 181"/>
                <a:gd name="T12" fmla="*/ 36 w 266"/>
                <a:gd name="T13" fmla="*/ 6 h 181"/>
              </a:gdLst>
              <a:ahLst/>
              <a:cxnLst>
                <a:cxn ang="0">
                  <a:pos x="T0" y="T1"/>
                </a:cxn>
                <a:cxn ang="0">
                  <a:pos x="T2" y="T3"/>
                </a:cxn>
                <a:cxn ang="0">
                  <a:pos x="T4" y="T5"/>
                </a:cxn>
                <a:cxn ang="0">
                  <a:pos x="T6" y="T7"/>
                </a:cxn>
                <a:cxn ang="0">
                  <a:pos x="T8" y="T9"/>
                </a:cxn>
                <a:cxn ang="0">
                  <a:pos x="T10" y="T11"/>
                </a:cxn>
                <a:cxn ang="0">
                  <a:pos x="T12" y="T13"/>
                </a:cxn>
              </a:cxnLst>
              <a:rect l="0" t="0" r="r" b="b"/>
              <a:pathLst>
                <a:path w="266" h="181">
                  <a:moveTo>
                    <a:pt x="36" y="6"/>
                  </a:moveTo>
                  <a:cubicBezTo>
                    <a:pt x="26" y="0"/>
                    <a:pt x="13" y="3"/>
                    <a:pt x="7" y="13"/>
                  </a:cubicBezTo>
                  <a:cubicBezTo>
                    <a:pt x="0" y="24"/>
                    <a:pt x="4" y="37"/>
                    <a:pt x="15" y="44"/>
                  </a:cubicBezTo>
                  <a:cubicBezTo>
                    <a:pt x="233" y="172"/>
                    <a:pt x="233" y="172"/>
                    <a:pt x="233" y="172"/>
                  </a:cubicBezTo>
                  <a:cubicBezTo>
                    <a:pt x="247" y="181"/>
                    <a:pt x="266" y="171"/>
                    <a:pt x="266" y="154"/>
                  </a:cubicBezTo>
                  <a:cubicBezTo>
                    <a:pt x="266" y="146"/>
                    <a:pt x="262" y="139"/>
                    <a:pt x="255" y="135"/>
                  </a:cubicBezTo>
                  <a:lnTo>
                    <a:pt x="36" y="6"/>
                  </a:lnTo>
                  <a:close/>
                </a:path>
              </a:pathLst>
            </a:custGeom>
            <a:solidFill>
              <a:srgbClr val="1F457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3" name="Freeform 477">
              <a:extLst>
                <a:ext uri="{FF2B5EF4-FFF2-40B4-BE49-F238E27FC236}">
                  <a16:creationId xmlns:a16="http://schemas.microsoft.com/office/drawing/2014/main" id="{AD908080-5E9A-EA77-F7E3-96BA001278EA}"/>
                </a:ext>
              </a:extLst>
            </p:cNvPr>
            <p:cNvSpPr>
              <a:spLocks/>
            </p:cNvSpPr>
            <p:nvPr/>
          </p:nvSpPr>
          <p:spPr bwMode="auto">
            <a:xfrm>
              <a:off x="4870450" y="2830513"/>
              <a:ext cx="201613" cy="133350"/>
            </a:xfrm>
            <a:custGeom>
              <a:avLst/>
              <a:gdLst>
                <a:gd name="T0" fmla="*/ 14 w 311"/>
                <a:gd name="T1" fmla="*/ 161 h 204"/>
                <a:gd name="T2" fmla="*/ 275 w 311"/>
                <a:gd name="T3" fmla="*/ 6 h 204"/>
                <a:gd name="T4" fmla="*/ 305 w 311"/>
                <a:gd name="T5" fmla="*/ 14 h 204"/>
                <a:gd name="T6" fmla="*/ 297 w 311"/>
                <a:gd name="T7" fmla="*/ 43 h 204"/>
                <a:gd name="T8" fmla="*/ 36 w 311"/>
                <a:gd name="T9" fmla="*/ 198 h 204"/>
                <a:gd name="T10" fmla="*/ 6 w 311"/>
                <a:gd name="T11" fmla="*/ 190 h 204"/>
                <a:gd name="T12" fmla="*/ 14 w 311"/>
                <a:gd name="T13" fmla="*/ 161 h 204"/>
              </a:gdLst>
              <a:ahLst/>
              <a:cxnLst>
                <a:cxn ang="0">
                  <a:pos x="T0" y="T1"/>
                </a:cxn>
                <a:cxn ang="0">
                  <a:pos x="T2" y="T3"/>
                </a:cxn>
                <a:cxn ang="0">
                  <a:pos x="T4" y="T5"/>
                </a:cxn>
                <a:cxn ang="0">
                  <a:pos x="T6" y="T7"/>
                </a:cxn>
                <a:cxn ang="0">
                  <a:pos x="T8" y="T9"/>
                </a:cxn>
                <a:cxn ang="0">
                  <a:pos x="T10" y="T11"/>
                </a:cxn>
                <a:cxn ang="0">
                  <a:pos x="T12" y="T13"/>
                </a:cxn>
              </a:cxnLst>
              <a:rect l="0" t="0" r="r" b="b"/>
              <a:pathLst>
                <a:path w="311" h="204">
                  <a:moveTo>
                    <a:pt x="14" y="161"/>
                  </a:moveTo>
                  <a:cubicBezTo>
                    <a:pt x="275" y="6"/>
                    <a:pt x="275" y="6"/>
                    <a:pt x="275" y="6"/>
                  </a:cubicBezTo>
                  <a:cubicBezTo>
                    <a:pt x="285" y="0"/>
                    <a:pt x="299" y="3"/>
                    <a:pt x="305" y="14"/>
                  </a:cubicBezTo>
                  <a:cubicBezTo>
                    <a:pt x="311" y="24"/>
                    <a:pt x="307" y="37"/>
                    <a:pt x="297" y="43"/>
                  </a:cubicBezTo>
                  <a:cubicBezTo>
                    <a:pt x="36" y="198"/>
                    <a:pt x="36" y="198"/>
                    <a:pt x="36" y="198"/>
                  </a:cubicBezTo>
                  <a:cubicBezTo>
                    <a:pt x="25" y="204"/>
                    <a:pt x="12" y="200"/>
                    <a:pt x="6" y="190"/>
                  </a:cubicBezTo>
                  <a:cubicBezTo>
                    <a:pt x="0" y="180"/>
                    <a:pt x="3" y="167"/>
                    <a:pt x="14" y="161"/>
                  </a:cubicBezTo>
                  <a:close/>
                </a:path>
              </a:pathLst>
            </a:custGeom>
            <a:solidFill>
              <a:srgbClr val="1F457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4" name="Freeform 478">
              <a:extLst>
                <a:ext uri="{FF2B5EF4-FFF2-40B4-BE49-F238E27FC236}">
                  <a16:creationId xmlns:a16="http://schemas.microsoft.com/office/drawing/2014/main" id="{67060094-03DB-1966-C6E1-B661B04F4AF5}"/>
                </a:ext>
              </a:extLst>
            </p:cNvPr>
            <p:cNvSpPr>
              <a:spLocks noEditPoints="1"/>
            </p:cNvSpPr>
            <p:nvPr/>
          </p:nvSpPr>
          <p:spPr bwMode="auto">
            <a:xfrm>
              <a:off x="4686300" y="2857500"/>
              <a:ext cx="239713" cy="268288"/>
            </a:xfrm>
            <a:custGeom>
              <a:avLst/>
              <a:gdLst>
                <a:gd name="T0" fmla="*/ 369 w 369"/>
                <a:gd name="T1" fmla="*/ 116 h 414"/>
                <a:gd name="T2" fmla="*/ 369 w 369"/>
                <a:gd name="T3" fmla="*/ 114 h 414"/>
                <a:gd name="T4" fmla="*/ 369 w 369"/>
                <a:gd name="T5" fmla="*/ 113 h 414"/>
                <a:gd name="T6" fmla="*/ 368 w 369"/>
                <a:gd name="T7" fmla="*/ 112 h 414"/>
                <a:gd name="T8" fmla="*/ 368 w 369"/>
                <a:gd name="T9" fmla="*/ 111 h 414"/>
                <a:gd name="T10" fmla="*/ 368 w 369"/>
                <a:gd name="T11" fmla="*/ 110 h 414"/>
                <a:gd name="T12" fmla="*/ 368 w 369"/>
                <a:gd name="T13" fmla="*/ 109 h 414"/>
                <a:gd name="T14" fmla="*/ 367 w 369"/>
                <a:gd name="T15" fmla="*/ 108 h 414"/>
                <a:gd name="T16" fmla="*/ 367 w 369"/>
                <a:gd name="T17" fmla="*/ 107 h 414"/>
                <a:gd name="T18" fmla="*/ 366 w 369"/>
                <a:gd name="T19" fmla="*/ 106 h 414"/>
                <a:gd name="T20" fmla="*/ 366 w 369"/>
                <a:gd name="T21" fmla="*/ 105 h 414"/>
                <a:gd name="T22" fmla="*/ 365 w 369"/>
                <a:gd name="T23" fmla="*/ 104 h 414"/>
                <a:gd name="T24" fmla="*/ 365 w 369"/>
                <a:gd name="T25" fmla="*/ 104 h 414"/>
                <a:gd name="T26" fmla="*/ 364 w 369"/>
                <a:gd name="T27" fmla="*/ 102 h 414"/>
                <a:gd name="T28" fmla="*/ 364 w 369"/>
                <a:gd name="T29" fmla="*/ 102 h 414"/>
                <a:gd name="T30" fmla="*/ 361 w 369"/>
                <a:gd name="T31" fmla="*/ 99 h 414"/>
                <a:gd name="T32" fmla="*/ 361 w 369"/>
                <a:gd name="T33" fmla="*/ 99 h 414"/>
                <a:gd name="T34" fmla="*/ 359 w 369"/>
                <a:gd name="T35" fmla="*/ 98 h 414"/>
                <a:gd name="T36" fmla="*/ 359 w 369"/>
                <a:gd name="T37" fmla="*/ 98 h 414"/>
                <a:gd name="T38" fmla="*/ 358 w 369"/>
                <a:gd name="T39" fmla="*/ 97 h 414"/>
                <a:gd name="T40" fmla="*/ 196 w 369"/>
                <a:gd name="T41" fmla="*/ 4 h 414"/>
                <a:gd name="T42" fmla="*/ 174 w 369"/>
                <a:gd name="T43" fmla="*/ 4 h 414"/>
                <a:gd name="T44" fmla="*/ 12 w 369"/>
                <a:gd name="T45" fmla="*/ 97 h 414"/>
                <a:gd name="T46" fmla="*/ 1 w 369"/>
                <a:gd name="T47" fmla="*/ 119 h 414"/>
                <a:gd name="T48" fmla="*/ 1 w 369"/>
                <a:gd name="T49" fmla="*/ 298 h 414"/>
                <a:gd name="T50" fmla="*/ 12 w 369"/>
                <a:gd name="T51" fmla="*/ 317 h 414"/>
                <a:gd name="T52" fmla="*/ 174 w 369"/>
                <a:gd name="T53" fmla="*/ 411 h 414"/>
                <a:gd name="T54" fmla="*/ 185 w 369"/>
                <a:gd name="T55" fmla="*/ 414 h 414"/>
                <a:gd name="T56" fmla="*/ 196 w 369"/>
                <a:gd name="T57" fmla="*/ 411 h 414"/>
                <a:gd name="T58" fmla="*/ 198 w 369"/>
                <a:gd name="T59" fmla="*/ 409 h 414"/>
                <a:gd name="T60" fmla="*/ 358 w 369"/>
                <a:gd name="T61" fmla="*/ 317 h 414"/>
                <a:gd name="T62" fmla="*/ 369 w 369"/>
                <a:gd name="T63" fmla="*/ 299 h 414"/>
                <a:gd name="T64" fmla="*/ 369 w 369"/>
                <a:gd name="T65" fmla="*/ 116 h 414"/>
                <a:gd name="T66" fmla="*/ 369 w 369"/>
                <a:gd name="T67" fmla="*/ 116 h 414"/>
                <a:gd name="T68" fmla="*/ 185 w 369"/>
                <a:gd name="T69" fmla="*/ 48 h 414"/>
                <a:gd name="T70" fmla="*/ 304 w 369"/>
                <a:gd name="T71" fmla="*/ 116 h 414"/>
                <a:gd name="T72" fmla="*/ 185 w 369"/>
                <a:gd name="T73" fmla="*/ 184 h 414"/>
                <a:gd name="T74" fmla="*/ 66 w 369"/>
                <a:gd name="T75" fmla="*/ 116 h 414"/>
                <a:gd name="T76" fmla="*/ 185 w 369"/>
                <a:gd name="T77" fmla="*/ 48 h 414"/>
                <a:gd name="T78" fmla="*/ 206 w 369"/>
                <a:gd name="T79" fmla="*/ 354 h 414"/>
                <a:gd name="T80" fmla="*/ 207 w 369"/>
                <a:gd name="T81" fmla="*/ 222 h 414"/>
                <a:gd name="T82" fmla="*/ 326 w 369"/>
                <a:gd name="T83" fmla="*/ 153 h 414"/>
                <a:gd name="T84" fmla="*/ 326 w 369"/>
                <a:gd name="T85" fmla="*/ 286 h 414"/>
                <a:gd name="T86" fmla="*/ 206 w 369"/>
                <a:gd name="T87" fmla="*/ 354 h 4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369" h="414">
                  <a:moveTo>
                    <a:pt x="369" y="116"/>
                  </a:moveTo>
                  <a:cubicBezTo>
                    <a:pt x="369" y="115"/>
                    <a:pt x="369" y="115"/>
                    <a:pt x="369" y="114"/>
                  </a:cubicBezTo>
                  <a:cubicBezTo>
                    <a:pt x="369" y="113"/>
                    <a:pt x="369" y="113"/>
                    <a:pt x="369" y="113"/>
                  </a:cubicBezTo>
                  <a:cubicBezTo>
                    <a:pt x="369" y="113"/>
                    <a:pt x="368" y="112"/>
                    <a:pt x="368" y="112"/>
                  </a:cubicBezTo>
                  <a:cubicBezTo>
                    <a:pt x="368" y="111"/>
                    <a:pt x="368" y="111"/>
                    <a:pt x="368" y="111"/>
                  </a:cubicBezTo>
                  <a:cubicBezTo>
                    <a:pt x="368" y="111"/>
                    <a:pt x="368" y="110"/>
                    <a:pt x="368" y="110"/>
                  </a:cubicBezTo>
                  <a:cubicBezTo>
                    <a:pt x="368" y="109"/>
                    <a:pt x="368" y="109"/>
                    <a:pt x="368" y="109"/>
                  </a:cubicBezTo>
                  <a:cubicBezTo>
                    <a:pt x="367" y="109"/>
                    <a:pt x="367" y="108"/>
                    <a:pt x="367" y="108"/>
                  </a:cubicBezTo>
                  <a:cubicBezTo>
                    <a:pt x="367" y="107"/>
                    <a:pt x="367" y="107"/>
                    <a:pt x="367" y="107"/>
                  </a:cubicBezTo>
                  <a:cubicBezTo>
                    <a:pt x="367" y="107"/>
                    <a:pt x="366" y="106"/>
                    <a:pt x="366" y="106"/>
                  </a:cubicBezTo>
                  <a:cubicBezTo>
                    <a:pt x="366" y="105"/>
                    <a:pt x="366" y="105"/>
                    <a:pt x="366" y="105"/>
                  </a:cubicBezTo>
                  <a:cubicBezTo>
                    <a:pt x="366" y="105"/>
                    <a:pt x="365" y="104"/>
                    <a:pt x="365" y="104"/>
                  </a:cubicBezTo>
                  <a:cubicBezTo>
                    <a:pt x="365" y="104"/>
                    <a:pt x="365" y="104"/>
                    <a:pt x="365" y="104"/>
                  </a:cubicBezTo>
                  <a:cubicBezTo>
                    <a:pt x="365" y="103"/>
                    <a:pt x="364" y="103"/>
                    <a:pt x="364" y="102"/>
                  </a:cubicBezTo>
                  <a:cubicBezTo>
                    <a:pt x="364" y="102"/>
                    <a:pt x="364" y="102"/>
                    <a:pt x="364" y="102"/>
                  </a:cubicBezTo>
                  <a:cubicBezTo>
                    <a:pt x="363" y="101"/>
                    <a:pt x="362" y="100"/>
                    <a:pt x="361" y="99"/>
                  </a:cubicBezTo>
                  <a:cubicBezTo>
                    <a:pt x="361" y="99"/>
                    <a:pt x="361" y="99"/>
                    <a:pt x="361" y="99"/>
                  </a:cubicBezTo>
                  <a:cubicBezTo>
                    <a:pt x="360" y="99"/>
                    <a:pt x="360" y="98"/>
                    <a:pt x="359" y="98"/>
                  </a:cubicBezTo>
                  <a:cubicBezTo>
                    <a:pt x="359" y="98"/>
                    <a:pt x="359" y="98"/>
                    <a:pt x="359" y="98"/>
                  </a:cubicBezTo>
                  <a:cubicBezTo>
                    <a:pt x="359" y="98"/>
                    <a:pt x="358" y="97"/>
                    <a:pt x="358" y="97"/>
                  </a:cubicBezTo>
                  <a:cubicBezTo>
                    <a:pt x="196" y="4"/>
                    <a:pt x="196" y="4"/>
                    <a:pt x="196" y="4"/>
                  </a:cubicBezTo>
                  <a:cubicBezTo>
                    <a:pt x="189" y="0"/>
                    <a:pt x="181" y="0"/>
                    <a:pt x="174" y="4"/>
                  </a:cubicBezTo>
                  <a:cubicBezTo>
                    <a:pt x="12" y="97"/>
                    <a:pt x="12" y="97"/>
                    <a:pt x="12" y="97"/>
                  </a:cubicBezTo>
                  <a:cubicBezTo>
                    <a:pt x="4" y="102"/>
                    <a:pt x="0" y="110"/>
                    <a:pt x="1" y="119"/>
                  </a:cubicBezTo>
                  <a:cubicBezTo>
                    <a:pt x="1" y="298"/>
                    <a:pt x="1" y="298"/>
                    <a:pt x="1" y="298"/>
                  </a:cubicBezTo>
                  <a:cubicBezTo>
                    <a:pt x="1" y="306"/>
                    <a:pt x="6" y="313"/>
                    <a:pt x="12" y="317"/>
                  </a:cubicBezTo>
                  <a:cubicBezTo>
                    <a:pt x="174" y="411"/>
                    <a:pt x="174" y="411"/>
                    <a:pt x="174" y="411"/>
                  </a:cubicBezTo>
                  <a:cubicBezTo>
                    <a:pt x="177" y="413"/>
                    <a:pt x="181" y="414"/>
                    <a:pt x="185" y="414"/>
                  </a:cubicBezTo>
                  <a:cubicBezTo>
                    <a:pt x="189" y="414"/>
                    <a:pt x="192" y="413"/>
                    <a:pt x="196" y="411"/>
                  </a:cubicBezTo>
                  <a:cubicBezTo>
                    <a:pt x="196" y="410"/>
                    <a:pt x="197" y="410"/>
                    <a:pt x="198" y="409"/>
                  </a:cubicBezTo>
                  <a:cubicBezTo>
                    <a:pt x="358" y="317"/>
                    <a:pt x="358" y="317"/>
                    <a:pt x="358" y="317"/>
                  </a:cubicBezTo>
                  <a:cubicBezTo>
                    <a:pt x="365" y="314"/>
                    <a:pt x="369" y="306"/>
                    <a:pt x="369" y="299"/>
                  </a:cubicBezTo>
                  <a:cubicBezTo>
                    <a:pt x="369" y="116"/>
                    <a:pt x="369" y="116"/>
                    <a:pt x="369" y="116"/>
                  </a:cubicBezTo>
                  <a:cubicBezTo>
                    <a:pt x="369" y="116"/>
                    <a:pt x="369" y="116"/>
                    <a:pt x="369" y="116"/>
                  </a:cubicBezTo>
                  <a:close/>
                  <a:moveTo>
                    <a:pt x="185" y="48"/>
                  </a:moveTo>
                  <a:cubicBezTo>
                    <a:pt x="304" y="116"/>
                    <a:pt x="304" y="116"/>
                    <a:pt x="304" y="116"/>
                  </a:cubicBezTo>
                  <a:cubicBezTo>
                    <a:pt x="185" y="184"/>
                    <a:pt x="185" y="184"/>
                    <a:pt x="185" y="184"/>
                  </a:cubicBezTo>
                  <a:cubicBezTo>
                    <a:pt x="66" y="116"/>
                    <a:pt x="66" y="116"/>
                    <a:pt x="66" y="116"/>
                  </a:cubicBezTo>
                  <a:lnTo>
                    <a:pt x="185" y="48"/>
                  </a:lnTo>
                  <a:close/>
                  <a:moveTo>
                    <a:pt x="206" y="354"/>
                  </a:moveTo>
                  <a:cubicBezTo>
                    <a:pt x="207" y="222"/>
                    <a:pt x="207" y="222"/>
                    <a:pt x="207" y="222"/>
                  </a:cubicBezTo>
                  <a:cubicBezTo>
                    <a:pt x="326" y="153"/>
                    <a:pt x="326" y="153"/>
                    <a:pt x="326" y="153"/>
                  </a:cubicBezTo>
                  <a:cubicBezTo>
                    <a:pt x="326" y="286"/>
                    <a:pt x="326" y="286"/>
                    <a:pt x="326" y="286"/>
                  </a:cubicBezTo>
                  <a:lnTo>
                    <a:pt x="206" y="354"/>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85" name="TextBox 84">
            <a:extLst>
              <a:ext uri="{FF2B5EF4-FFF2-40B4-BE49-F238E27FC236}">
                <a16:creationId xmlns:a16="http://schemas.microsoft.com/office/drawing/2014/main" id="{B814F541-196C-AC8A-B0F5-D83C2168F427}"/>
              </a:ext>
            </a:extLst>
          </p:cNvPr>
          <p:cNvSpPr txBox="1"/>
          <p:nvPr/>
        </p:nvSpPr>
        <p:spPr>
          <a:xfrm>
            <a:off x="747875" y="2651197"/>
            <a:ext cx="3215712" cy="3323987"/>
          </a:xfrm>
          <a:prstGeom prst="rect">
            <a:avLst/>
          </a:prstGeom>
          <a:noFill/>
        </p:spPr>
        <p:txBody>
          <a:bodyPr wrap="square" rtlCol="0">
            <a:spAutoFit/>
          </a:bodyPr>
          <a:lstStyle/>
          <a:p>
            <a:r>
              <a:rPr lang="en-GB" sz="1400" b="1" dirty="0">
                <a:latin typeface="+mn-lt"/>
              </a:rPr>
              <a:t>Tray.io</a:t>
            </a:r>
          </a:p>
          <a:p>
            <a:pPr marL="285750" indent="-285750">
              <a:buFont typeface="Arial" panose="020B0604020202020204" pitchFamily="34" charset="0"/>
              <a:buChar char="•"/>
            </a:pPr>
            <a:r>
              <a:rPr lang="en-GB" sz="1100" dirty="0">
                <a:latin typeface="+mn-lt"/>
              </a:rPr>
              <a:t>Create SFDC Campaigns</a:t>
            </a:r>
          </a:p>
          <a:p>
            <a:pPr marL="285750" indent="-285750">
              <a:buFont typeface="Arial" panose="020B0604020202020204" pitchFamily="34" charset="0"/>
              <a:buChar char="•"/>
            </a:pPr>
            <a:r>
              <a:rPr lang="en-GB" sz="1100" dirty="0">
                <a:latin typeface="+mn-lt"/>
              </a:rPr>
              <a:t>Integrate with CTT – VDC visuals</a:t>
            </a:r>
          </a:p>
          <a:p>
            <a:pPr marL="285750" indent="-285750">
              <a:buFont typeface="Arial" panose="020B0604020202020204" pitchFamily="34" charset="0"/>
              <a:buChar char="•"/>
            </a:pPr>
            <a:r>
              <a:rPr lang="en-GB" sz="1100" dirty="0">
                <a:latin typeface="+mn-lt"/>
              </a:rPr>
              <a:t>Validation checks on intake</a:t>
            </a:r>
          </a:p>
          <a:p>
            <a:pPr marL="285750" indent="-285750">
              <a:buFont typeface="Arial" panose="020B0604020202020204" pitchFamily="34" charset="0"/>
              <a:buChar char="•"/>
            </a:pPr>
            <a:r>
              <a:rPr lang="en-GB" sz="1100" dirty="0">
                <a:latin typeface="+mn-lt"/>
              </a:rPr>
              <a:t>ABX Engagement process</a:t>
            </a:r>
          </a:p>
          <a:p>
            <a:r>
              <a:rPr lang="en-GB" sz="1400" b="1" dirty="0">
                <a:latin typeface="+mn-lt"/>
              </a:rPr>
              <a:t>SFDC</a:t>
            </a:r>
          </a:p>
          <a:p>
            <a:pPr marL="285750" indent="-285750">
              <a:buFont typeface="Arial" panose="020B0604020202020204" pitchFamily="34" charset="0"/>
              <a:buChar char="•"/>
            </a:pPr>
            <a:r>
              <a:rPr lang="en-GB" sz="1100" dirty="0">
                <a:latin typeface="+mn-lt"/>
              </a:rPr>
              <a:t>Align SFDC Campaigns</a:t>
            </a:r>
          </a:p>
          <a:p>
            <a:pPr marL="285750" indent="-285750">
              <a:buFont typeface="Arial" panose="020B0604020202020204" pitchFamily="34" charset="0"/>
              <a:buChar char="•"/>
            </a:pPr>
            <a:r>
              <a:rPr lang="en-GB" sz="1100" dirty="0">
                <a:latin typeface="+mn-lt"/>
              </a:rPr>
              <a:t>Lean Data Routing</a:t>
            </a:r>
          </a:p>
          <a:p>
            <a:pPr marL="285750" indent="-285750">
              <a:buFont typeface="Arial" panose="020B0604020202020204" pitchFamily="34" charset="0"/>
              <a:buChar char="•"/>
            </a:pPr>
            <a:r>
              <a:rPr lang="en-GB" sz="1100" dirty="0">
                <a:latin typeface="+mn-lt"/>
              </a:rPr>
              <a:t>Outreach Sequences</a:t>
            </a:r>
          </a:p>
          <a:p>
            <a:r>
              <a:rPr lang="en-GB" sz="1400" b="1" dirty="0">
                <a:latin typeface="+mn-lt"/>
              </a:rPr>
              <a:t>Eloqua</a:t>
            </a:r>
          </a:p>
          <a:p>
            <a:pPr marL="285750" indent="-285750">
              <a:buFont typeface="Arial" panose="020B0604020202020204" pitchFamily="34" charset="0"/>
              <a:buChar char="•"/>
            </a:pPr>
            <a:r>
              <a:rPr lang="en-GB" sz="1100" dirty="0">
                <a:latin typeface="+mn-lt"/>
              </a:rPr>
              <a:t>Form processing </a:t>
            </a:r>
          </a:p>
          <a:p>
            <a:pPr marL="285750" indent="-285750">
              <a:buFont typeface="Arial" panose="020B0604020202020204" pitchFamily="34" charset="0"/>
              <a:buChar char="•"/>
            </a:pPr>
            <a:r>
              <a:rPr lang="en-GB" sz="1100" dirty="0">
                <a:latin typeface="+mn-lt"/>
              </a:rPr>
              <a:t>Landing page HTML</a:t>
            </a:r>
          </a:p>
          <a:p>
            <a:pPr marL="285750" indent="-285750">
              <a:buFont typeface="Arial" panose="020B0604020202020204" pitchFamily="34" charset="0"/>
              <a:buChar char="•"/>
            </a:pPr>
            <a:r>
              <a:rPr lang="en-GB" sz="1100" dirty="0">
                <a:latin typeface="+mn-lt"/>
              </a:rPr>
              <a:t>Always On Journeys</a:t>
            </a:r>
          </a:p>
          <a:p>
            <a:r>
              <a:rPr lang="en-GB" sz="1400" b="1" dirty="0">
                <a:latin typeface="+mn-lt"/>
              </a:rPr>
              <a:t>Reporting (Based on SFDC Data)</a:t>
            </a:r>
          </a:p>
          <a:p>
            <a:pPr marL="171450" indent="-171450">
              <a:buFont typeface="Arial" panose="020B0604020202020204" pitchFamily="34" charset="0"/>
              <a:buChar char="•"/>
            </a:pPr>
            <a:r>
              <a:rPr lang="en-GB" sz="1100" dirty="0">
                <a:latin typeface="+mn-lt"/>
              </a:rPr>
              <a:t>Campaign and Program reporting in ACE</a:t>
            </a:r>
          </a:p>
          <a:p>
            <a:pPr marL="171450" indent="-171450">
              <a:buFont typeface="Arial" panose="020B0604020202020204" pitchFamily="34" charset="0"/>
              <a:buChar char="•"/>
            </a:pPr>
            <a:r>
              <a:rPr lang="en-GB" sz="1100" dirty="0">
                <a:latin typeface="+mn-lt"/>
              </a:rPr>
              <a:t>Performance Reporting </a:t>
            </a:r>
          </a:p>
          <a:p>
            <a:pPr marL="171450" indent="-171450">
              <a:buFont typeface="Arial" panose="020B0604020202020204" pitchFamily="34" charset="0"/>
              <a:buChar char="•"/>
            </a:pPr>
            <a:r>
              <a:rPr lang="en-GB" sz="1100" dirty="0">
                <a:latin typeface="+mn-lt"/>
              </a:rPr>
              <a:t>Adobe Reporting via Weblogs</a:t>
            </a:r>
          </a:p>
          <a:p>
            <a:pPr marL="171450" indent="-171450">
              <a:buFont typeface="Arial" panose="020B0604020202020204" pitchFamily="34" charset="0"/>
              <a:buChar char="•"/>
            </a:pPr>
            <a:r>
              <a:rPr lang="en-GB" sz="1100" dirty="0">
                <a:latin typeface="+mn-lt"/>
              </a:rPr>
              <a:t>VDC Reporting </a:t>
            </a:r>
            <a:endParaRPr lang="en-GB" sz="1400" dirty="0">
              <a:latin typeface="+mn-lt"/>
            </a:endParaRPr>
          </a:p>
        </p:txBody>
      </p:sp>
      <p:sp>
        <p:nvSpPr>
          <p:cNvPr id="86" name="TextBox 85">
            <a:extLst>
              <a:ext uri="{FF2B5EF4-FFF2-40B4-BE49-F238E27FC236}">
                <a16:creationId xmlns:a16="http://schemas.microsoft.com/office/drawing/2014/main" id="{DD4EDA2C-C843-DB3D-43EC-165A1E4ACF98}"/>
              </a:ext>
            </a:extLst>
          </p:cNvPr>
          <p:cNvSpPr txBox="1"/>
          <p:nvPr/>
        </p:nvSpPr>
        <p:spPr>
          <a:xfrm>
            <a:off x="4470482" y="2708842"/>
            <a:ext cx="3215712" cy="2092881"/>
          </a:xfrm>
          <a:prstGeom prst="rect">
            <a:avLst/>
          </a:prstGeom>
          <a:noFill/>
        </p:spPr>
        <p:txBody>
          <a:bodyPr wrap="square" rtlCol="0">
            <a:spAutoFit/>
          </a:bodyPr>
          <a:lstStyle/>
          <a:p>
            <a:r>
              <a:rPr lang="en-GB" sz="1400" b="1" dirty="0">
                <a:latin typeface="+mn-lt"/>
              </a:rPr>
              <a:t>Tray.io</a:t>
            </a:r>
          </a:p>
          <a:p>
            <a:pPr marL="285750" indent="-285750">
              <a:buFont typeface="Arial" panose="020B0604020202020204" pitchFamily="34" charset="0"/>
              <a:buChar char="•"/>
            </a:pPr>
            <a:r>
              <a:rPr lang="en-GB" sz="1100" dirty="0">
                <a:latin typeface="+mn-lt"/>
              </a:rPr>
              <a:t>Derive Business Category</a:t>
            </a:r>
          </a:p>
          <a:p>
            <a:pPr marL="285750" indent="-285750">
              <a:buFont typeface="Arial" panose="020B0604020202020204" pitchFamily="34" charset="0"/>
              <a:buChar char="•"/>
            </a:pPr>
            <a:r>
              <a:rPr lang="en-GB" sz="1100" dirty="0">
                <a:latin typeface="+mn-lt"/>
              </a:rPr>
              <a:t>Integrate with CTT – VDC visuals</a:t>
            </a:r>
          </a:p>
          <a:p>
            <a:pPr marL="285750" indent="-285750">
              <a:buFont typeface="Arial" panose="020B0604020202020204" pitchFamily="34" charset="0"/>
              <a:buChar char="•"/>
            </a:pPr>
            <a:r>
              <a:rPr lang="en-GB" sz="1100" dirty="0">
                <a:latin typeface="+mn-lt"/>
              </a:rPr>
              <a:t>Validation checks on intake</a:t>
            </a:r>
          </a:p>
          <a:p>
            <a:r>
              <a:rPr lang="en-GB" sz="1400" b="1" dirty="0">
                <a:latin typeface="+mn-lt"/>
              </a:rPr>
              <a:t>Eloqua</a:t>
            </a:r>
          </a:p>
          <a:p>
            <a:pPr marL="285750" indent="-285750">
              <a:buFont typeface="Arial" panose="020B0604020202020204" pitchFamily="34" charset="0"/>
              <a:buChar char="•"/>
            </a:pPr>
            <a:r>
              <a:rPr lang="en-GB" sz="1100" dirty="0">
                <a:latin typeface="+mn-lt"/>
              </a:rPr>
              <a:t>Form processing </a:t>
            </a:r>
          </a:p>
          <a:p>
            <a:pPr marL="285750" indent="-285750">
              <a:buFont typeface="Arial" panose="020B0604020202020204" pitchFamily="34" charset="0"/>
              <a:buChar char="•"/>
            </a:pPr>
            <a:r>
              <a:rPr lang="en-GB" sz="1100" dirty="0">
                <a:latin typeface="+mn-lt"/>
              </a:rPr>
              <a:t>Landing page HTML</a:t>
            </a:r>
          </a:p>
          <a:p>
            <a:r>
              <a:rPr lang="en-GB" sz="1400" b="1" dirty="0">
                <a:latin typeface="+mn-lt"/>
              </a:rPr>
              <a:t>Reporting (Based on SFDC Data)</a:t>
            </a:r>
          </a:p>
          <a:p>
            <a:pPr marL="171450" indent="-171450">
              <a:buFont typeface="Arial" panose="020B0604020202020204" pitchFamily="34" charset="0"/>
              <a:buChar char="•"/>
            </a:pPr>
            <a:r>
              <a:rPr lang="en-GB" sz="1100" dirty="0">
                <a:latin typeface="+mn-lt"/>
              </a:rPr>
              <a:t>Vehicle reporting in ACE</a:t>
            </a:r>
          </a:p>
          <a:p>
            <a:pPr marL="171450" indent="-171450">
              <a:buFont typeface="Arial" panose="020B0604020202020204" pitchFamily="34" charset="0"/>
              <a:buChar char="•"/>
            </a:pPr>
            <a:r>
              <a:rPr lang="en-GB" sz="1100" dirty="0">
                <a:latin typeface="+mn-lt"/>
              </a:rPr>
              <a:t>Performance Reporting </a:t>
            </a:r>
          </a:p>
          <a:p>
            <a:pPr marL="171450" indent="-171450">
              <a:buFont typeface="Arial" panose="020B0604020202020204" pitchFamily="34" charset="0"/>
              <a:buChar char="•"/>
            </a:pPr>
            <a:r>
              <a:rPr lang="en-GB" sz="1100" dirty="0">
                <a:latin typeface="+mn-lt"/>
              </a:rPr>
              <a:t>Adobe Reporting via Weblogs</a:t>
            </a:r>
          </a:p>
        </p:txBody>
      </p:sp>
      <p:sp>
        <p:nvSpPr>
          <p:cNvPr id="87" name="TextBox 86">
            <a:extLst>
              <a:ext uri="{FF2B5EF4-FFF2-40B4-BE49-F238E27FC236}">
                <a16:creationId xmlns:a16="http://schemas.microsoft.com/office/drawing/2014/main" id="{4AB11163-EB67-D07E-58E0-6DBD426BC3BB}"/>
              </a:ext>
            </a:extLst>
          </p:cNvPr>
          <p:cNvSpPr txBox="1"/>
          <p:nvPr/>
        </p:nvSpPr>
        <p:spPr>
          <a:xfrm>
            <a:off x="8367938" y="2684536"/>
            <a:ext cx="3215712" cy="2092881"/>
          </a:xfrm>
          <a:prstGeom prst="rect">
            <a:avLst/>
          </a:prstGeom>
          <a:noFill/>
        </p:spPr>
        <p:txBody>
          <a:bodyPr wrap="square" rtlCol="0">
            <a:spAutoFit/>
          </a:bodyPr>
          <a:lstStyle/>
          <a:p>
            <a:r>
              <a:rPr lang="en-GB" sz="1400" b="1" dirty="0">
                <a:latin typeface="+mn-lt"/>
              </a:rPr>
              <a:t>Tray.io</a:t>
            </a:r>
          </a:p>
          <a:p>
            <a:pPr marL="285750" indent="-285750">
              <a:buFont typeface="Arial" panose="020B0604020202020204" pitchFamily="34" charset="0"/>
              <a:buChar char="•"/>
            </a:pPr>
            <a:r>
              <a:rPr lang="en-GB" sz="1100" dirty="0">
                <a:latin typeface="+mn-lt"/>
              </a:rPr>
              <a:t>Trial and Demo Follow ups</a:t>
            </a:r>
          </a:p>
          <a:p>
            <a:pPr marL="285750" indent="-285750">
              <a:buFont typeface="Arial" panose="020B0604020202020204" pitchFamily="34" charset="0"/>
              <a:buChar char="•"/>
            </a:pPr>
            <a:r>
              <a:rPr lang="en-GB" sz="1100" dirty="0">
                <a:latin typeface="+mn-lt"/>
              </a:rPr>
              <a:t>Integrate with CTT – VDC visuals</a:t>
            </a:r>
          </a:p>
          <a:p>
            <a:pPr marL="285750" indent="-285750">
              <a:buFont typeface="Arial" panose="020B0604020202020204" pitchFamily="34" charset="0"/>
              <a:buChar char="•"/>
            </a:pPr>
            <a:r>
              <a:rPr lang="en-GB" sz="1100" dirty="0">
                <a:latin typeface="+mn-lt"/>
              </a:rPr>
              <a:t>Validation checks on intake</a:t>
            </a:r>
          </a:p>
          <a:p>
            <a:r>
              <a:rPr lang="en-GB" sz="1400" b="1" dirty="0">
                <a:latin typeface="+mn-lt"/>
              </a:rPr>
              <a:t>Eloqua</a:t>
            </a:r>
          </a:p>
          <a:p>
            <a:pPr marL="285750" indent="-285750">
              <a:buFont typeface="Arial" panose="020B0604020202020204" pitchFamily="34" charset="0"/>
              <a:buChar char="•"/>
            </a:pPr>
            <a:r>
              <a:rPr lang="en-GB" sz="1100" dirty="0">
                <a:latin typeface="+mn-lt"/>
              </a:rPr>
              <a:t>Form processing </a:t>
            </a:r>
          </a:p>
          <a:p>
            <a:pPr marL="285750" indent="-285750">
              <a:buFont typeface="Arial" panose="020B0604020202020204" pitchFamily="34" charset="0"/>
              <a:buChar char="•"/>
            </a:pPr>
            <a:r>
              <a:rPr lang="en-GB" sz="1100" dirty="0">
                <a:latin typeface="+mn-lt"/>
              </a:rPr>
              <a:t>Landing page HTML</a:t>
            </a:r>
          </a:p>
          <a:p>
            <a:r>
              <a:rPr lang="en-GB" sz="1400" b="1" dirty="0">
                <a:latin typeface="+mn-lt"/>
              </a:rPr>
              <a:t>Reporting (Based on SFDC Data)</a:t>
            </a:r>
          </a:p>
          <a:p>
            <a:pPr marL="171450" indent="-171450">
              <a:buFont typeface="Arial" panose="020B0604020202020204" pitchFamily="34" charset="0"/>
              <a:buChar char="•"/>
            </a:pPr>
            <a:r>
              <a:rPr lang="en-GB" sz="1100" dirty="0">
                <a:latin typeface="+mn-lt"/>
              </a:rPr>
              <a:t>VDC Deep Dive reporting in ACE</a:t>
            </a:r>
          </a:p>
          <a:p>
            <a:pPr marL="171450" indent="-171450">
              <a:buFont typeface="Arial" panose="020B0604020202020204" pitchFamily="34" charset="0"/>
              <a:buChar char="•"/>
            </a:pPr>
            <a:r>
              <a:rPr lang="en-GB" sz="1100" dirty="0">
                <a:latin typeface="+mn-lt"/>
              </a:rPr>
              <a:t>Performance Reporting </a:t>
            </a:r>
          </a:p>
          <a:p>
            <a:pPr marL="171450" indent="-171450">
              <a:buFont typeface="Arial" panose="020B0604020202020204" pitchFamily="34" charset="0"/>
              <a:buChar char="•"/>
            </a:pPr>
            <a:r>
              <a:rPr lang="en-GB" sz="1100" dirty="0">
                <a:latin typeface="+mn-lt"/>
              </a:rPr>
              <a:t>Adobe Reporting via Weblogs</a:t>
            </a:r>
          </a:p>
        </p:txBody>
      </p:sp>
    </p:spTree>
    <p:extLst>
      <p:ext uri="{BB962C8B-B14F-4D97-AF65-F5344CB8AC3E}">
        <p14:creationId xmlns:p14="http://schemas.microsoft.com/office/powerpoint/2010/main" val="404999155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1BC7838-DF67-0126-186E-BE00F066C962}"/>
              </a:ext>
            </a:extLst>
          </p:cNvPr>
          <p:cNvSpPr>
            <a:spLocks noGrp="1"/>
          </p:cNvSpPr>
          <p:nvPr>
            <p:ph type="body" sz="quarter" idx="82"/>
          </p:nvPr>
        </p:nvSpPr>
        <p:spPr>
          <a:xfrm>
            <a:off x="625928" y="450011"/>
            <a:ext cx="10830966" cy="579649"/>
          </a:xfrm>
        </p:spPr>
        <p:txBody>
          <a:bodyPr/>
          <a:lstStyle/>
          <a:p>
            <a:r>
              <a:rPr lang="en-GB" dirty="0"/>
              <a:t>Tools Referencing Campaign Tagging and Tracking IDs</a:t>
            </a:r>
          </a:p>
        </p:txBody>
      </p:sp>
      <p:pic>
        <p:nvPicPr>
          <p:cNvPr id="4" name="Picture 3">
            <a:extLst>
              <a:ext uri="{FF2B5EF4-FFF2-40B4-BE49-F238E27FC236}">
                <a16:creationId xmlns:a16="http://schemas.microsoft.com/office/drawing/2014/main" id="{78F9B060-1995-C5B7-1B4B-0CA5EA975343}"/>
              </a:ext>
            </a:extLst>
          </p:cNvPr>
          <p:cNvPicPr>
            <a:picLocks noChangeAspect="1"/>
          </p:cNvPicPr>
          <p:nvPr/>
        </p:nvPicPr>
        <p:blipFill>
          <a:blip r:embed="rId2"/>
          <a:stretch>
            <a:fillRect/>
          </a:stretch>
        </p:blipFill>
        <p:spPr>
          <a:xfrm>
            <a:off x="1600220" y="1228235"/>
            <a:ext cx="2079300" cy="585460"/>
          </a:xfrm>
          <a:prstGeom prst="rect">
            <a:avLst/>
          </a:prstGeom>
        </p:spPr>
      </p:pic>
      <p:pic>
        <p:nvPicPr>
          <p:cNvPr id="6" name="Picture 5">
            <a:extLst>
              <a:ext uri="{FF2B5EF4-FFF2-40B4-BE49-F238E27FC236}">
                <a16:creationId xmlns:a16="http://schemas.microsoft.com/office/drawing/2014/main" id="{800BE7EA-9B7C-DB6B-5054-857111A9B256}"/>
              </a:ext>
            </a:extLst>
          </p:cNvPr>
          <p:cNvPicPr>
            <a:picLocks noChangeAspect="1"/>
          </p:cNvPicPr>
          <p:nvPr/>
        </p:nvPicPr>
        <p:blipFill>
          <a:blip r:embed="rId3"/>
          <a:stretch>
            <a:fillRect/>
          </a:stretch>
        </p:blipFill>
        <p:spPr>
          <a:xfrm>
            <a:off x="7120060" y="3452943"/>
            <a:ext cx="1317692" cy="463574"/>
          </a:xfrm>
          <a:prstGeom prst="rect">
            <a:avLst/>
          </a:prstGeom>
        </p:spPr>
      </p:pic>
      <p:pic>
        <p:nvPicPr>
          <p:cNvPr id="8" name="Picture 7" descr="A logo with text on it&#10;&#10;Description automatically generated">
            <a:extLst>
              <a:ext uri="{FF2B5EF4-FFF2-40B4-BE49-F238E27FC236}">
                <a16:creationId xmlns:a16="http://schemas.microsoft.com/office/drawing/2014/main" id="{094BA90B-D3FA-FF64-185D-8825AF07BAE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274770" y="3438837"/>
            <a:ext cx="2375022" cy="774740"/>
          </a:xfrm>
          <a:prstGeom prst="rect">
            <a:avLst/>
          </a:prstGeom>
        </p:spPr>
      </p:pic>
      <p:pic>
        <p:nvPicPr>
          <p:cNvPr id="10" name="Picture 9" descr="A blue background with a person and arrows&#10;&#10;Description automatically generated">
            <a:extLst>
              <a:ext uri="{FF2B5EF4-FFF2-40B4-BE49-F238E27FC236}">
                <a16:creationId xmlns:a16="http://schemas.microsoft.com/office/drawing/2014/main" id="{74535A85-DAA8-E94E-6DE0-871863593E6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802366" y="1758248"/>
            <a:ext cx="1405561" cy="520168"/>
          </a:xfrm>
          <a:prstGeom prst="rect">
            <a:avLst/>
          </a:prstGeom>
        </p:spPr>
      </p:pic>
      <p:pic>
        <p:nvPicPr>
          <p:cNvPr id="12" name="Picture 11">
            <a:extLst>
              <a:ext uri="{FF2B5EF4-FFF2-40B4-BE49-F238E27FC236}">
                <a16:creationId xmlns:a16="http://schemas.microsoft.com/office/drawing/2014/main" id="{1577EFFE-CA2E-9B90-A76A-FB490188B03C}"/>
              </a:ext>
            </a:extLst>
          </p:cNvPr>
          <p:cNvPicPr>
            <a:picLocks noChangeAspect="1"/>
          </p:cNvPicPr>
          <p:nvPr/>
        </p:nvPicPr>
        <p:blipFill>
          <a:blip r:embed="rId6"/>
          <a:stretch>
            <a:fillRect/>
          </a:stretch>
        </p:blipFill>
        <p:spPr>
          <a:xfrm>
            <a:off x="7789740" y="1756837"/>
            <a:ext cx="952684" cy="585460"/>
          </a:xfrm>
          <a:prstGeom prst="rect">
            <a:avLst/>
          </a:prstGeom>
        </p:spPr>
      </p:pic>
      <p:pic>
        <p:nvPicPr>
          <p:cNvPr id="14" name="Picture 13">
            <a:extLst>
              <a:ext uri="{FF2B5EF4-FFF2-40B4-BE49-F238E27FC236}">
                <a16:creationId xmlns:a16="http://schemas.microsoft.com/office/drawing/2014/main" id="{302576A0-E1EE-55FB-441F-706541ACCB87}"/>
              </a:ext>
            </a:extLst>
          </p:cNvPr>
          <p:cNvPicPr>
            <a:picLocks noChangeAspect="1"/>
          </p:cNvPicPr>
          <p:nvPr/>
        </p:nvPicPr>
        <p:blipFill>
          <a:blip r:embed="rId7"/>
          <a:stretch>
            <a:fillRect/>
          </a:stretch>
        </p:blipFill>
        <p:spPr>
          <a:xfrm>
            <a:off x="9337669" y="3150718"/>
            <a:ext cx="549777" cy="463575"/>
          </a:xfrm>
          <a:prstGeom prst="rect">
            <a:avLst/>
          </a:prstGeom>
        </p:spPr>
      </p:pic>
      <p:pic>
        <p:nvPicPr>
          <p:cNvPr id="16" name="Picture 15">
            <a:extLst>
              <a:ext uri="{FF2B5EF4-FFF2-40B4-BE49-F238E27FC236}">
                <a16:creationId xmlns:a16="http://schemas.microsoft.com/office/drawing/2014/main" id="{A84F1C21-1676-5A04-8FB0-6950F238F4B8}"/>
              </a:ext>
            </a:extLst>
          </p:cNvPr>
          <p:cNvPicPr>
            <a:picLocks noChangeAspect="1"/>
          </p:cNvPicPr>
          <p:nvPr/>
        </p:nvPicPr>
        <p:blipFill>
          <a:blip r:embed="rId8"/>
          <a:stretch>
            <a:fillRect/>
          </a:stretch>
        </p:blipFill>
        <p:spPr>
          <a:xfrm>
            <a:off x="9123030" y="4532702"/>
            <a:ext cx="1034267" cy="465989"/>
          </a:xfrm>
          <a:prstGeom prst="rect">
            <a:avLst/>
          </a:prstGeom>
        </p:spPr>
      </p:pic>
      <p:pic>
        <p:nvPicPr>
          <p:cNvPr id="18" name="Picture 17">
            <a:extLst>
              <a:ext uri="{FF2B5EF4-FFF2-40B4-BE49-F238E27FC236}">
                <a16:creationId xmlns:a16="http://schemas.microsoft.com/office/drawing/2014/main" id="{979F6C19-F988-8712-29C1-73089419FAC5}"/>
              </a:ext>
            </a:extLst>
          </p:cNvPr>
          <p:cNvPicPr>
            <a:picLocks noChangeAspect="1"/>
          </p:cNvPicPr>
          <p:nvPr/>
        </p:nvPicPr>
        <p:blipFill>
          <a:blip r:embed="rId9"/>
          <a:stretch>
            <a:fillRect/>
          </a:stretch>
        </p:blipFill>
        <p:spPr>
          <a:xfrm>
            <a:off x="6247282" y="4385725"/>
            <a:ext cx="1405562" cy="520911"/>
          </a:xfrm>
          <a:prstGeom prst="rect">
            <a:avLst/>
          </a:prstGeom>
        </p:spPr>
      </p:pic>
      <p:pic>
        <p:nvPicPr>
          <p:cNvPr id="20" name="Picture 19">
            <a:extLst>
              <a:ext uri="{FF2B5EF4-FFF2-40B4-BE49-F238E27FC236}">
                <a16:creationId xmlns:a16="http://schemas.microsoft.com/office/drawing/2014/main" id="{451614E0-02EF-7414-3E63-85898F96A366}"/>
              </a:ext>
            </a:extLst>
          </p:cNvPr>
          <p:cNvPicPr>
            <a:picLocks noChangeAspect="1"/>
          </p:cNvPicPr>
          <p:nvPr/>
        </p:nvPicPr>
        <p:blipFill>
          <a:blip r:embed="rId10"/>
          <a:stretch>
            <a:fillRect/>
          </a:stretch>
        </p:blipFill>
        <p:spPr>
          <a:xfrm>
            <a:off x="1649809" y="2587893"/>
            <a:ext cx="1324772" cy="774740"/>
          </a:xfrm>
          <a:prstGeom prst="rect">
            <a:avLst/>
          </a:prstGeom>
        </p:spPr>
      </p:pic>
      <p:pic>
        <p:nvPicPr>
          <p:cNvPr id="22" name="Picture 21" descr="A close up of a logo&#10;&#10;Description automatically generated">
            <a:extLst>
              <a:ext uri="{FF2B5EF4-FFF2-40B4-BE49-F238E27FC236}">
                <a16:creationId xmlns:a16="http://schemas.microsoft.com/office/drawing/2014/main" id="{8E75A147-BE6A-F6C6-49BC-21C10EFFC88E}"/>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4003860" y="2640053"/>
            <a:ext cx="1498677" cy="774740"/>
          </a:xfrm>
          <a:prstGeom prst="rect">
            <a:avLst/>
          </a:prstGeom>
        </p:spPr>
      </p:pic>
      <p:pic>
        <p:nvPicPr>
          <p:cNvPr id="24" name="Picture 23">
            <a:extLst>
              <a:ext uri="{FF2B5EF4-FFF2-40B4-BE49-F238E27FC236}">
                <a16:creationId xmlns:a16="http://schemas.microsoft.com/office/drawing/2014/main" id="{B15C1CA3-9AEC-24AF-AB25-2270F85106B0}"/>
              </a:ext>
            </a:extLst>
          </p:cNvPr>
          <p:cNvPicPr>
            <a:picLocks noChangeAspect="1"/>
          </p:cNvPicPr>
          <p:nvPr/>
        </p:nvPicPr>
        <p:blipFill>
          <a:blip r:embed="rId12"/>
          <a:stretch>
            <a:fillRect/>
          </a:stretch>
        </p:blipFill>
        <p:spPr>
          <a:xfrm>
            <a:off x="5632153" y="2561365"/>
            <a:ext cx="1230257" cy="463575"/>
          </a:xfrm>
          <a:prstGeom prst="rect">
            <a:avLst/>
          </a:prstGeom>
        </p:spPr>
      </p:pic>
      <p:pic>
        <p:nvPicPr>
          <p:cNvPr id="26" name="Picture 25">
            <a:extLst>
              <a:ext uri="{FF2B5EF4-FFF2-40B4-BE49-F238E27FC236}">
                <a16:creationId xmlns:a16="http://schemas.microsoft.com/office/drawing/2014/main" id="{7FC07AD8-9477-E23F-FA2F-9796DC2A2C8C}"/>
              </a:ext>
            </a:extLst>
          </p:cNvPr>
          <p:cNvPicPr>
            <a:picLocks noChangeAspect="1"/>
          </p:cNvPicPr>
          <p:nvPr/>
        </p:nvPicPr>
        <p:blipFill>
          <a:blip r:embed="rId13"/>
          <a:stretch>
            <a:fillRect/>
          </a:stretch>
        </p:blipFill>
        <p:spPr>
          <a:xfrm>
            <a:off x="5561045" y="3498854"/>
            <a:ext cx="1125343" cy="538774"/>
          </a:xfrm>
          <a:prstGeom prst="rect">
            <a:avLst/>
          </a:prstGeom>
        </p:spPr>
      </p:pic>
      <p:pic>
        <p:nvPicPr>
          <p:cNvPr id="28" name="Picture 27">
            <a:extLst>
              <a:ext uri="{FF2B5EF4-FFF2-40B4-BE49-F238E27FC236}">
                <a16:creationId xmlns:a16="http://schemas.microsoft.com/office/drawing/2014/main" id="{5D8F3ACF-45D1-7437-CE8D-8E8C8A6B2C37}"/>
              </a:ext>
            </a:extLst>
          </p:cNvPr>
          <p:cNvPicPr>
            <a:picLocks noChangeAspect="1"/>
          </p:cNvPicPr>
          <p:nvPr/>
        </p:nvPicPr>
        <p:blipFill>
          <a:blip r:embed="rId14"/>
          <a:stretch>
            <a:fillRect/>
          </a:stretch>
        </p:blipFill>
        <p:spPr>
          <a:xfrm>
            <a:off x="7158765" y="2443599"/>
            <a:ext cx="1196543" cy="774740"/>
          </a:xfrm>
          <a:prstGeom prst="rect">
            <a:avLst/>
          </a:prstGeom>
        </p:spPr>
      </p:pic>
      <p:pic>
        <p:nvPicPr>
          <p:cNvPr id="30" name="Picture 29">
            <a:extLst>
              <a:ext uri="{FF2B5EF4-FFF2-40B4-BE49-F238E27FC236}">
                <a16:creationId xmlns:a16="http://schemas.microsoft.com/office/drawing/2014/main" id="{10EE0D18-995D-A23B-93C1-9C8ECC03BE18}"/>
              </a:ext>
            </a:extLst>
          </p:cNvPr>
          <p:cNvPicPr>
            <a:picLocks noChangeAspect="1"/>
          </p:cNvPicPr>
          <p:nvPr/>
        </p:nvPicPr>
        <p:blipFill>
          <a:blip r:embed="rId15"/>
          <a:stretch>
            <a:fillRect/>
          </a:stretch>
        </p:blipFill>
        <p:spPr>
          <a:xfrm>
            <a:off x="1523098" y="4540178"/>
            <a:ext cx="1783622" cy="515098"/>
          </a:xfrm>
          <a:prstGeom prst="rect">
            <a:avLst/>
          </a:prstGeom>
        </p:spPr>
      </p:pic>
      <p:pic>
        <p:nvPicPr>
          <p:cNvPr id="32" name="Picture 31">
            <a:extLst>
              <a:ext uri="{FF2B5EF4-FFF2-40B4-BE49-F238E27FC236}">
                <a16:creationId xmlns:a16="http://schemas.microsoft.com/office/drawing/2014/main" id="{1864BCCF-F767-B78F-4B14-0F9150B3E7A0}"/>
              </a:ext>
            </a:extLst>
          </p:cNvPr>
          <p:cNvPicPr>
            <a:picLocks noChangeAspect="1"/>
          </p:cNvPicPr>
          <p:nvPr/>
        </p:nvPicPr>
        <p:blipFill>
          <a:blip r:embed="rId16"/>
          <a:stretch>
            <a:fillRect/>
          </a:stretch>
        </p:blipFill>
        <p:spPr>
          <a:xfrm>
            <a:off x="3785033" y="4333848"/>
            <a:ext cx="1291933" cy="397708"/>
          </a:xfrm>
          <a:prstGeom prst="rect">
            <a:avLst/>
          </a:prstGeom>
        </p:spPr>
      </p:pic>
      <p:pic>
        <p:nvPicPr>
          <p:cNvPr id="34" name="Picture 33">
            <a:extLst>
              <a:ext uri="{FF2B5EF4-FFF2-40B4-BE49-F238E27FC236}">
                <a16:creationId xmlns:a16="http://schemas.microsoft.com/office/drawing/2014/main" id="{E88777E8-EA67-2B83-3DDD-9C131C8A11AA}"/>
              </a:ext>
            </a:extLst>
          </p:cNvPr>
          <p:cNvPicPr>
            <a:picLocks noChangeAspect="1"/>
          </p:cNvPicPr>
          <p:nvPr/>
        </p:nvPicPr>
        <p:blipFill>
          <a:blip r:embed="rId17"/>
          <a:stretch>
            <a:fillRect/>
          </a:stretch>
        </p:blipFill>
        <p:spPr>
          <a:xfrm>
            <a:off x="4865484" y="5069382"/>
            <a:ext cx="1533338" cy="435270"/>
          </a:xfrm>
          <a:prstGeom prst="rect">
            <a:avLst/>
          </a:prstGeom>
        </p:spPr>
      </p:pic>
      <p:pic>
        <p:nvPicPr>
          <p:cNvPr id="36" name="Picture 35">
            <a:extLst>
              <a:ext uri="{FF2B5EF4-FFF2-40B4-BE49-F238E27FC236}">
                <a16:creationId xmlns:a16="http://schemas.microsoft.com/office/drawing/2014/main" id="{CE82C8BE-254C-F0FE-0641-51DD0994C99F}"/>
              </a:ext>
            </a:extLst>
          </p:cNvPr>
          <p:cNvPicPr>
            <a:picLocks noChangeAspect="1"/>
          </p:cNvPicPr>
          <p:nvPr/>
        </p:nvPicPr>
        <p:blipFill>
          <a:blip r:embed="rId18"/>
          <a:stretch>
            <a:fillRect/>
          </a:stretch>
        </p:blipFill>
        <p:spPr>
          <a:xfrm>
            <a:off x="7789740" y="5287017"/>
            <a:ext cx="1317692" cy="454676"/>
          </a:xfrm>
          <a:prstGeom prst="rect">
            <a:avLst/>
          </a:prstGeom>
        </p:spPr>
      </p:pic>
      <p:pic>
        <p:nvPicPr>
          <p:cNvPr id="38" name="Picture 37">
            <a:extLst>
              <a:ext uri="{FF2B5EF4-FFF2-40B4-BE49-F238E27FC236}">
                <a16:creationId xmlns:a16="http://schemas.microsoft.com/office/drawing/2014/main" id="{9CA4251F-65EE-0DA9-41E2-63150C0A0F1D}"/>
              </a:ext>
            </a:extLst>
          </p:cNvPr>
          <p:cNvPicPr>
            <a:picLocks noChangeAspect="1"/>
          </p:cNvPicPr>
          <p:nvPr/>
        </p:nvPicPr>
        <p:blipFill>
          <a:blip r:embed="rId19"/>
          <a:stretch>
            <a:fillRect/>
          </a:stretch>
        </p:blipFill>
        <p:spPr>
          <a:xfrm>
            <a:off x="7924089" y="4085157"/>
            <a:ext cx="1405563" cy="503682"/>
          </a:xfrm>
          <a:prstGeom prst="rect">
            <a:avLst/>
          </a:prstGeom>
        </p:spPr>
      </p:pic>
      <p:pic>
        <p:nvPicPr>
          <p:cNvPr id="40" name="Picture 39">
            <a:extLst>
              <a:ext uri="{FF2B5EF4-FFF2-40B4-BE49-F238E27FC236}">
                <a16:creationId xmlns:a16="http://schemas.microsoft.com/office/drawing/2014/main" id="{0ECD2B47-6757-3B43-0A30-1B7D5F0D96A0}"/>
              </a:ext>
            </a:extLst>
          </p:cNvPr>
          <p:cNvPicPr>
            <a:picLocks noChangeAspect="1"/>
          </p:cNvPicPr>
          <p:nvPr/>
        </p:nvPicPr>
        <p:blipFill>
          <a:blip r:embed="rId20"/>
          <a:stretch>
            <a:fillRect/>
          </a:stretch>
        </p:blipFill>
        <p:spPr>
          <a:xfrm>
            <a:off x="3829345" y="1678850"/>
            <a:ext cx="1673192" cy="538774"/>
          </a:xfrm>
          <a:prstGeom prst="rect">
            <a:avLst/>
          </a:prstGeom>
        </p:spPr>
      </p:pic>
      <p:pic>
        <p:nvPicPr>
          <p:cNvPr id="42" name="Picture 41">
            <a:extLst>
              <a:ext uri="{FF2B5EF4-FFF2-40B4-BE49-F238E27FC236}">
                <a16:creationId xmlns:a16="http://schemas.microsoft.com/office/drawing/2014/main" id="{753B1E55-EC77-1B05-0B90-CB1B7E43C143}"/>
              </a:ext>
            </a:extLst>
          </p:cNvPr>
          <p:cNvPicPr>
            <a:picLocks noChangeAspect="1"/>
          </p:cNvPicPr>
          <p:nvPr/>
        </p:nvPicPr>
        <p:blipFill>
          <a:blip r:embed="rId21"/>
          <a:stretch>
            <a:fillRect/>
          </a:stretch>
        </p:blipFill>
        <p:spPr>
          <a:xfrm>
            <a:off x="2862503" y="5200580"/>
            <a:ext cx="1394877" cy="598647"/>
          </a:xfrm>
          <a:prstGeom prst="rect">
            <a:avLst/>
          </a:prstGeom>
        </p:spPr>
      </p:pic>
      <p:pic>
        <p:nvPicPr>
          <p:cNvPr id="44" name="Picture 43" descr="A close-up of a logo&#10;&#10;Description automatically generated">
            <a:extLst>
              <a:ext uri="{FF2B5EF4-FFF2-40B4-BE49-F238E27FC236}">
                <a16:creationId xmlns:a16="http://schemas.microsoft.com/office/drawing/2014/main" id="{15FC0052-70C0-F909-BF8E-07B075B1A917}"/>
              </a:ext>
            </a:extLst>
          </p:cNvPr>
          <p:cNvPicPr>
            <a:picLocks noChangeAspect="1"/>
          </p:cNvPicPr>
          <p:nvPr/>
        </p:nvPicPr>
        <p:blipFill>
          <a:blip r:embed="rId22">
            <a:extLst>
              <a:ext uri="{28A0092B-C50C-407E-A947-70E740481C1C}">
                <a14:useLocalDpi xmlns:a14="http://schemas.microsoft.com/office/drawing/2010/main" val="0"/>
              </a:ext>
            </a:extLst>
          </a:blip>
          <a:stretch>
            <a:fillRect/>
          </a:stretch>
        </p:blipFill>
        <p:spPr>
          <a:xfrm>
            <a:off x="8651834" y="2521714"/>
            <a:ext cx="1371670" cy="539778"/>
          </a:xfrm>
          <a:prstGeom prst="rect">
            <a:avLst/>
          </a:prstGeom>
        </p:spPr>
      </p:pic>
      <p:pic>
        <p:nvPicPr>
          <p:cNvPr id="46" name="Picture 45" descr="A blue sign with white text&#10;&#10;Description automatically generated">
            <a:extLst>
              <a:ext uri="{FF2B5EF4-FFF2-40B4-BE49-F238E27FC236}">
                <a16:creationId xmlns:a16="http://schemas.microsoft.com/office/drawing/2014/main" id="{AF47D5AD-9E3E-452F-AFA6-BC0976A525D4}"/>
              </a:ext>
            </a:extLst>
          </p:cNvPr>
          <p:cNvPicPr>
            <a:picLocks noChangeAspect="1"/>
          </p:cNvPicPr>
          <p:nvPr/>
        </p:nvPicPr>
        <p:blipFill>
          <a:blip r:embed="rId23">
            <a:extLst>
              <a:ext uri="{28A0092B-C50C-407E-A947-70E740481C1C}">
                <a14:useLocalDpi xmlns:a14="http://schemas.microsoft.com/office/drawing/2010/main" val="0"/>
              </a:ext>
            </a:extLst>
          </a:blip>
          <a:stretch>
            <a:fillRect/>
          </a:stretch>
        </p:blipFill>
        <p:spPr>
          <a:xfrm>
            <a:off x="9126760" y="3596382"/>
            <a:ext cx="1317692" cy="488775"/>
          </a:xfrm>
          <a:prstGeom prst="rect">
            <a:avLst/>
          </a:prstGeom>
        </p:spPr>
      </p:pic>
      <p:pic>
        <p:nvPicPr>
          <p:cNvPr id="48" name="Picture 47">
            <a:extLst>
              <a:ext uri="{FF2B5EF4-FFF2-40B4-BE49-F238E27FC236}">
                <a16:creationId xmlns:a16="http://schemas.microsoft.com/office/drawing/2014/main" id="{8F412DED-C58B-89FB-55EF-4726121B834E}"/>
              </a:ext>
            </a:extLst>
          </p:cNvPr>
          <p:cNvPicPr>
            <a:picLocks noChangeAspect="1"/>
          </p:cNvPicPr>
          <p:nvPr/>
        </p:nvPicPr>
        <p:blipFill>
          <a:blip r:embed="rId24"/>
          <a:stretch>
            <a:fillRect/>
          </a:stretch>
        </p:blipFill>
        <p:spPr>
          <a:xfrm>
            <a:off x="9063397" y="1164193"/>
            <a:ext cx="1381055" cy="687551"/>
          </a:xfrm>
          <a:prstGeom prst="rect">
            <a:avLst/>
          </a:prstGeom>
        </p:spPr>
      </p:pic>
    </p:spTree>
    <p:extLst>
      <p:ext uri="{BB962C8B-B14F-4D97-AF65-F5344CB8AC3E}">
        <p14:creationId xmlns:p14="http://schemas.microsoft.com/office/powerpoint/2010/main" val="3085198851"/>
      </p:ext>
    </p:extLst>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2"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0-#ppt_w/2"/>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par>
                                <p:cTn id="9" presetID="2" presetClass="entr" presetSubtype="12" fill="hold" nodeType="withEffect">
                                  <p:stCondLst>
                                    <p:cond delay="0"/>
                                  </p:stCondLst>
                                  <p:childTnLst>
                                    <p:set>
                                      <p:cBhvr>
                                        <p:cTn id="10" dur="1" fill="hold">
                                          <p:stCondLst>
                                            <p:cond delay="0"/>
                                          </p:stCondLst>
                                        </p:cTn>
                                        <p:tgtEl>
                                          <p:spTgt spid="20"/>
                                        </p:tgtEl>
                                        <p:attrNameLst>
                                          <p:attrName>style.visibility</p:attrName>
                                        </p:attrNameLst>
                                      </p:cBhvr>
                                      <p:to>
                                        <p:strVal val="visible"/>
                                      </p:to>
                                    </p:set>
                                    <p:anim calcmode="lin" valueType="num">
                                      <p:cBhvr additive="base">
                                        <p:cTn id="11" dur="500" fill="hold"/>
                                        <p:tgtEl>
                                          <p:spTgt spid="20"/>
                                        </p:tgtEl>
                                        <p:attrNameLst>
                                          <p:attrName>ppt_x</p:attrName>
                                        </p:attrNameLst>
                                      </p:cBhvr>
                                      <p:tavLst>
                                        <p:tav tm="0">
                                          <p:val>
                                            <p:strVal val="0-#ppt_w/2"/>
                                          </p:val>
                                        </p:tav>
                                        <p:tav tm="100000">
                                          <p:val>
                                            <p:strVal val="#ppt_x"/>
                                          </p:val>
                                        </p:tav>
                                      </p:tavLst>
                                    </p:anim>
                                    <p:anim calcmode="lin" valueType="num">
                                      <p:cBhvr additive="base">
                                        <p:cTn id="12" dur="500" fill="hold"/>
                                        <p:tgtEl>
                                          <p:spTgt spid="20"/>
                                        </p:tgtEl>
                                        <p:attrNameLst>
                                          <p:attrName>ppt_y</p:attrName>
                                        </p:attrNameLst>
                                      </p:cBhvr>
                                      <p:tavLst>
                                        <p:tav tm="0">
                                          <p:val>
                                            <p:strVal val="1+#ppt_h/2"/>
                                          </p:val>
                                        </p:tav>
                                        <p:tav tm="100000">
                                          <p:val>
                                            <p:strVal val="#ppt_y"/>
                                          </p:val>
                                        </p:tav>
                                      </p:tavLst>
                                    </p:anim>
                                  </p:childTnLst>
                                </p:cTn>
                              </p:par>
                              <p:par>
                                <p:cTn id="13" presetID="2" presetClass="entr" presetSubtype="12" fill="hold" nodeType="withEffect">
                                  <p:stCondLst>
                                    <p:cond delay="0"/>
                                  </p:stCondLst>
                                  <p:childTnLst>
                                    <p:set>
                                      <p:cBhvr>
                                        <p:cTn id="14" dur="1" fill="hold">
                                          <p:stCondLst>
                                            <p:cond delay="0"/>
                                          </p:stCondLst>
                                        </p:cTn>
                                        <p:tgtEl>
                                          <p:spTgt spid="40"/>
                                        </p:tgtEl>
                                        <p:attrNameLst>
                                          <p:attrName>style.visibility</p:attrName>
                                        </p:attrNameLst>
                                      </p:cBhvr>
                                      <p:to>
                                        <p:strVal val="visible"/>
                                      </p:to>
                                    </p:set>
                                    <p:anim calcmode="lin" valueType="num">
                                      <p:cBhvr additive="base">
                                        <p:cTn id="15" dur="500" fill="hold"/>
                                        <p:tgtEl>
                                          <p:spTgt spid="40"/>
                                        </p:tgtEl>
                                        <p:attrNameLst>
                                          <p:attrName>ppt_x</p:attrName>
                                        </p:attrNameLst>
                                      </p:cBhvr>
                                      <p:tavLst>
                                        <p:tav tm="0">
                                          <p:val>
                                            <p:strVal val="0-#ppt_w/2"/>
                                          </p:val>
                                        </p:tav>
                                        <p:tav tm="100000">
                                          <p:val>
                                            <p:strVal val="#ppt_x"/>
                                          </p:val>
                                        </p:tav>
                                      </p:tavLst>
                                    </p:anim>
                                    <p:anim calcmode="lin" valueType="num">
                                      <p:cBhvr additive="base">
                                        <p:cTn id="16" dur="500" fill="hold"/>
                                        <p:tgtEl>
                                          <p:spTgt spid="40"/>
                                        </p:tgtEl>
                                        <p:attrNameLst>
                                          <p:attrName>ppt_y</p:attrName>
                                        </p:attrNameLst>
                                      </p:cBhvr>
                                      <p:tavLst>
                                        <p:tav tm="0">
                                          <p:val>
                                            <p:strVal val="1+#ppt_h/2"/>
                                          </p:val>
                                        </p:tav>
                                        <p:tav tm="100000">
                                          <p:val>
                                            <p:strVal val="#ppt_y"/>
                                          </p:val>
                                        </p:tav>
                                      </p:tavLst>
                                    </p:anim>
                                  </p:childTnLst>
                                </p:cTn>
                              </p:par>
                              <p:par>
                                <p:cTn id="17" presetID="2" presetClass="entr" presetSubtype="12" fill="hold" nodeType="withEffect">
                                  <p:stCondLst>
                                    <p:cond delay="0"/>
                                  </p:stCondLst>
                                  <p:childTnLst>
                                    <p:set>
                                      <p:cBhvr>
                                        <p:cTn id="18" dur="1" fill="hold">
                                          <p:stCondLst>
                                            <p:cond delay="0"/>
                                          </p:stCondLst>
                                        </p:cTn>
                                        <p:tgtEl>
                                          <p:spTgt spid="22"/>
                                        </p:tgtEl>
                                        <p:attrNameLst>
                                          <p:attrName>style.visibility</p:attrName>
                                        </p:attrNameLst>
                                      </p:cBhvr>
                                      <p:to>
                                        <p:strVal val="visible"/>
                                      </p:to>
                                    </p:set>
                                    <p:anim calcmode="lin" valueType="num">
                                      <p:cBhvr additive="base">
                                        <p:cTn id="19" dur="500" fill="hold"/>
                                        <p:tgtEl>
                                          <p:spTgt spid="22"/>
                                        </p:tgtEl>
                                        <p:attrNameLst>
                                          <p:attrName>ppt_x</p:attrName>
                                        </p:attrNameLst>
                                      </p:cBhvr>
                                      <p:tavLst>
                                        <p:tav tm="0">
                                          <p:val>
                                            <p:strVal val="0-#ppt_w/2"/>
                                          </p:val>
                                        </p:tav>
                                        <p:tav tm="100000">
                                          <p:val>
                                            <p:strVal val="#ppt_x"/>
                                          </p:val>
                                        </p:tav>
                                      </p:tavLst>
                                    </p:anim>
                                    <p:anim calcmode="lin" valueType="num">
                                      <p:cBhvr additive="base">
                                        <p:cTn id="20" dur="500" fill="hold"/>
                                        <p:tgtEl>
                                          <p:spTgt spid="22"/>
                                        </p:tgtEl>
                                        <p:attrNameLst>
                                          <p:attrName>ppt_y</p:attrName>
                                        </p:attrNameLst>
                                      </p:cBhvr>
                                      <p:tavLst>
                                        <p:tav tm="0">
                                          <p:val>
                                            <p:strVal val="1+#ppt_h/2"/>
                                          </p:val>
                                        </p:tav>
                                        <p:tav tm="100000">
                                          <p:val>
                                            <p:strVal val="#ppt_y"/>
                                          </p:val>
                                        </p:tav>
                                      </p:tavLst>
                                    </p:anim>
                                  </p:childTnLst>
                                </p:cTn>
                              </p:par>
                              <p:par>
                                <p:cTn id="21" presetID="2" presetClass="entr" presetSubtype="12" fill="hold" nodeType="withEffect">
                                  <p:stCondLst>
                                    <p:cond delay="0"/>
                                  </p:stCondLst>
                                  <p:childTnLst>
                                    <p:set>
                                      <p:cBhvr>
                                        <p:cTn id="22" dur="1" fill="hold">
                                          <p:stCondLst>
                                            <p:cond delay="0"/>
                                          </p:stCondLst>
                                        </p:cTn>
                                        <p:tgtEl>
                                          <p:spTgt spid="8"/>
                                        </p:tgtEl>
                                        <p:attrNameLst>
                                          <p:attrName>style.visibility</p:attrName>
                                        </p:attrNameLst>
                                      </p:cBhvr>
                                      <p:to>
                                        <p:strVal val="visible"/>
                                      </p:to>
                                    </p:set>
                                    <p:anim calcmode="lin" valueType="num">
                                      <p:cBhvr additive="base">
                                        <p:cTn id="23" dur="500" fill="hold"/>
                                        <p:tgtEl>
                                          <p:spTgt spid="8"/>
                                        </p:tgtEl>
                                        <p:attrNameLst>
                                          <p:attrName>ppt_x</p:attrName>
                                        </p:attrNameLst>
                                      </p:cBhvr>
                                      <p:tavLst>
                                        <p:tav tm="0">
                                          <p:val>
                                            <p:strVal val="0-#ppt_w/2"/>
                                          </p:val>
                                        </p:tav>
                                        <p:tav tm="100000">
                                          <p:val>
                                            <p:strVal val="#ppt_x"/>
                                          </p:val>
                                        </p:tav>
                                      </p:tavLst>
                                    </p:anim>
                                    <p:anim calcmode="lin" valueType="num">
                                      <p:cBhvr additive="base">
                                        <p:cTn id="24" dur="500" fill="hold"/>
                                        <p:tgtEl>
                                          <p:spTgt spid="8"/>
                                        </p:tgtEl>
                                        <p:attrNameLst>
                                          <p:attrName>ppt_y</p:attrName>
                                        </p:attrNameLst>
                                      </p:cBhvr>
                                      <p:tavLst>
                                        <p:tav tm="0">
                                          <p:val>
                                            <p:strVal val="1+#ppt_h/2"/>
                                          </p:val>
                                        </p:tav>
                                        <p:tav tm="100000">
                                          <p:val>
                                            <p:strVal val="#ppt_y"/>
                                          </p:val>
                                        </p:tav>
                                      </p:tavLst>
                                    </p:anim>
                                  </p:childTnLst>
                                </p:cTn>
                              </p:par>
                              <p:par>
                                <p:cTn id="25" presetID="2" presetClass="entr" presetSubtype="12" fill="hold" nodeType="withEffect">
                                  <p:stCondLst>
                                    <p:cond delay="0"/>
                                  </p:stCondLst>
                                  <p:childTnLst>
                                    <p:set>
                                      <p:cBhvr>
                                        <p:cTn id="26" dur="1" fill="hold">
                                          <p:stCondLst>
                                            <p:cond delay="0"/>
                                          </p:stCondLst>
                                        </p:cTn>
                                        <p:tgtEl>
                                          <p:spTgt spid="30"/>
                                        </p:tgtEl>
                                        <p:attrNameLst>
                                          <p:attrName>style.visibility</p:attrName>
                                        </p:attrNameLst>
                                      </p:cBhvr>
                                      <p:to>
                                        <p:strVal val="visible"/>
                                      </p:to>
                                    </p:set>
                                    <p:anim calcmode="lin" valueType="num">
                                      <p:cBhvr additive="base">
                                        <p:cTn id="27" dur="500" fill="hold"/>
                                        <p:tgtEl>
                                          <p:spTgt spid="30"/>
                                        </p:tgtEl>
                                        <p:attrNameLst>
                                          <p:attrName>ppt_x</p:attrName>
                                        </p:attrNameLst>
                                      </p:cBhvr>
                                      <p:tavLst>
                                        <p:tav tm="0">
                                          <p:val>
                                            <p:strVal val="0-#ppt_w/2"/>
                                          </p:val>
                                        </p:tav>
                                        <p:tav tm="100000">
                                          <p:val>
                                            <p:strVal val="#ppt_x"/>
                                          </p:val>
                                        </p:tav>
                                      </p:tavLst>
                                    </p:anim>
                                    <p:anim calcmode="lin" valueType="num">
                                      <p:cBhvr additive="base">
                                        <p:cTn id="28" dur="500" fill="hold"/>
                                        <p:tgtEl>
                                          <p:spTgt spid="30"/>
                                        </p:tgtEl>
                                        <p:attrNameLst>
                                          <p:attrName>ppt_y</p:attrName>
                                        </p:attrNameLst>
                                      </p:cBhvr>
                                      <p:tavLst>
                                        <p:tav tm="0">
                                          <p:val>
                                            <p:strVal val="1+#ppt_h/2"/>
                                          </p:val>
                                        </p:tav>
                                        <p:tav tm="100000">
                                          <p:val>
                                            <p:strVal val="#ppt_y"/>
                                          </p:val>
                                        </p:tav>
                                      </p:tavLst>
                                    </p:anim>
                                  </p:childTnLst>
                                </p:cTn>
                              </p:par>
                              <p:par>
                                <p:cTn id="29" presetID="2" presetClass="entr" presetSubtype="12" fill="hold" nodeType="withEffect">
                                  <p:stCondLst>
                                    <p:cond delay="0"/>
                                  </p:stCondLst>
                                  <p:childTnLst>
                                    <p:set>
                                      <p:cBhvr>
                                        <p:cTn id="30" dur="1" fill="hold">
                                          <p:stCondLst>
                                            <p:cond delay="0"/>
                                          </p:stCondLst>
                                        </p:cTn>
                                        <p:tgtEl>
                                          <p:spTgt spid="32"/>
                                        </p:tgtEl>
                                        <p:attrNameLst>
                                          <p:attrName>style.visibility</p:attrName>
                                        </p:attrNameLst>
                                      </p:cBhvr>
                                      <p:to>
                                        <p:strVal val="visible"/>
                                      </p:to>
                                    </p:set>
                                    <p:anim calcmode="lin" valueType="num">
                                      <p:cBhvr additive="base">
                                        <p:cTn id="31" dur="500" fill="hold"/>
                                        <p:tgtEl>
                                          <p:spTgt spid="32"/>
                                        </p:tgtEl>
                                        <p:attrNameLst>
                                          <p:attrName>ppt_x</p:attrName>
                                        </p:attrNameLst>
                                      </p:cBhvr>
                                      <p:tavLst>
                                        <p:tav tm="0">
                                          <p:val>
                                            <p:strVal val="0-#ppt_w/2"/>
                                          </p:val>
                                        </p:tav>
                                        <p:tav tm="100000">
                                          <p:val>
                                            <p:strVal val="#ppt_x"/>
                                          </p:val>
                                        </p:tav>
                                      </p:tavLst>
                                    </p:anim>
                                    <p:anim calcmode="lin" valueType="num">
                                      <p:cBhvr additive="base">
                                        <p:cTn id="32" dur="500" fill="hold"/>
                                        <p:tgtEl>
                                          <p:spTgt spid="32"/>
                                        </p:tgtEl>
                                        <p:attrNameLst>
                                          <p:attrName>ppt_y</p:attrName>
                                        </p:attrNameLst>
                                      </p:cBhvr>
                                      <p:tavLst>
                                        <p:tav tm="0">
                                          <p:val>
                                            <p:strVal val="1+#ppt_h/2"/>
                                          </p:val>
                                        </p:tav>
                                        <p:tav tm="100000">
                                          <p:val>
                                            <p:strVal val="#ppt_y"/>
                                          </p:val>
                                        </p:tav>
                                      </p:tavLst>
                                    </p:anim>
                                  </p:childTnLst>
                                </p:cTn>
                              </p:par>
                            </p:childTnLst>
                          </p:cTn>
                        </p:par>
                        <p:par>
                          <p:cTn id="33" fill="hold">
                            <p:stCondLst>
                              <p:cond delay="500"/>
                            </p:stCondLst>
                            <p:childTnLst>
                              <p:par>
                                <p:cTn id="34" presetID="42" presetClass="entr" presetSubtype="0" fill="hold" nodeType="afterEffect">
                                  <p:stCondLst>
                                    <p:cond delay="0"/>
                                  </p:stCondLst>
                                  <p:childTnLst>
                                    <p:set>
                                      <p:cBhvr>
                                        <p:cTn id="35" dur="1" fill="hold">
                                          <p:stCondLst>
                                            <p:cond delay="0"/>
                                          </p:stCondLst>
                                        </p:cTn>
                                        <p:tgtEl>
                                          <p:spTgt spid="42"/>
                                        </p:tgtEl>
                                        <p:attrNameLst>
                                          <p:attrName>style.visibility</p:attrName>
                                        </p:attrNameLst>
                                      </p:cBhvr>
                                      <p:to>
                                        <p:strVal val="visible"/>
                                      </p:to>
                                    </p:set>
                                    <p:animEffect transition="in" filter="fade">
                                      <p:cBhvr>
                                        <p:cTn id="36" dur="1000"/>
                                        <p:tgtEl>
                                          <p:spTgt spid="42"/>
                                        </p:tgtEl>
                                      </p:cBhvr>
                                    </p:animEffect>
                                    <p:anim calcmode="lin" valueType="num">
                                      <p:cBhvr>
                                        <p:cTn id="37" dur="1000" fill="hold"/>
                                        <p:tgtEl>
                                          <p:spTgt spid="42"/>
                                        </p:tgtEl>
                                        <p:attrNameLst>
                                          <p:attrName>ppt_x</p:attrName>
                                        </p:attrNameLst>
                                      </p:cBhvr>
                                      <p:tavLst>
                                        <p:tav tm="0">
                                          <p:val>
                                            <p:strVal val="#ppt_x"/>
                                          </p:val>
                                        </p:tav>
                                        <p:tav tm="100000">
                                          <p:val>
                                            <p:strVal val="#ppt_x"/>
                                          </p:val>
                                        </p:tav>
                                      </p:tavLst>
                                    </p:anim>
                                    <p:anim calcmode="lin" valueType="num">
                                      <p:cBhvr>
                                        <p:cTn id="38" dur="1000" fill="hold"/>
                                        <p:tgtEl>
                                          <p:spTgt spid="42"/>
                                        </p:tgtEl>
                                        <p:attrNameLst>
                                          <p:attrName>ppt_y</p:attrName>
                                        </p:attrNameLst>
                                      </p:cBhvr>
                                      <p:tavLst>
                                        <p:tav tm="0">
                                          <p:val>
                                            <p:strVal val="#ppt_y+.1"/>
                                          </p:val>
                                        </p:tav>
                                        <p:tav tm="100000">
                                          <p:val>
                                            <p:strVal val="#ppt_y"/>
                                          </p:val>
                                        </p:tav>
                                      </p:tavLst>
                                    </p:anim>
                                  </p:childTnLst>
                                </p:cTn>
                              </p:par>
                              <p:par>
                                <p:cTn id="39" presetID="42" presetClass="entr" presetSubtype="0" fill="hold" nodeType="withEffect">
                                  <p:stCondLst>
                                    <p:cond delay="0"/>
                                  </p:stCondLst>
                                  <p:childTnLst>
                                    <p:set>
                                      <p:cBhvr>
                                        <p:cTn id="40" dur="1" fill="hold">
                                          <p:stCondLst>
                                            <p:cond delay="0"/>
                                          </p:stCondLst>
                                        </p:cTn>
                                        <p:tgtEl>
                                          <p:spTgt spid="34"/>
                                        </p:tgtEl>
                                        <p:attrNameLst>
                                          <p:attrName>style.visibility</p:attrName>
                                        </p:attrNameLst>
                                      </p:cBhvr>
                                      <p:to>
                                        <p:strVal val="visible"/>
                                      </p:to>
                                    </p:set>
                                    <p:animEffect transition="in" filter="fade">
                                      <p:cBhvr>
                                        <p:cTn id="41" dur="1000"/>
                                        <p:tgtEl>
                                          <p:spTgt spid="34"/>
                                        </p:tgtEl>
                                      </p:cBhvr>
                                    </p:animEffect>
                                    <p:anim calcmode="lin" valueType="num">
                                      <p:cBhvr>
                                        <p:cTn id="42" dur="1000" fill="hold"/>
                                        <p:tgtEl>
                                          <p:spTgt spid="34"/>
                                        </p:tgtEl>
                                        <p:attrNameLst>
                                          <p:attrName>ppt_x</p:attrName>
                                        </p:attrNameLst>
                                      </p:cBhvr>
                                      <p:tavLst>
                                        <p:tav tm="0">
                                          <p:val>
                                            <p:strVal val="#ppt_x"/>
                                          </p:val>
                                        </p:tav>
                                        <p:tav tm="100000">
                                          <p:val>
                                            <p:strVal val="#ppt_x"/>
                                          </p:val>
                                        </p:tav>
                                      </p:tavLst>
                                    </p:anim>
                                    <p:anim calcmode="lin" valueType="num">
                                      <p:cBhvr>
                                        <p:cTn id="43" dur="1000" fill="hold"/>
                                        <p:tgtEl>
                                          <p:spTgt spid="34"/>
                                        </p:tgtEl>
                                        <p:attrNameLst>
                                          <p:attrName>ppt_y</p:attrName>
                                        </p:attrNameLst>
                                      </p:cBhvr>
                                      <p:tavLst>
                                        <p:tav tm="0">
                                          <p:val>
                                            <p:strVal val="#ppt_y+.1"/>
                                          </p:val>
                                        </p:tav>
                                        <p:tav tm="100000">
                                          <p:val>
                                            <p:strVal val="#ppt_y"/>
                                          </p:val>
                                        </p:tav>
                                      </p:tavLst>
                                    </p:anim>
                                  </p:childTnLst>
                                </p:cTn>
                              </p:par>
                              <p:par>
                                <p:cTn id="44" presetID="42" presetClass="entr" presetSubtype="0" fill="hold" nodeType="withEffect">
                                  <p:stCondLst>
                                    <p:cond delay="0"/>
                                  </p:stCondLst>
                                  <p:childTnLst>
                                    <p:set>
                                      <p:cBhvr>
                                        <p:cTn id="45" dur="1" fill="hold">
                                          <p:stCondLst>
                                            <p:cond delay="0"/>
                                          </p:stCondLst>
                                        </p:cTn>
                                        <p:tgtEl>
                                          <p:spTgt spid="18"/>
                                        </p:tgtEl>
                                        <p:attrNameLst>
                                          <p:attrName>style.visibility</p:attrName>
                                        </p:attrNameLst>
                                      </p:cBhvr>
                                      <p:to>
                                        <p:strVal val="visible"/>
                                      </p:to>
                                    </p:set>
                                    <p:animEffect transition="in" filter="fade">
                                      <p:cBhvr>
                                        <p:cTn id="46" dur="1000"/>
                                        <p:tgtEl>
                                          <p:spTgt spid="18"/>
                                        </p:tgtEl>
                                      </p:cBhvr>
                                    </p:animEffect>
                                    <p:anim calcmode="lin" valueType="num">
                                      <p:cBhvr>
                                        <p:cTn id="47" dur="1000" fill="hold"/>
                                        <p:tgtEl>
                                          <p:spTgt spid="18"/>
                                        </p:tgtEl>
                                        <p:attrNameLst>
                                          <p:attrName>ppt_x</p:attrName>
                                        </p:attrNameLst>
                                      </p:cBhvr>
                                      <p:tavLst>
                                        <p:tav tm="0">
                                          <p:val>
                                            <p:strVal val="#ppt_x"/>
                                          </p:val>
                                        </p:tav>
                                        <p:tav tm="100000">
                                          <p:val>
                                            <p:strVal val="#ppt_x"/>
                                          </p:val>
                                        </p:tav>
                                      </p:tavLst>
                                    </p:anim>
                                    <p:anim calcmode="lin" valueType="num">
                                      <p:cBhvr>
                                        <p:cTn id="48" dur="1000" fill="hold"/>
                                        <p:tgtEl>
                                          <p:spTgt spid="18"/>
                                        </p:tgtEl>
                                        <p:attrNameLst>
                                          <p:attrName>ppt_y</p:attrName>
                                        </p:attrNameLst>
                                      </p:cBhvr>
                                      <p:tavLst>
                                        <p:tav tm="0">
                                          <p:val>
                                            <p:strVal val="#ppt_y+.1"/>
                                          </p:val>
                                        </p:tav>
                                        <p:tav tm="100000">
                                          <p:val>
                                            <p:strVal val="#ppt_y"/>
                                          </p:val>
                                        </p:tav>
                                      </p:tavLst>
                                    </p:anim>
                                  </p:childTnLst>
                                </p:cTn>
                              </p:par>
                              <p:par>
                                <p:cTn id="49" presetID="42" presetClass="entr" presetSubtype="0" fill="hold" nodeType="withEffect">
                                  <p:stCondLst>
                                    <p:cond delay="0"/>
                                  </p:stCondLst>
                                  <p:childTnLst>
                                    <p:set>
                                      <p:cBhvr>
                                        <p:cTn id="50" dur="1" fill="hold">
                                          <p:stCondLst>
                                            <p:cond delay="0"/>
                                          </p:stCondLst>
                                        </p:cTn>
                                        <p:tgtEl>
                                          <p:spTgt spid="36"/>
                                        </p:tgtEl>
                                        <p:attrNameLst>
                                          <p:attrName>style.visibility</p:attrName>
                                        </p:attrNameLst>
                                      </p:cBhvr>
                                      <p:to>
                                        <p:strVal val="visible"/>
                                      </p:to>
                                    </p:set>
                                    <p:animEffect transition="in" filter="fade">
                                      <p:cBhvr>
                                        <p:cTn id="51" dur="1000"/>
                                        <p:tgtEl>
                                          <p:spTgt spid="36"/>
                                        </p:tgtEl>
                                      </p:cBhvr>
                                    </p:animEffect>
                                    <p:anim calcmode="lin" valueType="num">
                                      <p:cBhvr>
                                        <p:cTn id="52" dur="1000" fill="hold"/>
                                        <p:tgtEl>
                                          <p:spTgt spid="36"/>
                                        </p:tgtEl>
                                        <p:attrNameLst>
                                          <p:attrName>ppt_x</p:attrName>
                                        </p:attrNameLst>
                                      </p:cBhvr>
                                      <p:tavLst>
                                        <p:tav tm="0">
                                          <p:val>
                                            <p:strVal val="#ppt_x"/>
                                          </p:val>
                                        </p:tav>
                                        <p:tav tm="100000">
                                          <p:val>
                                            <p:strVal val="#ppt_x"/>
                                          </p:val>
                                        </p:tav>
                                      </p:tavLst>
                                    </p:anim>
                                    <p:anim calcmode="lin" valueType="num">
                                      <p:cBhvr>
                                        <p:cTn id="53" dur="1000" fill="hold"/>
                                        <p:tgtEl>
                                          <p:spTgt spid="36"/>
                                        </p:tgtEl>
                                        <p:attrNameLst>
                                          <p:attrName>ppt_y</p:attrName>
                                        </p:attrNameLst>
                                      </p:cBhvr>
                                      <p:tavLst>
                                        <p:tav tm="0">
                                          <p:val>
                                            <p:strVal val="#ppt_y+.1"/>
                                          </p:val>
                                        </p:tav>
                                        <p:tav tm="100000">
                                          <p:val>
                                            <p:strVal val="#ppt_y"/>
                                          </p:val>
                                        </p:tav>
                                      </p:tavLst>
                                    </p:anim>
                                  </p:childTnLst>
                                </p:cTn>
                              </p:par>
                            </p:childTnLst>
                          </p:cTn>
                        </p:par>
                        <p:par>
                          <p:cTn id="54" fill="hold">
                            <p:stCondLst>
                              <p:cond delay="1500"/>
                            </p:stCondLst>
                            <p:childTnLst>
                              <p:par>
                                <p:cTn id="55" presetID="2" presetClass="entr" presetSubtype="1" fill="hold" nodeType="afterEffect">
                                  <p:stCondLst>
                                    <p:cond delay="0"/>
                                  </p:stCondLst>
                                  <p:childTnLst>
                                    <p:set>
                                      <p:cBhvr>
                                        <p:cTn id="56" dur="1" fill="hold">
                                          <p:stCondLst>
                                            <p:cond delay="0"/>
                                          </p:stCondLst>
                                        </p:cTn>
                                        <p:tgtEl>
                                          <p:spTgt spid="10"/>
                                        </p:tgtEl>
                                        <p:attrNameLst>
                                          <p:attrName>style.visibility</p:attrName>
                                        </p:attrNameLst>
                                      </p:cBhvr>
                                      <p:to>
                                        <p:strVal val="visible"/>
                                      </p:to>
                                    </p:set>
                                    <p:anim calcmode="lin" valueType="num">
                                      <p:cBhvr additive="base">
                                        <p:cTn id="57" dur="500" fill="hold"/>
                                        <p:tgtEl>
                                          <p:spTgt spid="10"/>
                                        </p:tgtEl>
                                        <p:attrNameLst>
                                          <p:attrName>ppt_x</p:attrName>
                                        </p:attrNameLst>
                                      </p:cBhvr>
                                      <p:tavLst>
                                        <p:tav tm="0">
                                          <p:val>
                                            <p:strVal val="#ppt_x"/>
                                          </p:val>
                                        </p:tav>
                                        <p:tav tm="100000">
                                          <p:val>
                                            <p:strVal val="#ppt_x"/>
                                          </p:val>
                                        </p:tav>
                                      </p:tavLst>
                                    </p:anim>
                                    <p:anim calcmode="lin" valueType="num">
                                      <p:cBhvr additive="base">
                                        <p:cTn id="58" dur="500" fill="hold"/>
                                        <p:tgtEl>
                                          <p:spTgt spid="10"/>
                                        </p:tgtEl>
                                        <p:attrNameLst>
                                          <p:attrName>ppt_y</p:attrName>
                                        </p:attrNameLst>
                                      </p:cBhvr>
                                      <p:tavLst>
                                        <p:tav tm="0">
                                          <p:val>
                                            <p:strVal val="0-#ppt_h/2"/>
                                          </p:val>
                                        </p:tav>
                                        <p:tav tm="100000">
                                          <p:val>
                                            <p:strVal val="#ppt_y"/>
                                          </p:val>
                                        </p:tav>
                                      </p:tavLst>
                                    </p:anim>
                                  </p:childTnLst>
                                </p:cTn>
                              </p:par>
                              <p:par>
                                <p:cTn id="59" presetID="2" presetClass="entr" presetSubtype="1" fill="hold" nodeType="withEffect">
                                  <p:stCondLst>
                                    <p:cond delay="0"/>
                                  </p:stCondLst>
                                  <p:childTnLst>
                                    <p:set>
                                      <p:cBhvr>
                                        <p:cTn id="60" dur="1" fill="hold">
                                          <p:stCondLst>
                                            <p:cond delay="0"/>
                                          </p:stCondLst>
                                        </p:cTn>
                                        <p:tgtEl>
                                          <p:spTgt spid="12"/>
                                        </p:tgtEl>
                                        <p:attrNameLst>
                                          <p:attrName>style.visibility</p:attrName>
                                        </p:attrNameLst>
                                      </p:cBhvr>
                                      <p:to>
                                        <p:strVal val="visible"/>
                                      </p:to>
                                    </p:set>
                                    <p:anim calcmode="lin" valueType="num">
                                      <p:cBhvr additive="base">
                                        <p:cTn id="61" dur="500" fill="hold"/>
                                        <p:tgtEl>
                                          <p:spTgt spid="12"/>
                                        </p:tgtEl>
                                        <p:attrNameLst>
                                          <p:attrName>ppt_x</p:attrName>
                                        </p:attrNameLst>
                                      </p:cBhvr>
                                      <p:tavLst>
                                        <p:tav tm="0">
                                          <p:val>
                                            <p:strVal val="#ppt_x"/>
                                          </p:val>
                                        </p:tav>
                                        <p:tav tm="100000">
                                          <p:val>
                                            <p:strVal val="#ppt_x"/>
                                          </p:val>
                                        </p:tav>
                                      </p:tavLst>
                                    </p:anim>
                                    <p:anim calcmode="lin" valueType="num">
                                      <p:cBhvr additive="base">
                                        <p:cTn id="62" dur="500" fill="hold"/>
                                        <p:tgtEl>
                                          <p:spTgt spid="12"/>
                                        </p:tgtEl>
                                        <p:attrNameLst>
                                          <p:attrName>ppt_y</p:attrName>
                                        </p:attrNameLst>
                                      </p:cBhvr>
                                      <p:tavLst>
                                        <p:tav tm="0">
                                          <p:val>
                                            <p:strVal val="0-#ppt_h/2"/>
                                          </p:val>
                                        </p:tav>
                                        <p:tav tm="100000">
                                          <p:val>
                                            <p:strVal val="#ppt_y"/>
                                          </p:val>
                                        </p:tav>
                                      </p:tavLst>
                                    </p:anim>
                                  </p:childTnLst>
                                </p:cTn>
                              </p:par>
                              <p:par>
                                <p:cTn id="63" presetID="2" presetClass="entr" presetSubtype="1" fill="hold" nodeType="withEffect">
                                  <p:stCondLst>
                                    <p:cond delay="0"/>
                                  </p:stCondLst>
                                  <p:childTnLst>
                                    <p:set>
                                      <p:cBhvr>
                                        <p:cTn id="64" dur="1" fill="hold">
                                          <p:stCondLst>
                                            <p:cond delay="0"/>
                                          </p:stCondLst>
                                        </p:cTn>
                                        <p:tgtEl>
                                          <p:spTgt spid="48"/>
                                        </p:tgtEl>
                                        <p:attrNameLst>
                                          <p:attrName>style.visibility</p:attrName>
                                        </p:attrNameLst>
                                      </p:cBhvr>
                                      <p:to>
                                        <p:strVal val="visible"/>
                                      </p:to>
                                    </p:set>
                                    <p:anim calcmode="lin" valueType="num">
                                      <p:cBhvr additive="base">
                                        <p:cTn id="65" dur="500" fill="hold"/>
                                        <p:tgtEl>
                                          <p:spTgt spid="48"/>
                                        </p:tgtEl>
                                        <p:attrNameLst>
                                          <p:attrName>ppt_x</p:attrName>
                                        </p:attrNameLst>
                                      </p:cBhvr>
                                      <p:tavLst>
                                        <p:tav tm="0">
                                          <p:val>
                                            <p:strVal val="#ppt_x"/>
                                          </p:val>
                                        </p:tav>
                                        <p:tav tm="100000">
                                          <p:val>
                                            <p:strVal val="#ppt_x"/>
                                          </p:val>
                                        </p:tav>
                                      </p:tavLst>
                                    </p:anim>
                                    <p:anim calcmode="lin" valueType="num">
                                      <p:cBhvr additive="base">
                                        <p:cTn id="66" dur="500" fill="hold"/>
                                        <p:tgtEl>
                                          <p:spTgt spid="48"/>
                                        </p:tgtEl>
                                        <p:attrNameLst>
                                          <p:attrName>ppt_y</p:attrName>
                                        </p:attrNameLst>
                                      </p:cBhvr>
                                      <p:tavLst>
                                        <p:tav tm="0">
                                          <p:val>
                                            <p:strVal val="0-#ppt_h/2"/>
                                          </p:val>
                                        </p:tav>
                                        <p:tav tm="100000">
                                          <p:val>
                                            <p:strVal val="#ppt_y"/>
                                          </p:val>
                                        </p:tav>
                                      </p:tavLst>
                                    </p:anim>
                                  </p:childTnLst>
                                </p:cTn>
                              </p:par>
                            </p:childTnLst>
                          </p:cTn>
                        </p:par>
                        <p:par>
                          <p:cTn id="67" fill="hold">
                            <p:stCondLst>
                              <p:cond delay="2000"/>
                            </p:stCondLst>
                            <p:childTnLst>
                              <p:par>
                                <p:cTn id="68" presetID="2" presetClass="entr" presetSubtype="6" fill="hold" nodeType="afterEffect">
                                  <p:stCondLst>
                                    <p:cond delay="0"/>
                                  </p:stCondLst>
                                  <p:childTnLst>
                                    <p:set>
                                      <p:cBhvr>
                                        <p:cTn id="69" dur="1" fill="hold">
                                          <p:stCondLst>
                                            <p:cond delay="0"/>
                                          </p:stCondLst>
                                        </p:cTn>
                                        <p:tgtEl>
                                          <p:spTgt spid="24"/>
                                        </p:tgtEl>
                                        <p:attrNameLst>
                                          <p:attrName>style.visibility</p:attrName>
                                        </p:attrNameLst>
                                      </p:cBhvr>
                                      <p:to>
                                        <p:strVal val="visible"/>
                                      </p:to>
                                    </p:set>
                                    <p:anim calcmode="lin" valueType="num">
                                      <p:cBhvr additive="base">
                                        <p:cTn id="70" dur="500" fill="hold"/>
                                        <p:tgtEl>
                                          <p:spTgt spid="24"/>
                                        </p:tgtEl>
                                        <p:attrNameLst>
                                          <p:attrName>ppt_x</p:attrName>
                                        </p:attrNameLst>
                                      </p:cBhvr>
                                      <p:tavLst>
                                        <p:tav tm="0">
                                          <p:val>
                                            <p:strVal val="1+#ppt_w/2"/>
                                          </p:val>
                                        </p:tav>
                                        <p:tav tm="100000">
                                          <p:val>
                                            <p:strVal val="#ppt_x"/>
                                          </p:val>
                                        </p:tav>
                                      </p:tavLst>
                                    </p:anim>
                                    <p:anim calcmode="lin" valueType="num">
                                      <p:cBhvr additive="base">
                                        <p:cTn id="71" dur="500" fill="hold"/>
                                        <p:tgtEl>
                                          <p:spTgt spid="24"/>
                                        </p:tgtEl>
                                        <p:attrNameLst>
                                          <p:attrName>ppt_y</p:attrName>
                                        </p:attrNameLst>
                                      </p:cBhvr>
                                      <p:tavLst>
                                        <p:tav tm="0">
                                          <p:val>
                                            <p:strVal val="1+#ppt_h/2"/>
                                          </p:val>
                                        </p:tav>
                                        <p:tav tm="100000">
                                          <p:val>
                                            <p:strVal val="#ppt_y"/>
                                          </p:val>
                                        </p:tav>
                                      </p:tavLst>
                                    </p:anim>
                                  </p:childTnLst>
                                </p:cTn>
                              </p:par>
                              <p:par>
                                <p:cTn id="72" presetID="2" presetClass="entr" presetSubtype="6" fill="hold" nodeType="withEffect">
                                  <p:stCondLst>
                                    <p:cond delay="0"/>
                                  </p:stCondLst>
                                  <p:childTnLst>
                                    <p:set>
                                      <p:cBhvr>
                                        <p:cTn id="73" dur="1" fill="hold">
                                          <p:stCondLst>
                                            <p:cond delay="0"/>
                                          </p:stCondLst>
                                        </p:cTn>
                                        <p:tgtEl>
                                          <p:spTgt spid="28"/>
                                        </p:tgtEl>
                                        <p:attrNameLst>
                                          <p:attrName>style.visibility</p:attrName>
                                        </p:attrNameLst>
                                      </p:cBhvr>
                                      <p:to>
                                        <p:strVal val="visible"/>
                                      </p:to>
                                    </p:set>
                                    <p:anim calcmode="lin" valueType="num">
                                      <p:cBhvr additive="base">
                                        <p:cTn id="74" dur="500" fill="hold"/>
                                        <p:tgtEl>
                                          <p:spTgt spid="28"/>
                                        </p:tgtEl>
                                        <p:attrNameLst>
                                          <p:attrName>ppt_x</p:attrName>
                                        </p:attrNameLst>
                                      </p:cBhvr>
                                      <p:tavLst>
                                        <p:tav tm="0">
                                          <p:val>
                                            <p:strVal val="1+#ppt_w/2"/>
                                          </p:val>
                                        </p:tav>
                                        <p:tav tm="100000">
                                          <p:val>
                                            <p:strVal val="#ppt_x"/>
                                          </p:val>
                                        </p:tav>
                                      </p:tavLst>
                                    </p:anim>
                                    <p:anim calcmode="lin" valueType="num">
                                      <p:cBhvr additive="base">
                                        <p:cTn id="75" dur="500" fill="hold"/>
                                        <p:tgtEl>
                                          <p:spTgt spid="28"/>
                                        </p:tgtEl>
                                        <p:attrNameLst>
                                          <p:attrName>ppt_y</p:attrName>
                                        </p:attrNameLst>
                                      </p:cBhvr>
                                      <p:tavLst>
                                        <p:tav tm="0">
                                          <p:val>
                                            <p:strVal val="1+#ppt_h/2"/>
                                          </p:val>
                                        </p:tav>
                                        <p:tav tm="100000">
                                          <p:val>
                                            <p:strVal val="#ppt_y"/>
                                          </p:val>
                                        </p:tav>
                                      </p:tavLst>
                                    </p:anim>
                                  </p:childTnLst>
                                </p:cTn>
                              </p:par>
                              <p:par>
                                <p:cTn id="76" presetID="2" presetClass="entr" presetSubtype="6" fill="hold" nodeType="withEffect">
                                  <p:stCondLst>
                                    <p:cond delay="0"/>
                                  </p:stCondLst>
                                  <p:childTnLst>
                                    <p:set>
                                      <p:cBhvr>
                                        <p:cTn id="77" dur="1" fill="hold">
                                          <p:stCondLst>
                                            <p:cond delay="0"/>
                                          </p:stCondLst>
                                        </p:cTn>
                                        <p:tgtEl>
                                          <p:spTgt spid="44"/>
                                        </p:tgtEl>
                                        <p:attrNameLst>
                                          <p:attrName>style.visibility</p:attrName>
                                        </p:attrNameLst>
                                      </p:cBhvr>
                                      <p:to>
                                        <p:strVal val="visible"/>
                                      </p:to>
                                    </p:set>
                                    <p:anim calcmode="lin" valueType="num">
                                      <p:cBhvr additive="base">
                                        <p:cTn id="78" dur="500" fill="hold"/>
                                        <p:tgtEl>
                                          <p:spTgt spid="44"/>
                                        </p:tgtEl>
                                        <p:attrNameLst>
                                          <p:attrName>ppt_x</p:attrName>
                                        </p:attrNameLst>
                                      </p:cBhvr>
                                      <p:tavLst>
                                        <p:tav tm="0">
                                          <p:val>
                                            <p:strVal val="1+#ppt_w/2"/>
                                          </p:val>
                                        </p:tav>
                                        <p:tav tm="100000">
                                          <p:val>
                                            <p:strVal val="#ppt_x"/>
                                          </p:val>
                                        </p:tav>
                                      </p:tavLst>
                                    </p:anim>
                                    <p:anim calcmode="lin" valueType="num">
                                      <p:cBhvr additive="base">
                                        <p:cTn id="79" dur="500" fill="hold"/>
                                        <p:tgtEl>
                                          <p:spTgt spid="44"/>
                                        </p:tgtEl>
                                        <p:attrNameLst>
                                          <p:attrName>ppt_y</p:attrName>
                                        </p:attrNameLst>
                                      </p:cBhvr>
                                      <p:tavLst>
                                        <p:tav tm="0">
                                          <p:val>
                                            <p:strVal val="1+#ppt_h/2"/>
                                          </p:val>
                                        </p:tav>
                                        <p:tav tm="100000">
                                          <p:val>
                                            <p:strVal val="#ppt_y"/>
                                          </p:val>
                                        </p:tav>
                                      </p:tavLst>
                                    </p:anim>
                                  </p:childTnLst>
                                </p:cTn>
                              </p:par>
                              <p:par>
                                <p:cTn id="80" presetID="2" presetClass="entr" presetSubtype="6" fill="hold" nodeType="withEffect">
                                  <p:stCondLst>
                                    <p:cond delay="0"/>
                                  </p:stCondLst>
                                  <p:childTnLst>
                                    <p:set>
                                      <p:cBhvr>
                                        <p:cTn id="81" dur="1" fill="hold">
                                          <p:stCondLst>
                                            <p:cond delay="0"/>
                                          </p:stCondLst>
                                        </p:cTn>
                                        <p:tgtEl>
                                          <p:spTgt spid="14"/>
                                        </p:tgtEl>
                                        <p:attrNameLst>
                                          <p:attrName>style.visibility</p:attrName>
                                        </p:attrNameLst>
                                      </p:cBhvr>
                                      <p:to>
                                        <p:strVal val="visible"/>
                                      </p:to>
                                    </p:set>
                                    <p:anim calcmode="lin" valueType="num">
                                      <p:cBhvr additive="base">
                                        <p:cTn id="82" dur="500" fill="hold"/>
                                        <p:tgtEl>
                                          <p:spTgt spid="14"/>
                                        </p:tgtEl>
                                        <p:attrNameLst>
                                          <p:attrName>ppt_x</p:attrName>
                                        </p:attrNameLst>
                                      </p:cBhvr>
                                      <p:tavLst>
                                        <p:tav tm="0">
                                          <p:val>
                                            <p:strVal val="1+#ppt_w/2"/>
                                          </p:val>
                                        </p:tav>
                                        <p:tav tm="100000">
                                          <p:val>
                                            <p:strVal val="#ppt_x"/>
                                          </p:val>
                                        </p:tav>
                                      </p:tavLst>
                                    </p:anim>
                                    <p:anim calcmode="lin" valueType="num">
                                      <p:cBhvr additive="base">
                                        <p:cTn id="83" dur="500" fill="hold"/>
                                        <p:tgtEl>
                                          <p:spTgt spid="14"/>
                                        </p:tgtEl>
                                        <p:attrNameLst>
                                          <p:attrName>ppt_y</p:attrName>
                                        </p:attrNameLst>
                                      </p:cBhvr>
                                      <p:tavLst>
                                        <p:tav tm="0">
                                          <p:val>
                                            <p:strVal val="1+#ppt_h/2"/>
                                          </p:val>
                                        </p:tav>
                                        <p:tav tm="100000">
                                          <p:val>
                                            <p:strVal val="#ppt_y"/>
                                          </p:val>
                                        </p:tav>
                                      </p:tavLst>
                                    </p:anim>
                                  </p:childTnLst>
                                </p:cTn>
                              </p:par>
                              <p:par>
                                <p:cTn id="84" presetID="2" presetClass="entr" presetSubtype="6" fill="hold" nodeType="withEffect">
                                  <p:stCondLst>
                                    <p:cond delay="0"/>
                                  </p:stCondLst>
                                  <p:childTnLst>
                                    <p:set>
                                      <p:cBhvr>
                                        <p:cTn id="85" dur="1" fill="hold">
                                          <p:stCondLst>
                                            <p:cond delay="0"/>
                                          </p:stCondLst>
                                        </p:cTn>
                                        <p:tgtEl>
                                          <p:spTgt spid="46"/>
                                        </p:tgtEl>
                                        <p:attrNameLst>
                                          <p:attrName>style.visibility</p:attrName>
                                        </p:attrNameLst>
                                      </p:cBhvr>
                                      <p:to>
                                        <p:strVal val="visible"/>
                                      </p:to>
                                    </p:set>
                                    <p:anim calcmode="lin" valueType="num">
                                      <p:cBhvr additive="base">
                                        <p:cTn id="86" dur="500" fill="hold"/>
                                        <p:tgtEl>
                                          <p:spTgt spid="46"/>
                                        </p:tgtEl>
                                        <p:attrNameLst>
                                          <p:attrName>ppt_x</p:attrName>
                                        </p:attrNameLst>
                                      </p:cBhvr>
                                      <p:tavLst>
                                        <p:tav tm="0">
                                          <p:val>
                                            <p:strVal val="1+#ppt_w/2"/>
                                          </p:val>
                                        </p:tav>
                                        <p:tav tm="100000">
                                          <p:val>
                                            <p:strVal val="#ppt_x"/>
                                          </p:val>
                                        </p:tav>
                                      </p:tavLst>
                                    </p:anim>
                                    <p:anim calcmode="lin" valueType="num">
                                      <p:cBhvr additive="base">
                                        <p:cTn id="87" dur="500" fill="hold"/>
                                        <p:tgtEl>
                                          <p:spTgt spid="46"/>
                                        </p:tgtEl>
                                        <p:attrNameLst>
                                          <p:attrName>ppt_y</p:attrName>
                                        </p:attrNameLst>
                                      </p:cBhvr>
                                      <p:tavLst>
                                        <p:tav tm="0">
                                          <p:val>
                                            <p:strVal val="1+#ppt_h/2"/>
                                          </p:val>
                                        </p:tav>
                                        <p:tav tm="100000">
                                          <p:val>
                                            <p:strVal val="#ppt_y"/>
                                          </p:val>
                                        </p:tav>
                                      </p:tavLst>
                                    </p:anim>
                                  </p:childTnLst>
                                </p:cTn>
                              </p:par>
                              <p:par>
                                <p:cTn id="88" presetID="2" presetClass="entr" presetSubtype="6" fill="hold" nodeType="withEffect">
                                  <p:stCondLst>
                                    <p:cond delay="0"/>
                                  </p:stCondLst>
                                  <p:childTnLst>
                                    <p:set>
                                      <p:cBhvr>
                                        <p:cTn id="89" dur="1" fill="hold">
                                          <p:stCondLst>
                                            <p:cond delay="0"/>
                                          </p:stCondLst>
                                        </p:cTn>
                                        <p:tgtEl>
                                          <p:spTgt spid="6"/>
                                        </p:tgtEl>
                                        <p:attrNameLst>
                                          <p:attrName>style.visibility</p:attrName>
                                        </p:attrNameLst>
                                      </p:cBhvr>
                                      <p:to>
                                        <p:strVal val="visible"/>
                                      </p:to>
                                    </p:set>
                                    <p:anim calcmode="lin" valueType="num">
                                      <p:cBhvr additive="base">
                                        <p:cTn id="90" dur="500" fill="hold"/>
                                        <p:tgtEl>
                                          <p:spTgt spid="6"/>
                                        </p:tgtEl>
                                        <p:attrNameLst>
                                          <p:attrName>ppt_x</p:attrName>
                                        </p:attrNameLst>
                                      </p:cBhvr>
                                      <p:tavLst>
                                        <p:tav tm="0">
                                          <p:val>
                                            <p:strVal val="1+#ppt_w/2"/>
                                          </p:val>
                                        </p:tav>
                                        <p:tav tm="100000">
                                          <p:val>
                                            <p:strVal val="#ppt_x"/>
                                          </p:val>
                                        </p:tav>
                                      </p:tavLst>
                                    </p:anim>
                                    <p:anim calcmode="lin" valueType="num">
                                      <p:cBhvr additive="base">
                                        <p:cTn id="91" dur="500" fill="hold"/>
                                        <p:tgtEl>
                                          <p:spTgt spid="6"/>
                                        </p:tgtEl>
                                        <p:attrNameLst>
                                          <p:attrName>ppt_y</p:attrName>
                                        </p:attrNameLst>
                                      </p:cBhvr>
                                      <p:tavLst>
                                        <p:tav tm="0">
                                          <p:val>
                                            <p:strVal val="1+#ppt_h/2"/>
                                          </p:val>
                                        </p:tav>
                                        <p:tav tm="100000">
                                          <p:val>
                                            <p:strVal val="#ppt_y"/>
                                          </p:val>
                                        </p:tav>
                                      </p:tavLst>
                                    </p:anim>
                                  </p:childTnLst>
                                </p:cTn>
                              </p:par>
                              <p:par>
                                <p:cTn id="92" presetID="2" presetClass="entr" presetSubtype="6" fill="hold" nodeType="withEffect">
                                  <p:stCondLst>
                                    <p:cond delay="0"/>
                                  </p:stCondLst>
                                  <p:childTnLst>
                                    <p:set>
                                      <p:cBhvr>
                                        <p:cTn id="93" dur="1" fill="hold">
                                          <p:stCondLst>
                                            <p:cond delay="0"/>
                                          </p:stCondLst>
                                        </p:cTn>
                                        <p:tgtEl>
                                          <p:spTgt spid="26"/>
                                        </p:tgtEl>
                                        <p:attrNameLst>
                                          <p:attrName>style.visibility</p:attrName>
                                        </p:attrNameLst>
                                      </p:cBhvr>
                                      <p:to>
                                        <p:strVal val="visible"/>
                                      </p:to>
                                    </p:set>
                                    <p:anim calcmode="lin" valueType="num">
                                      <p:cBhvr additive="base">
                                        <p:cTn id="94" dur="500" fill="hold"/>
                                        <p:tgtEl>
                                          <p:spTgt spid="26"/>
                                        </p:tgtEl>
                                        <p:attrNameLst>
                                          <p:attrName>ppt_x</p:attrName>
                                        </p:attrNameLst>
                                      </p:cBhvr>
                                      <p:tavLst>
                                        <p:tav tm="0">
                                          <p:val>
                                            <p:strVal val="1+#ppt_w/2"/>
                                          </p:val>
                                        </p:tav>
                                        <p:tav tm="100000">
                                          <p:val>
                                            <p:strVal val="#ppt_x"/>
                                          </p:val>
                                        </p:tav>
                                      </p:tavLst>
                                    </p:anim>
                                    <p:anim calcmode="lin" valueType="num">
                                      <p:cBhvr additive="base">
                                        <p:cTn id="95" dur="500" fill="hold"/>
                                        <p:tgtEl>
                                          <p:spTgt spid="26"/>
                                        </p:tgtEl>
                                        <p:attrNameLst>
                                          <p:attrName>ppt_y</p:attrName>
                                        </p:attrNameLst>
                                      </p:cBhvr>
                                      <p:tavLst>
                                        <p:tav tm="0">
                                          <p:val>
                                            <p:strVal val="1+#ppt_h/2"/>
                                          </p:val>
                                        </p:tav>
                                        <p:tav tm="100000">
                                          <p:val>
                                            <p:strVal val="#ppt_y"/>
                                          </p:val>
                                        </p:tav>
                                      </p:tavLst>
                                    </p:anim>
                                  </p:childTnLst>
                                </p:cTn>
                              </p:par>
                            </p:childTnLst>
                          </p:cTn>
                        </p:par>
                        <p:par>
                          <p:cTn id="96" fill="hold">
                            <p:stCondLst>
                              <p:cond delay="2500"/>
                            </p:stCondLst>
                            <p:childTnLst>
                              <p:par>
                                <p:cTn id="97" presetID="2" presetClass="entr" presetSubtype="3" fill="hold" nodeType="afterEffect">
                                  <p:stCondLst>
                                    <p:cond delay="0"/>
                                  </p:stCondLst>
                                  <p:childTnLst>
                                    <p:set>
                                      <p:cBhvr>
                                        <p:cTn id="98" dur="1" fill="hold">
                                          <p:stCondLst>
                                            <p:cond delay="0"/>
                                          </p:stCondLst>
                                        </p:cTn>
                                        <p:tgtEl>
                                          <p:spTgt spid="38"/>
                                        </p:tgtEl>
                                        <p:attrNameLst>
                                          <p:attrName>style.visibility</p:attrName>
                                        </p:attrNameLst>
                                      </p:cBhvr>
                                      <p:to>
                                        <p:strVal val="visible"/>
                                      </p:to>
                                    </p:set>
                                    <p:anim calcmode="lin" valueType="num">
                                      <p:cBhvr additive="base">
                                        <p:cTn id="99" dur="500" fill="hold"/>
                                        <p:tgtEl>
                                          <p:spTgt spid="38"/>
                                        </p:tgtEl>
                                        <p:attrNameLst>
                                          <p:attrName>ppt_x</p:attrName>
                                        </p:attrNameLst>
                                      </p:cBhvr>
                                      <p:tavLst>
                                        <p:tav tm="0">
                                          <p:val>
                                            <p:strVal val="1+#ppt_w/2"/>
                                          </p:val>
                                        </p:tav>
                                        <p:tav tm="100000">
                                          <p:val>
                                            <p:strVal val="#ppt_x"/>
                                          </p:val>
                                        </p:tav>
                                      </p:tavLst>
                                    </p:anim>
                                    <p:anim calcmode="lin" valueType="num">
                                      <p:cBhvr additive="base">
                                        <p:cTn id="100" dur="500" fill="hold"/>
                                        <p:tgtEl>
                                          <p:spTgt spid="38"/>
                                        </p:tgtEl>
                                        <p:attrNameLst>
                                          <p:attrName>ppt_y</p:attrName>
                                        </p:attrNameLst>
                                      </p:cBhvr>
                                      <p:tavLst>
                                        <p:tav tm="0">
                                          <p:val>
                                            <p:strVal val="0-#ppt_h/2"/>
                                          </p:val>
                                        </p:tav>
                                        <p:tav tm="100000">
                                          <p:val>
                                            <p:strVal val="#ppt_y"/>
                                          </p:val>
                                        </p:tav>
                                      </p:tavLst>
                                    </p:anim>
                                  </p:childTnLst>
                                </p:cTn>
                              </p:par>
                              <p:par>
                                <p:cTn id="101" presetID="2" presetClass="entr" presetSubtype="3" fill="hold" nodeType="withEffect">
                                  <p:stCondLst>
                                    <p:cond delay="0"/>
                                  </p:stCondLst>
                                  <p:childTnLst>
                                    <p:set>
                                      <p:cBhvr>
                                        <p:cTn id="102" dur="1" fill="hold">
                                          <p:stCondLst>
                                            <p:cond delay="0"/>
                                          </p:stCondLst>
                                        </p:cTn>
                                        <p:tgtEl>
                                          <p:spTgt spid="16"/>
                                        </p:tgtEl>
                                        <p:attrNameLst>
                                          <p:attrName>style.visibility</p:attrName>
                                        </p:attrNameLst>
                                      </p:cBhvr>
                                      <p:to>
                                        <p:strVal val="visible"/>
                                      </p:to>
                                    </p:set>
                                    <p:anim calcmode="lin" valueType="num">
                                      <p:cBhvr additive="base">
                                        <p:cTn id="103" dur="500" fill="hold"/>
                                        <p:tgtEl>
                                          <p:spTgt spid="16"/>
                                        </p:tgtEl>
                                        <p:attrNameLst>
                                          <p:attrName>ppt_x</p:attrName>
                                        </p:attrNameLst>
                                      </p:cBhvr>
                                      <p:tavLst>
                                        <p:tav tm="0">
                                          <p:val>
                                            <p:strVal val="1+#ppt_w/2"/>
                                          </p:val>
                                        </p:tav>
                                        <p:tav tm="100000">
                                          <p:val>
                                            <p:strVal val="#ppt_x"/>
                                          </p:val>
                                        </p:tav>
                                      </p:tavLst>
                                    </p:anim>
                                    <p:anim calcmode="lin" valueType="num">
                                      <p:cBhvr additive="base">
                                        <p:cTn id="104" dur="500" fill="hold"/>
                                        <p:tgtEl>
                                          <p:spTgt spid="16"/>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Marketing Starburst Light">
  <a:themeElements>
    <a:clrScheme name="Cisco Color Palette">
      <a:dk1>
        <a:srgbClr val="0D274D"/>
      </a:dk1>
      <a:lt1>
        <a:srgbClr val="414244"/>
      </a:lt1>
      <a:dk2>
        <a:srgbClr val="FFFFFF"/>
      </a:dk2>
      <a:lt2>
        <a:srgbClr val="0051AF"/>
      </a:lt2>
      <a:accent1>
        <a:srgbClr val="00BCEB"/>
      </a:accent1>
      <a:accent2>
        <a:srgbClr val="74BF4B"/>
      </a:accent2>
      <a:accent3>
        <a:srgbClr val="0051AF"/>
      </a:accent3>
      <a:accent4>
        <a:srgbClr val="E2E2E2"/>
      </a:accent4>
      <a:accent5>
        <a:srgbClr val="FBAB2C"/>
      </a:accent5>
      <a:accent6>
        <a:srgbClr val="E3241B"/>
      </a:accent6>
      <a:hlink>
        <a:srgbClr val="0050AE"/>
      </a:hlink>
      <a:folHlink>
        <a:srgbClr val="00BCEB"/>
      </a:folHlink>
    </a:clrScheme>
    <a:fontScheme name="Test">
      <a:majorFont>
        <a:latin typeface="CiscoSansTT Extra Light"/>
        <a:ea typeface=""/>
        <a:cs typeface=""/>
      </a:majorFont>
      <a:minorFont>
        <a:latin typeface="CiscoSansTT Ligh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a:noFill/>
        </a:ln>
        <a:effectLst/>
      </a:spPr>
      <a:bodyPr rtlCol="0" anchor="ctr"/>
      <a:lstStyle>
        <a:defPPr algn="ctr">
          <a:defRPr dirty="0" smtClean="0"/>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defRPr dirty="0" smtClean="0">
            <a:latin typeface="+mn-lt"/>
          </a:defRPr>
        </a:defPPr>
      </a:lstStyle>
    </a:txDef>
  </a:objectDefaults>
  <a:extraClrSchemeLst/>
  <a:extLst>
    <a:ext uri="{05A4C25C-085E-4340-85A3-A5531E510DB2}">
      <thm15:themeFamily xmlns:thm15="http://schemas.microsoft.com/office/thememl/2012/main" name="Marketing Starburst Light" id="{43395D67-A67F-4CBE-ACC1-D5B320DBCBB4}" vid="{CAAC7B24-C118-4E58-B5F0-260CCAE4BC56}"/>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2EE9FAC482673146995994D2B97470F4" ma:contentTypeVersion="6" ma:contentTypeDescription="Create a new document." ma:contentTypeScope="" ma:versionID="2fc281c28f22c8dd61b8fe12f4935764">
  <xsd:schema xmlns:xsd="http://www.w3.org/2001/XMLSchema" xmlns:xs="http://www.w3.org/2001/XMLSchema" xmlns:p="http://schemas.microsoft.com/office/2006/metadata/properties" xmlns:ns2="dacca4a4-b37f-4237-b310-a6a21be66b73" xmlns:ns3="d63a1a88-90fe-4e09-82ed-9d20470d5894" targetNamespace="http://schemas.microsoft.com/office/2006/metadata/properties" ma:root="true" ma:fieldsID="06afe74dbe284bbcf6c65dbcd1d86586" ns2:_="" ns3:_="">
    <xsd:import namespace="dacca4a4-b37f-4237-b310-a6a21be66b73"/>
    <xsd:import namespace="d63a1a88-90fe-4e09-82ed-9d20470d5894"/>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3:SharedWithUsers" minOccurs="0"/>
                <xsd:element ref="ns3:SharedWithDetail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acca4a4-b37f-4237-b310-a6a21be66b7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MediaServiceSearchProperties" ma:index="13"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d63a1a88-90fe-4e09-82ed-9d20470d5894" elementFormDefault="qualified">
    <xsd:import namespace="http://schemas.microsoft.com/office/2006/documentManagement/types"/>
    <xsd:import namespace="http://schemas.microsoft.com/office/infopath/2007/PartnerControls"/>
    <xsd:element name="SharedWithUsers" ma:index="1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2"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SharedWithUsers xmlns="d63a1a88-90fe-4e09-82ed-9d20470d5894">
      <UserInfo>
        <DisplayName>Sarah Doak (sadoak)</DisplayName>
        <AccountId>83</AccountId>
        <AccountType/>
      </UserInfo>
      <UserInfo>
        <DisplayName>Jess Bevilacqua (jbevilac)</DisplayName>
        <AccountId>87</AccountId>
        <AccountType/>
      </UserInfo>
      <UserInfo>
        <DisplayName>Jessica Bauerlein Widener (jbauerle)</DisplayName>
        <AccountId>16</AccountId>
        <AccountType/>
      </UserInfo>
      <UserInfo>
        <DisplayName>Christy Parker (chrpark2)</DisplayName>
        <AccountId>48</AccountId>
        <AccountType/>
      </UserInfo>
      <UserInfo>
        <DisplayName>Kaylin Zimmerman (kazimmer)</DisplayName>
        <AccountId>97</AccountId>
        <AccountType/>
      </UserInfo>
      <UserInfo>
        <DisplayName>Ariel Myrie -X (cmyrie - BIS CONSULTING INC at Cisco)</DisplayName>
        <AccountId>6</AccountId>
        <AccountType/>
      </UserInfo>
      <UserInfo>
        <DisplayName>Stephanie Wong -X (stephawo - MRM MCCANN at Cisco)</DisplayName>
        <AccountId>99</AccountId>
        <AccountType/>
      </UserInfo>
    </SharedWithUser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007DDBDF-2BEF-4087-BBBA-0210947D8F4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acca4a4-b37f-4237-b310-a6a21be66b73"/>
    <ds:schemaRef ds:uri="d63a1a88-90fe-4e09-82ed-9d20470d589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7AA9BF1E-FC89-499B-80C6-BE426BD23FDF}">
  <ds:schemaRefs>
    <ds:schemaRef ds:uri="http://schemas.microsoft.com/office/2006/documentManagement/types"/>
    <ds:schemaRef ds:uri="http://purl.org/dc/dcmitype/"/>
    <ds:schemaRef ds:uri="dacca4a4-b37f-4237-b310-a6a21be66b73"/>
    <ds:schemaRef ds:uri="http://www.w3.org/XML/1998/namespace"/>
    <ds:schemaRef ds:uri="http://schemas.microsoft.com/office/infopath/2007/PartnerControls"/>
    <ds:schemaRef ds:uri="http://schemas.openxmlformats.org/package/2006/metadata/core-properties"/>
    <ds:schemaRef ds:uri="http://purl.org/dc/elements/1.1/"/>
    <ds:schemaRef ds:uri="d63a1a88-90fe-4e09-82ed-9d20470d5894"/>
    <ds:schemaRef ds:uri="http://schemas.microsoft.com/office/2006/metadata/properties"/>
    <ds:schemaRef ds:uri="http://purl.org/dc/terms/"/>
  </ds:schemaRefs>
</ds:datastoreItem>
</file>

<file path=customXml/itemProps3.xml><?xml version="1.0" encoding="utf-8"?>
<ds:datastoreItem xmlns:ds="http://schemas.openxmlformats.org/officeDocument/2006/customXml" ds:itemID="{492C20F8-B427-484F-9182-36D39377E05B}">
  <ds:schemaRefs>
    <ds:schemaRef ds:uri="http://schemas.microsoft.com/sharepoint/v3/contenttype/forms"/>
  </ds:schemaRefs>
</ds:datastoreItem>
</file>

<file path=docMetadata/LabelInfo.xml><?xml version="1.0" encoding="utf-8"?>
<clbl:labelList xmlns:clbl="http://schemas.microsoft.com/office/2020/mipLabelMetadata">
  <clbl:label id="{c8f49a32-fde3-48a5-9266-b5b0972a22dc}" enabled="1" method="Standard" siteId="{5ae1af62-9505-4097-a69a-c1553ef7840e}" removed="0"/>
</clbl:labelList>
</file>

<file path=docProps/app.xml><?xml version="1.0" encoding="utf-8"?>
<Properties xmlns="http://schemas.openxmlformats.org/officeDocument/2006/extended-properties" xmlns:vt="http://schemas.openxmlformats.org/officeDocument/2006/docPropsVTypes">
  <Template>Marketing Starburst Light</Template>
  <TotalTime>244</TotalTime>
  <Words>318</Words>
  <Application>Microsoft Office PowerPoint</Application>
  <PresentationFormat>Widescreen</PresentationFormat>
  <Paragraphs>73</Paragraphs>
  <Slides>4</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vt:i4>
      </vt:variant>
    </vt:vector>
  </HeadingPairs>
  <TitlesOfParts>
    <vt:vector size="11" baseType="lpstr">
      <vt:lpstr>Arial</vt:lpstr>
      <vt:lpstr>Calibri</vt:lpstr>
      <vt:lpstr>CiscoSansTT</vt:lpstr>
      <vt:lpstr>CiscoSansTT ExtraLight</vt:lpstr>
      <vt:lpstr>CiscoSansTT Light</vt:lpstr>
      <vt:lpstr>CiscoSansTT Medium</vt:lpstr>
      <vt:lpstr>Marketing Starburst Light</vt:lpstr>
      <vt:lpstr>Defining Scope – ID move to Workfront</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Defining Scope – ID move to Workfront</dc:title>
  <dc:creator>Amanda Chenery (achenery)</dc:creator>
  <cp:lastModifiedBy>Amanda Chenery (achenery)</cp:lastModifiedBy>
  <cp:revision>3</cp:revision>
  <dcterms:created xsi:type="dcterms:W3CDTF">2023-08-02T12:15:21Z</dcterms:created>
  <dcterms:modified xsi:type="dcterms:W3CDTF">2026-06-23T11:49:53Z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0x0101002EE9FAC482673146995994D2B97470F4</vt:lpwstr>
  </property>
  <property fmtid="{D5CDD505-2E9C-101B-9397-08002B2CF9AE}" pid="3" name="MSIP_Label_c8f49a32-fde3-48a5-9266-b5b0972a22dc_Enabled">
    <vt:lpwstr>true</vt:lpwstr>
  </property>
  <property fmtid="{D5CDD505-2E9C-101B-9397-08002B2CF9AE}" pid="4" name="MSIP_Label_c8f49a32-fde3-48a5-9266-b5b0972a22dc_SetDate">
    <vt:lpwstr>2024-07-16T11:08:36Z</vt:lpwstr>
  </property>
  <property fmtid="{D5CDD505-2E9C-101B-9397-08002B2CF9AE}" pid="5" name="MSIP_Label_c8f49a32-fde3-48a5-9266-b5b0972a22dc_Method">
    <vt:lpwstr>Standard</vt:lpwstr>
  </property>
  <property fmtid="{D5CDD505-2E9C-101B-9397-08002B2CF9AE}" pid="6" name="MSIP_Label_c8f49a32-fde3-48a5-9266-b5b0972a22dc_Name">
    <vt:lpwstr>Cisco Confidential</vt:lpwstr>
  </property>
  <property fmtid="{D5CDD505-2E9C-101B-9397-08002B2CF9AE}" pid="7" name="MSIP_Label_c8f49a32-fde3-48a5-9266-b5b0972a22dc_SiteId">
    <vt:lpwstr>5ae1af62-9505-4097-a69a-c1553ef7840e</vt:lpwstr>
  </property>
  <property fmtid="{D5CDD505-2E9C-101B-9397-08002B2CF9AE}" pid="8" name="MSIP_Label_c8f49a32-fde3-48a5-9266-b5b0972a22dc_ActionId">
    <vt:lpwstr>5e35344d-a124-4bf1-b4e7-2c711076a0dc</vt:lpwstr>
  </property>
  <property fmtid="{D5CDD505-2E9C-101B-9397-08002B2CF9AE}" pid="9" name="MSIP_Label_c8f49a32-fde3-48a5-9266-b5b0972a22dc_ContentBits">
    <vt:lpwstr>2</vt:lpwstr>
  </property>
  <property fmtid="{D5CDD505-2E9C-101B-9397-08002B2CF9AE}" pid="10" name="ClassificationContentMarkingFooterLocations">
    <vt:lpwstr>Marketing Starburst Light:3</vt:lpwstr>
  </property>
  <property fmtid="{D5CDD505-2E9C-101B-9397-08002B2CF9AE}" pid="11" name="ClassificationContentMarkingFooterText">
    <vt:lpwstr>Cisco Confidential</vt:lpwstr>
  </property>
</Properties>
</file>