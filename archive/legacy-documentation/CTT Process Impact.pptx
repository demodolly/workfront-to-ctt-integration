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2.xml" ContentType="application/vnd.openxmlformats-officedocument.theme+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theme/theme3.xml" ContentType="application/vnd.openxmlformats-officedocument.theme+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17" r:id="rId5"/>
    <p:sldMasterId id="2147483774" r:id="rId6"/>
    <p:sldMasterId id="2147483827" r:id="rId7"/>
  </p:sldMasterIdLst>
  <p:notesMasterIdLst>
    <p:notesMasterId r:id="rId27"/>
  </p:notesMasterIdLst>
  <p:sldIdLst>
    <p:sldId id="261" r:id="rId8"/>
    <p:sldId id="256" r:id="rId9"/>
    <p:sldId id="265" r:id="rId10"/>
    <p:sldId id="316" r:id="rId11"/>
    <p:sldId id="268" r:id="rId12"/>
    <p:sldId id="266" r:id="rId13"/>
    <p:sldId id="262" r:id="rId14"/>
    <p:sldId id="263" r:id="rId15"/>
    <p:sldId id="314" r:id="rId16"/>
    <p:sldId id="315" r:id="rId17"/>
    <p:sldId id="318" r:id="rId18"/>
    <p:sldId id="258" r:id="rId19"/>
    <p:sldId id="267" r:id="rId20"/>
    <p:sldId id="264" r:id="rId21"/>
    <p:sldId id="317" r:id="rId22"/>
    <p:sldId id="269" r:id="rId23"/>
    <p:sldId id="270" r:id="rId24"/>
    <p:sldId id="259" r:id="rId25"/>
    <p:sldId id="260" r:id="rId26"/>
  </p:sldIdLst>
  <p:sldSz cx="12192000" cy="6858000"/>
  <p:notesSz cx="6858000" cy="9144000"/>
  <p:defaultTextStyle>
    <a:defPPr>
      <a:defRPr lang="en-US"/>
    </a:defPPr>
    <a:lvl1pPr algn="l" defTabSz="609559"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3047797" algn="l" defTabSz="609559" rtl="0" eaLnBrk="1" latinLnBrk="0" hangingPunct="1">
      <a:defRPr kern="1200">
        <a:solidFill>
          <a:schemeClr val="tx1"/>
        </a:solidFill>
        <a:latin typeface="Arial" charset="0"/>
        <a:ea typeface="ＭＳ Ｐゴシック" charset="0"/>
        <a:cs typeface="ＭＳ Ｐゴシック" charset="0"/>
      </a:defRPr>
    </a:lvl6pPr>
    <a:lvl7pPr marL="3657357" algn="l" defTabSz="609559" rtl="0" eaLnBrk="1" latinLnBrk="0" hangingPunct="1">
      <a:defRPr kern="1200">
        <a:solidFill>
          <a:schemeClr val="tx1"/>
        </a:solidFill>
        <a:latin typeface="Arial" charset="0"/>
        <a:ea typeface="ＭＳ Ｐゴシック" charset="0"/>
        <a:cs typeface="ＭＳ Ｐゴシック" charset="0"/>
      </a:defRPr>
    </a:lvl7pPr>
    <a:lvl8pPr marL="4266915" algn="l" defTabSz="609559" rtl="0" eaLnBrk="1" latinLnBrk="0" hangingPunct="1">
      <a:defRPr kern="1200">
        <a:solidFill>
          <a:schemeClr val="tx1"/>
        </a:solidFill>
        <a:latin typeface="Arial" charset="0"/>
        <a:ea typeface="ＭＳ Ｐゴシック" charset="0"/>
        <a:cs typeface="ＭＳ Ｐゴシック" charset="0"/>
      </a:defRPr>
    </a:lvl8pPr>
    <a:lvl9pPr marL="4876475" algn="l" defTabSz="609559"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291"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98C071-9AB4-4C5C-A546-8CE3F88D193B}" type="datetimeFigureOut">
              <a:rPr lang="en-GB" smtClean="0"/>
              <a:t>23/06/2026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DC0E7A-14A7-4808-B748-EB448888307A}" type="slidenum">
              <a:rPr lang="en-GB" smtClean="0"/>
              <a:t>‹#›</a:t>
            </a:fld>
            <a:endParaRPr lang="en-GB"/>
          </a:p>
        </p:txBody>
      </p:sp>
    </p:spTree>
    <p:extLst>
      <p:ext uri="{BB962C8B-B14F-4D97-AF65-F5344CB8AC3E}">
        <p14:creationId xmlns:p14="http://schemas.microsoft.com/office/powerpoint/2010/main" val="2185787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GB" sz="1800">
                <a:solidFill>
                  <a:srgbClr val="343537"/>
                </a:solidFill>
                <a:effectLst/>
                <a:latin typeface="Helvetica" panose="020B0604020202020204" pitchFamily="34" charset="0"/>
                <a:ea typeface="Times New Roman" panose="02020603050405020304" pitchFamily="18" charset="0"/>
                <a:cs typeface="Times New Roman" panose="02020603050405020304" pitchFamily="18" charset="0"/>
              </a:rPr>
              <a:t>Today we use Omni channel IDs for multiple different reason. We use it to try and calculate return on investment by decorating internal pages with IDs. They used they are used to inform processes in downstream systems, such as defined business categories, routing and aligning outreach sequences to drive the LDRs conversation.  We also look at IDs for measuring performance and how well, activities offers and channels are working </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a:solidFill>
                  <a:srgbClr val="343537"/>
                </a:solidFill>
                <a:effectLst/>
                <a:latin typeface="Helvetica" panose="020B0604020202020204" pitchFamily="34" charset="0"/>
                <a:ea typeface="Times New Roman" panose="02020603050405020304" pitchFamily="18" charset="0"/>
                <a:cs typeface="Times New Roman" panose="02020603050405020304" pitchFamily="18" charset="0"/>
              </a:rPr>
              <a:t> </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a:solidFill>
                  <a:srgbClr val="343537"/>
                </a:solidFill>
                <a:effectLst/>
                <a:latin typeface="Helvetica" panose="020B0604020202020204" pitchFamily="34" charset="0"/>
                <a:ea typeface="Times New Roman" panose="02020603050405020304" pitchFamily="18" charset="0"/>
                <a:cs typeface="Times New Roman" panose="02020603050405020304" pitchFamily="18" charset="0"/>
              </a:rPr>
              <a:t> </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a:solidFill>
                  <a:srgbClr val="343537"/>
                </a:solidFill>
                <a:effectLst/>
                <a:latin typeface="Helvetica" panose="020B0604020202020204" pitchFamily="34" charset="0"/>
                <a:ea typeface="Times New Roman" panose="02020603050405020304" pitchFamily="18" charset="0"/>
                <a:cs typeface="Times New Roman" panose="02020603050405020304" pitchFamily="18" charset="0"/>
              </a:rPr>
              <a:t>On all our Web pages, we have Java script, and the Java script is looking to find the best place to find the corresponding Omni channel IDs. The 1st place that we look is within the URL of the query string for specific trigger ids &amp;</a:t>
            </a:r>
            <a:r>
              <a:rPr lang="en-GB" sz="1800" err="1">
                <a:solidFill>
                  <a:srgbClr val="343537"/>
                </a:solidFill>
                <a:effectLst/>
                <a:latin typeface="Helvetica" panose="020B0604020202020204" pitchFamily="34" charset="0"/>
                <a:ea typeface="Times New Roman" panose="02020603050405020304" pitchFamily="18" charset="0"/>
                <a:cs typeface="Times New Roman" panose="02020603050405020304" pitchFamily="18" charset="0"/>
              </a:rPr>
              <a:t>ccid</a:t>
            </a:r>
            <a:r>
              <a:rPr lang="en-GB" sz="1800">
                <a:solidFill>
                  <a:srgbClr val="343537"/>
                </a:solidFill>
                <a:effectLst/>
                <a:latin typeface="Helvetica" panose="020B0604020202020204" pitchFamily="34" charset="0"/>
                <a:ea typeface="Times New Roman" panose="02020603050405020304" pitchFamily="18" charset="0"/>
                <a:cs typeface="Times New Roman" panose="02020603050405020304" pitchFamily="18" charset="0"/>
              </a:rPr>
              <a:t>= etc. if the ID is found in this specific format, we write the data to local storage and keep that ID to pass downstream until if finds another ID in a URL.</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a:solidFill>
                  <a:srgbClr val="343537"/>
                </a:solidFill>
                <a:effectLst/>
                <a:latin typeface="Helvetica" panose="020B0604020202020204" pitchFamily="34" charset="0"/>
                <a:ea typeface="Times New Roman" panose="02020603050405020304" pitchFamily="18" charset="0"/>
                <a:cs typeface="Times New Roman" panose="02020603050405020304" pitchFamily="18" charset="0"/>
              </a:rPr>
              <a:t> </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a:solidFill>
                  <a:srgbClr val="343537"/>
                </a:solidFill>
                <a:effectLst/>
                <a:latin typeface="Helvetica" panose="020B0604020202020204" pitchFamily="34" charset="0"/>
                <a:ea typeface="Times New Roman" panose="02020603050405020304" pitchFamily="18" charset="0"/>
                <a:cs typeface="Times New Roman" panose="02020603050405020304" pitchFamily="18" charset="0"/>
              </a:rPr>
              <a:t>If there are no IDs in the query string, we will look at the local storage when someone comes onto Cisco.com they are given the option to store cookies at that point. If they are accepting that information, we will store the latest Omni channel information in their local storage.</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a:solidFill>
                  <a:srgbClr val="343537"/>
                </a:solidFill>
                <a:effectLst/>
                <a:latin typeface="Helvetica" panose="020B0604020202020204" pitchFamily="34" charset="0"/>
                <a:ea typeface="Times New Roman" panose="02020603050405020304" pitchFamily="18" charset="0"/>
                <a:cs typeface="Times New Roman" panose="02020603050405020304" pitchFamily="18" charset="0"/>
              </a:rPr>
              <a:t> </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a:solidFill>
                  <a:srgbClr val="343537"/>
                </a:solidFill>
                <a:effectLst/>
                <a:latin typeface="Helvetica" panose="020B0604020202020204" pitchFamily="34" charset="0"/>
                <a:ea typeface="Times New Roman" panose="02020603050405020304" pitchFamily="18" charset="0"/>
                <a:cs typeface="Times New Roman" panose="02020603050405020304" pitchFamily="18" charset="0"/>
              </a:rPr>
              <a:t>If we have no information in either the URL query string or in the local storage, we will look at the form fill in the landing page. When setting up your DCDs, you'll be aligning your IDs onto the landing page.</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a:solidFill>
                  <a:srgbClr val="343537"/>
                </a:solidFill>
                <a:effectLst/>
                <a:latin typeface="Helvetica" panose="020B0604020202020204" pitchFamily="34" charset="0"/>
                <a:ea typeface="Times New Roman" panose="02020603050405020304" pitchFamily="18" charset="0"/>
                <a:cs typeface="Times New Roman" panose="02020603050405020304" pitchFamily="18" charset="0"/>
              </a:rPr>
              <a:t> </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a:solidFill>
                  <a:srgbClr val="343537"/>
                </a:solidFill>
                <a:effectLst/>
                <a:latin typeface="Helvetica" panose="020B0604020202020204" pitchFamily="34" charset="0"/>
                <a:ea typeface="Times New Roman" panose="02020603050405020304" pitchFamily="18" charset="0"/>
                <a:cs typeface="Times New Roman" panose="02020603050405020304" pitchFamily="18" charset="0"/>
              </a:rPr>
              <a:t>As a last resort, if none of the Omni channel ideas can be found in any of the previous places, we have some logic to try and work out the correct activity ID determined by the product page that you were last on</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p>
            <a:endParaRPr lang="en-GB"/>
          </a:p>
        </p:txBody>
      </p:sp>
      <p:sp>
        <p:nvSpPr>
          <p:cNvPr id="4" name="Slide Number Placeholder 3"/>
          <p:cNvSpPr>
            <a:spLocks noGrp="1"/>
          </p:cNvSpPr>
          <p:nvPr>
            <p:ph type="sldNum" sz="quarter" idx="5"/>
          </p:nvPr>
        </p:nvSpPr>
        <p:spPr/>
        <p:txBody>
          <a:bodyPr/>
          <a:lstStyle/>
          <a:p>
            <a:pPr marL="0" marR="0" lvl="0" indent="0" algn="r" defTabSz="609559" rtl="0" eaLnBrk="1" fontAlgn="base" latinLnBrk="0" hangingPunct="1">
              <a:lnSpc>
                <a:spcPct val="100000"/>
              </a:lnSpc>
              <a:spcBef>
                <a:spcPct val="0"/>
              </a:spcBef>
              <a:spcAft>
                <a:spcPct val="0"/>
              </a:spcAft>
              <a:buClrTx/>
              <a:buSzTx/>
              <a:buFontTx/>
              <a:buNone/>
              <a:tabLst/>
              <a:defRPr/>
            </a:pPr>
            <a:fld id="{1ECFCB17-EF2B-4B00-A946-7CCEC0F25E3B}" type="slidenum">
              <a:rPr kumimoji="0" lang="en-GB" sz="1200" b="0" i="0" u="none" strike="noStrike" kern="1200" cap="none" spc="0" normalizeH="0" baseline="0" noProof="0" smtClean="0">
                <a:ln>
                  <a:noFill/>
                </a:ln>
                <a:solidFill>
                  <a:prstClr val="black"/>
                </a:solidFill>
                <a:effectLst/>
                <a:uLnTx/>
                <a:uFillTx/>
                <a:latin typeface="Arial" charset="0"/>
                <a:ea typeface="ＭＳ Ｐゴシック" charset="0"/>
              </a:rPr>
              <a:pPr marL="0" marR="0" lvl="0" indent="0" algn="r" defTabSz="609559" rtl="0" eaLnBrk="1" fontAlgn="base" latinLnBrk="0" hangingPunct="1">
                <a:lnSpc>
                  <a:spcPct val="100000"/>
                </a:lnSpc>
                <a:spcBef>
                  <a:spcPct val="0"/>
                </a:spcBef>
                <a:spcAft>
                  <a:spcPct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Arial" charset="0"/>
              <a:ea typeface="ＭＳ Ｐゴシック" charset="0"/>
            </a:endParaRPr>
          </a:p>
        </p:txBody>
      </p:sp>
    </p:spTree>
    <p:extLst>
      <p:ext uri="{BB962C8B-B14F-4D97-AF65-F5344CB8AC3E}">
        <p14:creationId xmlns:p14="http://schemas.microsoft.com/office/powerpoint/2010/main" val="8490347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Midnight">
    <p:spTree>
      <p:nvGrpSpPr>
        <p:cNvPr id="1" name=""/>
        <p:cNvGrpSpPr/>
        <p:nvPr/>
      </p:nvGrpSpPr>
      <p:grpSpPr>
        <a:xfrm>
          <a:off x="0" y="0"/>
          <a:ext cx="0" cy="0"/>
          <a:chOff x="0" y="0"/>
          <a:chExt cx="0" cy="0"/>
        </a:xfrm>
      </p:grpSpPr>
      <p:pic>
        <p:nvPicPr>
          <p:cNvPr id="25" name="Picture 7">
            <a:extLst>
              <a:ext uri="{FF2B5EF4-FFF2-40B4-BE49-F238E27FC236}">
                <a16:creationId xmlns:a16="http://schemas.microsoft.com/office/drawing/2014/main" id="{C5A29C15-48D7-6644-9164-6F819B3D7D8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868042" y="431800"/>
            <a:ext cx="714359" cy="375341"/>
          </a:xfrm>
          <a:prstGeom prst="rect">
            <a:avLst/>
          </a:prstGeom>
        </p:spPr>
      </p:pic>
      <p:sp>
        <p:nvSpPr>
          <p:cNvPr id="7" name="Title 1">
            <a:extLst>
              <a:ext uri="{FF2B5EF4-FFF2-40B4-BE49-F238E27FC236}">
                <a16:creationId xmlns:a16="http://schemas.microsoft.com/office/drawing/2014/main" id="{FB1806B9-59E1-8EE1-4B4C-90B4D0E1F8B6}"/>
              </a:ext>
            </a:extLst>
          </p:cNvPr>
          <p:cNvSpPr>
            <a:spLocks noGrp="1"/>
          </p:cNvSpPr>
          <p:nvPr>
            <p:ph type="ctrTitle" hasCustomPrompt="1"/>
          </p:nvPr>
        </p:nvSpPr>
        <p:spPr>
          <a:xfrm>
            <a:off x="609600" y="3200817"/>
            <a:ext cx="10972800" cy="1504200"/>
          </a:xfrm>
          <a:prstGeom prst="rect">
            <a:avLst/>
          </a:prstGeom>
        </p:spPr>
        <p:txBody>
          <a:bodyPr lIns="0" tIns="0" rIns="0" bIns="0" anchor="b" anchorCtr="0"/>
          <a:lstStyle>
            <a:lvl1pPr marL="0" indent="0" algn="r">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11" name="Subtitle">
            <a:extLst>
              <a:ext uri="{FF2B5EF4-FFF2-40B4-BE49-F238E27FC236}">
                <a16:creationId xmlns:a16="http://schemas.microsoft.com/office/drawing/2014/main" id="{0752FE33-C659-2420-3AB6-DE44957C4B0C}"/>
              </a:ext>
            </a:extLst>
          </p:cNvPr>
          <p:cNvSpPr>
            <a:spLocks noGrp="1"/>
          </p:cNvSpPr>
          <p:nvPr>
            <p:ph type="body" sz="quarter" idx="13" hasCustomPrompt="1"/>
          </p:nvPr>
        </p:nvSpPr>
        <p:spPr>
          <a:xfrm>
            <a:off x="609600" y="4807254"/>
            <a:ext cx="10972800" cy="398668"/>
          </a:xfrm>
          <a:prstGeom prst="rect">
            <a:avLst/>
          </a:prstGeom>
        </p:spPr>
        <p:txBody>
          <a:bodyPr lIns="0" tIns="0" rIns="0" bIns="0"/>
          <a:lstStyle>
            <a:lvl1pPr marL="0" indent="0" algn="r">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2" name="Speaker Name">
            <a:extLst>
              <a:ext uri="{FF2B5EF4-FFF2-40B4-BE49-F238E27FC236}">
                <a16:creationId xmlns:a16="http://schemas.microsoft.com/office/drawing/2014/main" id="{41F71C68-0397-BAD0-2DDC-F934B0E3B241}"/>
              </a:ext>
            </a:extLst>
          </p:cNvPr>
          <p:cNvSpPr>
            <a:spLocks noGrp="1"/>
          </p:cNvSpPr>
          <p:nvPr>
            <p:ph type="subTitle" idx="1" hasCustomPrompt="1"/>
          </p:nvPr>
        </p:nvSpPr>
        <p:spPr>
          <a:xfrm>
            <a:off x="609600" y="5314225"/>
            <a:ext cx="10972800" cy="807177"/>
          </a:xfrm>
          <a:prstGeom prst="rect">
            <a:avLst/>
          </a:prstGeom>
        </p:spPr>
        <p:txBody>
          <a:bodyPr lIns="0" tIns="0" rIns="0" bIns="0" anchor="t" anchorCtr="0">
            <a:noAutofit/>
          </a:bodyPr>
          <a:lstStyle>
            <a:lvl1pPr marL="0" indent="0" algn="r">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14" name="Picture 13" descr="A close up of a bicycle wheel&#10;&#10;Description automatically generated with medium confidence">
            <a:extLst>
              <a:ext uri="{FF2B5EF4-FFF2-40B4-BE49-F238E27FC236}">
                <a16:creationId xmlns:a16="http://schemas.microsoft.com/office/drawing/2014/main" id="{5AE25C7A-1249-BCF4-6A15-0E65F3B81FA1}"/>
              </a:ext>
            </a:extLst>
          </p:cNvPr>
          <p:cNvPicPr>
            <a:picLocks noChangeAspect="1"/>
          </p:cNvPicPr>
          <p:nvPr/>
        </p:nvPicPr>
        <p:blipFill rotWithShape="1">
          <a:blip r:embed="rId3"/>
          <a:srcRect l="36612" t="37880"/>
          <a:stretch/>
        </p:blipFill>
        <p:spPr>
          <a:xfrm>
            <a:off x="0" y="0"/>
            <a:ext cx="3302296" cy="3186368"/>
          </a:xfrm>
          <a:prstGeom prst="rect">
            <a:avLst/>
          </a:prstGeom>
        </p:spPr>
      </p:pic>
    </p:spTree>
    <p:extLst>
      <p:ext uri="{BB962C8B-B14F-4D97-AF65-F5344CB8AC3E}">
        <p14:creationId xmlns:p14="http://schemas.microsoft.com/office/powerpoint/2010/main" val="10711750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Midnight 2">
    <p:spTree>
      <p:nvGrpSpPr>
        <p:cNvPr id="1" name=""/>
        <p:cNvGrpSpPr/>
        <p:nvPr/>
      </p:nvGrpSpPr>
      <p:grpSpPr>
        <a:xfrm>
          <a:off x="0" y="0"/>
          <a:ext cx="0" cy="0"/>
          <a:chOff x="0" y="0"/>
          <a:chExt cx="0" cy="0"/>
        </a:xfrm>
      </p:grpSpPr>
      <p:pic>
        <p:nvPicPr>
          <p:cNvPr id="11" name="Picture 7">
            <a:extLst>
              <a:ext uri="{FF2B5EF4-FFF2-40B4-BE49-F238E27FC236}">
                <a16:creationId xmlns:a16="http://schemas.microsoft.com/office/drawing/2014/main" id="{3E07EA67-4FBD-37ED-ACE3-23D90A302FC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868042" y="431800"/>
            <a:ext cx="714359" cy="375341"/>
          </a:xfrm>
          <a:prstGeom prst="rect">
            <a:avLst/>
          </a:prstGeom>
        </p:spPr>
      </p:pic>
      <p:sp>
        <p:nvSpPr>
          <p:cNvPr id="12" name="Title 1">
            <a:extLst>
              <a:ext uri="{FF2B5EF4-FFF2-40B4-BE49-F238E27FC236}">
                <a16:creationId xmlns:a16="http://schemas.microsoft.com/office/drawing/2014/main" id="{6C8A8D07-FD7D-5E31-8AB8-9278D8751FF2}"/>
              </a:ext>
            </a:extLst>
          </p:cNvPr>
          <p:cNvSpPr>
            <a:spLocks noGrp="1"/>
          </p:cNvSpPr>
          <p:nvPr>
            <p:ph type="ctrTitle" hasCustomPrompt="1"/>
          </p:nvPr>
        </p:nvSpPr>
        <p:spPr>
          <a:xfrm>
            <a:off x="609600" y="3200817"/>
            <a:ext cx="10972800" cy="1504200"/>
          </a:xfrm>
          <a:prstGeom prst="rect">
            <a:avLst/>
          </a:prstGeom>
        </p:spPr>
        <p:txBody>
          <a:bodyPr lIns="0" tIns="0" rIns="0" bIns="0" anchor="b" anchorCtr="0"/>
          <a:lstStyle>
            <a:lvl1pPr marL="0" indent="0" algn="r">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13" name="Subtitle">
            <a:extLst>
              <a:ext uri="{FF2B5EF4-FFF2-40B4-BE49-F238E27FC236}">
                <a16:creationId xmlns:a16="http://schemas.microsoft.com/office/drawing/2014/main" id="{66F1F590-BFCB-FED9-A671-92A04C309DC6}"/>
              </a:ext>
            </a:extLst>
          </p:cNvPr>
          <p:cNvSpPr>
            <a:spLocks noGrp="1"/>
          </p:cNvSpPr>
          <p:nvPr>
            <p:ph type="body" sz="quarter" idx="13" hasCustomPrompt="1"/>
          </p:nvPr>
        </p:nvSpPr>
        <p:spPr>
          <a:xfrm>
            <a:off x="609600" y="4807254"/>
            <a:ext cx="10972800" cy="398668"/>
          </a:xfrm>
          <a:prstGeom prst="rect">
            <a:avLst/>
          </a:prstGeom>
        </p:spPr>
        <p:txBody>
          <a:bodyPr lIns="0" tIns="0" rIns="0" bIns="0"/>
          <a:lstStyle>
            <a:lvl1pPr marL="0" indent="0" algn="r">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4" name="Speaker Name">
            <a:extLst>
              <a:ext uri="{FF2B5EF4-FFF2-40B4-BE49-F238E27FC236}">
                <a16:creationId xmlns:a16="http://schemas.microsoft.com/office/drawing/2014/main" id="{8A19B5E2-7CFA-E5A2-3774-526865A55811}"/>
              </a:ext>
            </a:extLst>
          </p:cNvPr>
          <p:cNvSpPr>
            <a:spLocks noGrp="1"/>
          </p:cNvSpPr>
          <p:nvPr>
            <p:ph type="subTitle" idx="1" hasCustomPrompt="1"/>
          </p:nvPr>
        </p:nvSpPr>
        <p:spPr>
          <a:xfrm>
            <a:off x="609600" y="5314225"/>
            <a:ext cx="10972800" cy="807177"/>
          </a:xfrm>
          <a:prstGeom prst="rect">
            <a:avLst/>
          </a:prstGeom>
        </p:spPr>
        <p:txBody>
          <a:bodyPr lIns="0" tIns="0" rIns="0" bIns="0" anchor="t" anchorCtr="0">
            <a:noAutofit/>
          </a:bodyPr>
          <a:lstStyle>
            <a:lvl1pPr marL="0" indent="0" algn="r">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17" name="Graphic 16">
            <a:extLst>
              <a:ext uri="{FF2B5EF4-FFF2-40B4-BE49-F238E27FC236}">
                <a16:creationId xmlns:a16="http://schemas.microsoft.com/office/drawing/2014/main" id="{B1556834-75D2-108A-B33C-79765E2C9CFB}"/>
              </a:ext>
            </a:extLst>
          </p:cNvPr>
          <p:cNvPicPr>
            <a:picLocks noChangeAspect="1"/>
          </p:cNvPicPr>
          <p:nvPr/>
        </p:nvPicPr>
        <p:blipFill rotWithShape="1">
          <a:blip>
            <a:extLst>
              <a:ext uri="{96DAC541-7B7A-43D3-8B79-37D633B846F1}">
                <asvg:svgBlip xmlns:asvg="http://schemas.microsoft.com/office/drawing/2016/SVG/main" r:embed="rId3"/>
              </a:ext>
            </a:extLst>
          </a:blip>
          <a:srcRect l="40057" t="41915" b="1534"/>
          <a:stretch/>
        </p:blipFill>
        <p:spPr>
          <a:xfrm>
            <a:off x="22034" y="-2219"/>
            <a:ext cx="7116956" cy="6720012"/>
          </a:xfrm>
          <a:prstGeom prst="rect">
            <a:avLst/>
          </a:prstGeom>
        </p:spPr>
      </p:pic>
    </p:spTree>
    <p:extLst>
      <p:ext uri="{BB962C8B-B14F-4D97-AF65-F5344CB8AC3E}">
        <p14:creationId xmlns:p14="http://schemas.microsoft.com/office/powerpoint/2010/main" val="38460205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ky Title Midnight Left">
    <p:bg>
      <p:bgPr>
        <a:solidFill>
          <a:schemeClr val="accent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C42D79D-196D-79B2-C9D9-9E420F6F7382}"/>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8" name="Subtitle">
            <a:extLst>
              <a:ext uri="{FF2B5EF4-FFF2-40B4-BE49-F238E27FC236}">
                <a16:creationId xmlns:a16="http://schemas.microsoft.com/office/drawing/2014/main" id="{8D946DB3-26D2-2EE1-728C-7D32C4930F2E}"/>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2" name="Subtitle 2">
            <a:extLst>
              <a:ext uri="{FF2B5EF4-FFF2-40B4-BE49-F238E27FC236}">
                <a16:creationId xmlns:a16="http://schemas.microsoft.com/office/drawing/2014/main" id="{E07CA8F8-C47B-50F4-9C65-C46111F86B86}"/>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bg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25" name="Picture 7">
            <a:extLst>
              <a:ext uri="{FF2B5EF4-FFF2-40B4-BE49-F238E27FC236}">
                <a16:creationId xmlns:a16="http://schemas.microsoft.com/office/drawing/2014/main" id="{C5A29C15-48D7-6644-9164-6F819B3D7D8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09602" y="431800"/>
            <a:ext cx="714359" cy="375341"/>
          </a:xfrm>
          <a:prstGeom prst="rect">
            <a:avLst/>
          </a:prstGeom>
        </p:spPr>
      </p:pic>
      <p:pic>
        <p:nvPicPr>
          <p:cNvPr id="7" name="Graphic 6">
            <a:extLst>
              <a:ext uri="{FF2B5EF4-FFF2-40B4-BE49-F238E27FC236}">
                <a16:creationId xmlns:a16="http://schemas.microsoft.com/office/drawing/2014/main" id="{45E08A58-48AA-5A77-69A6-922023305F1F}"/>
              </a:ext>
            </a:extLst>
          </p:cNvPr>
          <p:cNvPicPr>
            <a:picLocks noChangeAspect="1"/>
          </p:cNvPicPr>
          <p:nvPr/>
        </p:nvPicPr>
        <p:blipFill rotWithShape="1">
          <a:blip>
            <a:extLst>
              <a:ext uri="{96DAC541-7B7A-43D3-8B79-37D633B846F1}">
                <asvg:svgBlip xmlns:asvg="http://schemas.microsoft.com/office/drawing/2016/SVG/main" r:embed="rId3"/>
              </a:ext>
            </a:extLst>
          </a:blip>
          <a:srcRect t="37725" r="36794"/>
          <a:stretch/>
        </p:blipFill>
        <p:spPr>
          <a:xfrm>
            <a:off x="8995972" y="0"/>
            <a:ext cx="3196029" cy="3148965"/>
          </a:xfrm>
          <a:prstGeom prst="rect">
            <a:avLst/>
          </a:prstGeom>
        </p:spPr>
      </p:pic>
    </p:spTree>
    <p:extLst>
      <p:ext uri="{BB962C8B-B14F-4D97-AF65-F5344CB8AC3E}">
        <p14:creationId xmlns:p14="http://schemas.microsoft.com/office/powerpoint/2010/main" val="16081311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Midnight Lef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C42D79D-196D-79B2-C9D9-9E420F6F7382}"/>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8" name="Subtitle">
            <a:extLst>
              <a:ext uri="{FF2B5EF4-FFF2-40B4-BE49-F238E27FC236}">
                <a16:creationId xmlns:a16="http://schemas.microsoft.com/office/drawing/2014/main" id="{8D946DB3-26D2-2EE1-728C-7D32C4930F2E}"/>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2" name="Subtitle 2">
            <a:extLst>
              <a:ext uri="{FF2B5EF4-FFF2-40B4-BE49-F238E27FC236}">
                <a16:creationId xmlns:a16="http://schemas.microsoft.com/office/drawing/2014/main" id="{E07CA8F8-C47B-50F4-9C65-C46111F86B86}"/>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25" name="Picture 7">
            <a:extLst>
              <a:ext uri="{FF2B5EF4-FFF2-40B4-BE49-F238E27FC236}">
                <a16:creationId xmlns:a16="http://schemas.microsoft.com/office/drawing/2014/main" id="{C5A29C15-48D7-6644-9164-6F819B3D7D8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09602" y="431800"/>
            <a:ext cx="714359" cy="375341"/>
          </a:xfrm>
          <a:prstGeom prst="rect">
            <a:avLst/>
          </a:prstGeom>
        </p:spPr>
      </p:pic>
      <p:pic>
        <p:nvPicPr>
          <p:cNvPr id="10" name="Graphic 9">
            <a:extLst>
              <a:ext uri="{FF2B5EF4-FFF2-40B4-BE49-F238E27FC236}">
                <a16:creationId xmlns:a16="http://schemas.microsoft.com/office/drawing/2014/main" id="{85B84F8A-4CB4-590D-0A8D-E932FEA97B8B}"/>
              </a:ext>
            </a:extLst>
          </p:cNvPr>
          <p:cNvPicPr>
            <a:picLocks noChangeAspect="1"/>
          </p:cNvPicPr>
          <p:nvPr/>
        </p:nvPicPr>
        <p:blipFill rotWithShape="1">
          <a:blip>
            <a:extLst>
              <a:ext uri="{96DAC541-7B7A-43D3-8B79-37D633B846F1}">
                <asvg:svgBlip xmlns:asvg="http://schemas.microsoft.com/office/drawing/2016/SVG/main" r:embed="rId3"/>
              </a:ext>
            </a:extLst>
          </a:blip>
          <a:srcRect t="37924" r="37399"/>
          <a:stretch/>
        </p:blipFill>
        <p:spPr>
          <a:xfrm>
            <a:off x="8934553" y="-1"/>
            <a:ext cx="3257447" cy="3230108"/>
          </a:xfrm>
          <a:prstGeom prst="rect">
            <a:avLst/>
          </a:prstGeom>
        </p:spPr>
      </p:pic>
    </p:spTree>
    <p:extLst>
      <p:ext uri="{BB962C8B-B14F-4D97-AF65-F5344CB8AC3E}">
        <p14:creationId xmlns:p14="http://schemas.microsoft.com/office/powerpoint/2010/main" val="1004404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Midnight Left Image">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8B79449B-D8FD-934A-BDBF-CDDC969F0C21}"/>
              </a:ext>
            </a:extLst>
          </p:cNvPr>
          <p:cNvSpPr>
            <a:spLocks noGrp="1"/>
          </p:cNvSpPr>
          <p:nvPr>
            <p:ph type="pic" sz="quarter" idx="10" hasCustomPrompt="1"/>
          </p:nvPr>
        </p:nvSpPr>
        <p:spPr>
          <a:xfrm>
            <a:off x="8186059" y="0"/>
            <a:ext cx="4005943" cy="6858000"/>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pic>
        <p:nvPicPr>
          <p:cNvPr id="8" name="Picture 7">
            <a:extLst>
              <a:ext uri="{FF2B5EF4-FFF2-40B4-BE49-F238E27FC236}">
                <a16:creationId xmlns:a16="http://schemas.microsoft.com/office/drawing/2014/main" id="{D9C35F59-840A-4949-98EF-405713B32F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829427" y="431800"/>
            <a:ext cx="714359" cy="375341"/>
          </a:xfrm>
          <a:prstGeom prst="rect">
            <a:avLst/>
          </a:prstGeom>
        </p:spPr>
      </p:pic>
      <p:sp>
        <p:nvSpPr>
          <p:cNvPr id="16" name="Title 1">
            <a:extLst>
              <a:ext uri="{FF2B5EF4-FFF2-40B4-BE49-F238E27FC236}">
                <a16:creationId xmlns:a16="http://schemas.microsoft.com/office/drawing/2014/main" id="{295FAFAD-F810-39BD-3A75-77D90AC7B4C4}"/>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17" name="Subtitle">
            <a:extLst>
              <a:ext uri="{FF2B5EF4-FFF2-40B4-BE49-F238E27FC236}">
                <a16:creationId xmlns:a16="http://schemas.microsoft.com/office/drawing/2014/main" id="{8C37E0F8-C5E2-7BED-8AAC-897D792BB038}"/>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8" name="Subtitle 2">
            <a:extLst>
              <a:ext uri="{FF2B5EF4-FFF2-40B4-BE49-F238E27FC236}">
                <a16:creationId xmlns:a16="http://schemas.microsoft.com/office/drawing/2014/main" id="{CD577481-303C-6B3D-080C-D901A9CC28E2}"/>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19" name="Picture 18" descr="A close up of a bicycle wheel&#10;&#10;Description automatically generated with medium confidence">
            <a:extLst>
              <a:ext uri="{FF2B5EF4-FFF2-40B4-BE49-F238E27FC236}">
                <a16:creationId xmlns:a16="http://schemas.microsoft.com/office/drawing/2014/main" id="{3E944F94-13BC-6112-DD6F-F3014229F406}"/>
              </a:ext>
            </a:extLst>
          </p:cNvPr>
          <p:cNvPicPr>
            <a:picLocks noChangeAspect="1"/>
          </p:cNvPicPr>
          <p:nvPr/>
        </p:nvPicPr>
        <p:blipFill rotWithShape="1">
          <a:blip r:embed="rId3"/>
          <a:srcRect l="36612" t="37880"/>
          <a:stretch/>
        </p:blipFill>
        <p:spPr>
          <a:xfrm>
            <a:off x="0" y="0"/>
            <a:ext cx="3302296" cy="3186368"/>
          </a:xfrm>
          <a:prstGeom prst="rect">
            <a:avLst/>
          </a:prstGeom>
        </p:spPr>
      </p:pic>
    </p:spTree>
    <p:extLst>
      <p:ext uri="{BB962C8B-B14F-4D97-AF65-F5344CB8AC3E}">
        <p14:creationId xmlns:p14="http://schemas.microsoft.com/office/powerpoint/2010/main" val="24781457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Righ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4A31272-7678-5F4F-BF05-F087FA2FC8E9}"/>
              </a:ext>
            </a:extLst>
          </p:cNvPr>
          <p:cNvSpPr>
            <a:spLocks noGrp="1"/>
          </p:cNvSpPr>
          <p:nvPr>
            <p:ph type="ctrTitle" hasCustomPrompt="1"/>
          </p:nvPr>
        </p:nvSpPr>
        <p:spPr>
          <a:xfrm>
            <a:off x="609601" y="3101870"/>
            <a:ext cx="10972801" cy="1262529"/>
          </a:xfrm>
          <a:prstGeom prst="rect">
            <a:avLst/>
          </a:prstGeom>
        </p:spPr>
        <p:txBody>
          <a:bodyPr anchor="ctr"/>
          <a:lstStyle>
            <a:lvl1pPr marL="0" indent="0" algn="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Transition slide goes here</a:t>
            </a:r>
            <a:endParaRPr lang="en-US" dirty="0"/>
          </a:p>
        </p:txBody>
      </p:sp>
      <p:sp>
        <p:nvSpPr>
          <p:cNvPr id="9" name="Text Placeholder 2">
            <a:extLst>
              <a:ext uri="{FF2B5EF4-FFF2-40B4-BE49-F238E27FC236}">
                <a16:creationId xmlns:a16="http://schemas.microsoft.com/office/drawing/2014/main" id="{DECC8AF0-3BE8-4648-B8CF-BE366F78ABFC}"/>
              </a:ext>
            </a:extLst>
          </p:cNvPr>
          <p:cNvSpPr>
            <a:spLocks noGrp="1"/>
          </p:cNvSpPr>
          <p:nvPr>
            <p:ph type="body" sz="quarter" idx="14" hasCustomPrompt="1"/>
          </p:nvPr>
        </p:nvSpPr>
        <p:spPr>
          <a:xfrm>
            <a:off x="609603" y="431802"/>
            <a:ext cx="10972800" cy="398668"/>
          </a:xfrm>
          <a:prstGeom prst="rect">
            <a:avLst/>
          </a:prstGeom>
        </p:spPr>
        <p:txBody>
          <a:bodyPr lIns="0" tIns="0" rIns="0" bIns="0"/>
          <a:lstStyle>
            <a:lvl1pPr marL="0" indent="0" algn="r">
              <a:buFont typeface="Arial" panose="020B0604020202020204" pitchFamily="34" charset="0"/>
              <a:buNone/>
              <a:defRPr sz="1333"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pic>
        <p:nvPicPr>
          <p:cNvPr id="11" name="Graphic 10">
            <a:extLst>
              <a:ext uri="{FF2B5EF4-FFF2-40B4-BE49-F238E27FC236}">
                <a16:creationId xmlns:a16="http://schemas.microsoft.com/office/drawing/2014/main" id="{51FF43AA-FA61-3439-F600-7BB34C936572}"/>
              </a:ext>
            </a:extLst>
          </p:cNvPr>
          <p:cNvPicPr>
            <a:picLocks noChangeAspect="1"/>
          </p:cNvPicPr>
          <p:nvPr/>
        </p:nvPicPr>
        <p:blipFill rotWithShape="1">
          <a:blip>
            <a:extLst>
              <a:ext uri="{96DAC541-7B7A-43D3-8B79-37D633B846F1}">
                <asvg:svgBlip xmlns:asvg="http://schemas.microsoft.com/office/drawing/2016/SVG/main" r:embed="rId2"/>
              </a:ext>
            </a:extLst>
          </a:blip>
          <a:srcRect l="45429" t="46981"/>
          <a:stretch/>
        </p:blipFill>
        <p:spPr>
          <a:xfrm>
            <a:off x="-12192" y="0"/>
            <a:ext cx="6388608" cy="6212306"/>
          </a:xfrm>
          <a:prstGeom prst="rect">
            <a:avLst/>
          </a:prstGeom>
        </p:spPr>
      </p:pic>
      <p:sp>
        <p:nvSpPr>
          <p:cNvPr id="13" name="TextBox 12">
            <a:extLst>
              <a:ext uri="{FF2B5EF4-FFF2-40B4-BE49-F238E27FC236}">
                <a16:creationId xmlns:a16="http://schemas.microsoft.com/office/drawing/2014/main" id="{C4D79563-9547-9B5C-F7F4-A016B119A7E7}"/>
              </a:ext>
            </a:extLst>
          </p:cNvPr>
          <p:cNvSpPr txBox="1"/>
          <p:nvPr/>
        </p:nvSpPr>
        <p:spPr>
          <a:xfrm>
            <a:off x="4358642" y="-548640"/>
            <a:ext cx="184731" cy="369332"/>
          </a:xfrm>
          <a:prstGeom prst="rect">
            <a:avLst/>
          </a:prstGeom>
          <a:noFill/>
        </p:spPr>
        <p:txBody>
          <a:bodyPr wrap="none" rtlCol="0">
            <a:spAutoFit/>
          </a:bodyPr>
          <a:lstStyle/>
          <a:p>
            <a:endParaRPr lang="en-US" dirty="0">
              <a:latin typeface="+mn-lt"/>
            </a:endParaRPr>
          </a:p>
        </p:txBody>
      </p:sp>
    </p:spTree>
    <p:extLst>
      <p:ext uri="{BB962C8B-B14F-4D97-AF65-F5344CB8AC3E}">
        <p14:creationId xmlns:p14="http://schemas.microsoft.com/office/powerpoint/2010/main" val="2717343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ky Transition Right">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4A31272-7678-5F4F-BF05-F087FA2FC8E9}"/>
              </a:ext>
            </a:extLst>
          </p:cNvPr>
          <p:cNvSpPr>
            <a:spLocks noGrp="1"/>
          </p:cNvSpPr>
          <p:nvPr>
            <p:ph type="ctrTitle" hasCustomPrompt="1"/>
          </p:nvPr>
        </p:nvSpPr>
        <p:spPr>
          <a:xfrm>
            <a:off x="609601" y="3101870"/>
            <a:ext cx="10972801" cy="1262529"/>
          </a:xfrm>
          <a:prstGeom prst="rect">
            <a:avLst/>
          </a:prstGeom>
        </p:spPr>
        <p:txBody>
          <a:bodyPr anchor="ctr"/>
          <a:lstStyle>
            <a:lvl1pPr marL="0" indent="0" algn="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Transition slide goes here</a:t>
            </a:r>
            <a:endParaRPr lang="en-US" dirty="0"/>
          </a:p>
        </p:txBody>
      </p:sp>
      <p:sp>
        <p:nvSpPr>
          <p:cNvPr id="9" name="Text Placeholder 2">
            <a:extLst>
              <a:ext uri="{FF2B5EF4-FFF2-40B4-BE49-F238E27FC236}">
                <a16:creationId xmlns:a16="http://schemas.microsoft.com/office/drawing/2014/main" id="{DECC8AF0-3BE8-4648-B8CF-BE366F78ABFC}"/>
              </a:ext>
            </a:extLst>
          </p:cNvPr>
          <p:cNvSpPr>
            <a:spLocks noGrp="1"/>
          </p:cNvSpPr>
          <p:nvPr>
            <p:ph type="body" sz="quarter" idx="14" hasCustomPrompt="1"/>
          </p:nvPr>
        </p:nvSpPr>
        <p:spPr>
          <a:xfrm>
            <a:off x="609603" y="431802"/>
            <a:ext cx="10972800" cy="398668"/>
          </a:xfrm>
          <a:prstGeom prst="rect">
            <a:avLst/>
          </a:prstGeom>
        </p:spPr>
        <p:txBody>
          <a:bodyPr lIns="0" tIns="0" rIns="0" bIns="0"/>
          <a:lstStyle>
            <a:lvl1pPr marL="0" indent="0" algn="r">
              <a:buFont typeface="Arial" panose="020B0604020202020204" pitchFamily="34" charset="0"/>
              <a:buNone/>
              <a:defRPr sz="1333"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3" name="TextBox 12">
            <a:extLst>
              <a:ext uri="{FF2B5EF4-FFF2-40B4-BE49-F238E27FC236}">
                <a16:creationId xmlns:a16="http://schemas.microsoft.com/office/drawing/2014/main" id="{C4D79563-9547-9B5C-F7F4-A016B119A7E7}"/>
              </a:ext>
            </a:extLst>
          </p:cNvPr>
          <p:cNvSpPr txBox="1"/>
          <p:nvPr/>
        </p:nvSpPr>
        <p:spPr>
          <a:xfrm>
            <a:off x="4358642" y="-548640"/>
            <a:ext cx="184731" cy="369332"/>
          </a:xfrm>
          <a:prstGeom prst="rect">
            <a:avLst/>
          </a:prstGeom>
          <a:noFill/>
        </p:spPr>
        <p:txBody>
          <a:bodyPr wrap="none" rtlCol="0">
            <a:spAutoFit/>
          </a:bodyPr>
          <a:lstStyle/>
          <a:p>
            <a:endParaRPr lang="en-US" dirty="0">
              <a:latin typeface="+mn-lt"/>
            </a:endParaRPr>
          </a:p>
        </p:txBody>
      </p:sp>
      <p:pic>
        <p:nvPicPr>
          <p:cNvPr id="7" name="Graphic 6">
            <a:extLst>
              <a:ext uri="{FF2B5EF4-FFF2-40B4-BE49-F238E27FC236}">
                <a16:creationId xmlns:a16="http://schemas.microsoft.com/office/drawing/2014/main" id="{CD16E0A2-8320-C766-5D9E-53EC4EE09E2D}"/>
              </a:ext>
            </a:extLst>
          </p:cNvPr>
          <p:cNvPicPr>
            <a:picLocks noChangeAspect="1"/>
          </p:cNvPicPr>
          <p:nvPr/>
        </p:nvPicPr>
        <p:blipFill rotWithShape="1">
          <a:blip>
            <a:extLst>
              <a:ext uri="{96DAC541-7B7A-43D3-8B79-37D633B846F1}">
                <asvg:svgBlip xmlns:asvg="http://schemas.microsoft.com/office/drawing/2016/SVG/main" r:embed="rId2"/>
              </a:ext>
            </a:extLst>
          </a:blip>
          <a:srcRect l="45455" t="47214"/>
          <a:stretch/>
        </p:blipFill>
        <p:spPr>
          <a:xfrm>
            <a:off x="0" y="1"/>
            <a:ext cx="5374832" cy="5205984"/>
          </a:xfrm>
          <a:prstGeom prst="rect">
            <a:avLst/>
          </a:prstGeom>
        </p:spPr>
      </p:pic>
    </p:spTree>
    <p:extLst>
      <p:ext uri="{BB962C8B-B14F-4D97-AF65-F5344CB8AC3E}">
        <p14:creationId xmlns:p14="http://schemas.microsoft.com/office/powerpoint/2010/main" val="32704905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055E4C37-FAD6-B449-9189-A035C0C9E88B}"/>
              </a:ext>
            </a:extLst>
          </p:cNvPr>
          <p:cNvSpPr>
            <a:spLocks noGrp="1"/>
          </p:cNvSpPr>
          <p:nvPr>
            <p:ph type="subTitle" idx="1" hasCustomPrompt="1"/>
          </p:nvPr>
        </p:nvSpPr>
        <p:spPr>
          <a:xfrm>
            <a:off x="609601" y="5658220"/>
            <a:ext cx="10972800" cy="465891"/>
          </a:xfrm>
          <a:prstGeom prst="rect">
            <a:avLst/>
          </a:prstGeom>
        </p:spPr>
        <p:txBody>
          <a:bodyPr lIns="91420" tIns="45710" rIns="91420" bIns="45710" anchor="t" anchorCtr="0">
            <a:noAutofit/>
          </a:bodyPr>
          <a:lstStyle>
            <a:lvl1pPr marL="0" indent="0" algn="ctr">
              <a:lnSpc>
                <a:spcPct val="150000"/>
              </a:lnSpc>
              <a:spcBef>
                <a:spcPts val="0"/>
              </a:spcBef>
              <a:spcAft>
                <a:spcPts val="0"/>
              </a:spcAft>
              <a:buNone/>
              <a:defRPr sz="1500" b="0" i="0">
                <a:solidFill>
                  <a:schemeClr val="tx1"/>
                </a:solidFill>
                <a:latin typeface="CiscoSansTT" panose="020B0503020201020303" pitchFamily="34" charset="0"/>
                <a:cs typeface="CiscoSansT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role</a:t>
            </a:r>
            <a:endParaRPr lang="en-US" dirty="0"/>
          </a:p>
        </p:txBody>
      </p:sp>
      <p:sp>
        <p:nvSpPr>
          <p:cNvPr id="15" name="Text Placeholder 2">
            <a:extLst>
              <a:ext uri="{FF2B5EF4-FFF2-40B4-BE49-F238E27FC236}">
                <a16:creationId xmlns:a16="http://schemas.microsoft.com/office/drawing/2014/main" id="{FEADEB85-EFB9-A048-BE6B-F1473C49995D}"/>
              </a:ext>
            </a:extLst>
          </p:cNvPr>
          <p:cNvSpPr>
            <a:spLocks noGrp="1"/>
          </p:cNvSpPr>
          <p:nvPr>
            <p:ph type="body" sz="quarter" idx="13" hasCustomPrompt="1"/>
          </p:nvPr>
        </p:nvSpPr>
        <p:spPr>
          <a:xfrm>
            <a:off x="609600" y="5233078"/>
            <a:ext cx="10972800" cy="398668"/>
          </a:xfrm>
          <a:prstGeom prst="rect">
            <a:avLst/>
          </a:prstGeom>
        </p:spPr>
        <p:txBody>
          <a:bodyPr lIns="91420" tIns="45710" rIns="91420" bIns="45710"/>
          <a:lstStyle>
            <a:lvl1pPr marL="0" indent="0" algn="ctr">
              <a:buFont typeface="Arial" panose="020B0604020202020204" pitchFamily="34" charset="0"/>
              <a:buNone/>
              <a:defRPr sz="2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Speaker name</a:t>
            </a:r>
          </a:p>
        </p:txBody>
      </p:sp>
      <p:sp>
        <p:nvSpPr>
          <p:cNvPr id="17" name="Title 1">
            <a:extLst>
              <a:ext uri="{FF2B5EF4-FFF2-40B4-BE49-F238E27FC236}">
                <a16:creationId xmlns:a16="http://schemas.microsoft.com/office/drawing/2014/main" id="{86E3EA5B-6C70-8F4D-9385-EC53B25066C1}"/>
              </a:ext>
            </a:extLst>
          </p:cNvPr>
          <p:cNvSpPr>
            <a:spLocks noGrp="1"/>
          </p:cNvSpPr>
          <p:nvPr>
            <p:ph type="ctrTitle" hasCustomPrompt="1"/>
          </p:nvPr>
        </p:nvSpPr>
        <p:spPr>
          <a:xfrm>
            <a:off x="899521" y="1398874"/>
            <a:ext cx="10376024" cy="3311089"/>
          </a:xfrm>
          <a:prstGeom prst="rect">
            <a:avLst/>
          </a:prstGeom>
        </p:spPr>
        <p:txBody>
          <a:bodyPr anchor="ctr"/>
          <a:lstStyle>
            <a:lvl1pPr marL="0" indent="0" algn="ct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As the adoption of multi-cloud strategy grows, Ulla </a:t>
            </a:r>
            <a:r>
              <a:rPr lang="en-GB" dirty="0" err="1"/>
              <a:t>sitiora</a:t>
            </a:r>
            <a:r>
              <a:rPr lang="en-GB" dirty="0"/>
              <a:t> </a:t>
            </a:r>
            <a:r>
              <a:rPr lang="en-GB" dirty="0" err="1"/>
              <a:t>turest</a:t>
            </a:r>
            <a:r>
              <a:rPr lang="en-GB" dirty="0"/>
              <a:t> </a:t>
            </a:r>
            <a:r>
              <a:rPr lang="en-GB" dirty="0" err="1"/>
              <a:t>experibus</a:t>
            </a:r>
            <a:r>
              <a:rPr lang="en-GB" dirty="0"/>
              <a:t> </a:t>
            </a:r>
            <a:r>
              <a:rPr lang="en-GB" dirty="0" err="1"/>
              <a:t>ut</a:t>
            </a:r>
            <a:r>
              <a:rPr lang="en-GB" dirty="0"/>
              <a:t> pa </a:t>
            </a:r>
            <a:r>
              <a:rPr lang="en-GB" dirty="0" err="1"/>
              <a:t>dolor</a:t>
            </a:r>
            <a:r>
              <a:rPr lang="en-GB" dirty="0"/>
              <a:t> a </a:t>
            </a:r>
            <a:r>
              <a:rPr lang="en-GB" dirty="0" err="1"/>
              <a:t>conestia</a:t>
            </a:r>
            <a:r>
              <a:rPr lang="en-GB" dirty="0"/>
              <a:t> vent </a:t>
            </a:r>
            <a:r>
              <a:rPr lang="en-GB" dirty="0" err="1"/>
              <a:t>eosse</a:t>
            </a:r>
            <a:r>
              <a:rPr lang="en-GB" dirty="0"/>
              <a:t> non </a:t>
            </a:r>
            <a:r>
              <a:rPr lang="en-GB" dirty="0" err="1"/>
              <a:t>consequ</a:t>
            </a:r>
            <a:r>
              <a:rPr lang="en-GB" dirty="0"/>
              <a:t> </a:t>
            </a:r>
            <a:r>
              <a:rPr lang="en-GB" dirty="0" err="1"/>
              <a:t>aturit</a:t>
            </a:r>
            <a:r>
              <a:rPr lang="en-GB" dirty="0"/>
              <a:t> </a:t>
            </a:r>
            <a:r>
              <a:rPr lang="en-GB" dirty="0" err="1"/>
              <a:t>faccum</a:t>
            </a:r>
            <a:r>
              <a:rPr lang="en-GB" dirty="0"/>
              <a:t> qui </a:t>
            </a:r>
            <a:r>
              <a:rPr lang="en-GB" dirty="0" err="1"/>
              <a:t>dolor</a:t>
            </a:r>
            <a:r>
              <a:rPr lang="en-GB" dirty="0"/>
              <a:t> a </a:t>
            </a:r>
            <a:r>
              <a:rPr lang="en-GB" dirty="0" err="1"/>
              <a:t>num</a:t>
            </a:r>
            <a:endParaRPr lang="en-GB" dirty="0"/>
          </a:p>
        </p:txBody>
      </p:sp>
      <p:pic>
        <p:nvPicPr>
          <p:cNvPr id="8" name="Graphic 7">
            <a:extLst>
              <a:ext uri="{FF2B5EF4-FFF2-40B4-BE49-F238E27FC236}">
                <a16:creationId xmlns:a16="http://schemas.microsoft.com/office/drawing/2014/main" id="{8E18B2BC-5B8F-6442-A3B3-AB5D063112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41976" y="733891"/>
            <a:ext cx="1508048" cy="836396"/>
          </a:xfrm>
          <a:prstGeom prst="rect">
            <a:avLst/>
          </a:prstGeom>
        </p:spPr>
      </p:pic>
      <p:cxnSp>
        <p:nvCxnSpPr>
          <p:cNvPr id="3" name="Straight Connector 2">
            <a:extLst>
              <a:ext uri="{FF2B5EF4-FFF2-40B4-BE49-F238E27FC236}">
                <a16:creationId xmlns:a16="http://schemas.microsoft.com/office/drawing/2014/main" id="{7191B82D-853E-F074-193C-5B7F13F89D29}"/>
              </a:ext>
            </a:extLst>
          </p:cNvPr>
          <p:cNvCxnSpPr>
            <a:cxnSpLocks/>
          </p:cNvCxnSpPr>
          <p:nvPr/>
        </p:nvCxnSpPr>
        <p:spPr>
          <a:xfrm>
            <a:off x="4545877" y="4934857"/>
            <a:ext cx="310025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BC971E1A-FF32-8218-BAD9-002E42B9E7A8}"/>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4806" t="46981" r="50235"/>
          <a:stretch/>
        </p:blipFill>
        <p:spPr>
          <a:xfrm>
            <a:off x="8981440" y="0"/>
            <a:ext cx="3210560" cy="3121961"/>
          </a:xfrm>
          <a:prstGeom prst="rect">
            <a:avLst/>
          </a:prstGeom>
        </p:spPr>
      </p:pic>
    </p:spTree>
    <p:extLst>
      <p:ext uri="{BB962C8B-B14F-4D97-AF65-F5344CB8AC3E}">
        <p14:creationId xmlns:p14="http://schemas.microsoft.com/office/powerpoint/2010/main" val="7455510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ky Quote">
    <p:bg>
      <p:bgPr>
        <a:solidFill>
          <a:schemeClr val="accent1"/>
        </a:solidFill>
        <a:effectLst/>
      </p:bgPr>
    </p:bg>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055E4C37-FAD6-B449-9189-A035C0C9E88B}"/>
              </a:ext>
            </a:extLst>
          </p:cNvPr>
          <p:cNvSpPr>
            <a:spLocks noGrp="1"/>
          </p:cNvSpPr>
          <p:nvPr>
            <p:ph type="subTitle" idx="1" hasCustomPrompt="1"/>
          </p:nvPr>
        </p:nvSpPr>
        <p:spPr>
          <a:xfrm>
            <a:off x="609601" y="5658220"/>
            <a:ext cx="10972800" cy="465891"/>
          </a:xfrm>
          <a:prstGeom prst="rect">
            <a:avLst/>
          </a:prstGeom>
        </p:spPr>
        <p:txBody>
          <a:bodyPr lIns="91420" tIns="45710" rIns="91420" bIns="45710" anchor="t" anchorCtr="0">
            <a:noAutofit/>
          </a:bodyPr>
          <a:lstStyle>
            <a:lvl1pPr marL="0" indent="0" algn="ctr">
              <a:lnSpc>
                <a:spcPct val="150000"/>
              </a:lnSpc>
              <a:spcBef>
                <a:spcPts val="0"/>
              </a:spcBef>
              <a:spcAft>
                <a:spcPts val="0"/>
              </a:spcAft>
              <a:buNone/>
              <a:defRPr sz="1500" b="0" i="0">
                <a:solidFill>
                  <a:schemeClr val="bg1"/>
                </a:solidFill>
                <a:latin typeface="CiscoSansTT" panose="020B0503020201020303" pitchFamily="34" charset="0"/>
                <a:cs typeface="CiscoSansT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role</a:t>
            </a:r>
            <a:endParaRPr lang="en-US" dirty="0"/>
          </a:p>
        </p:txBody>
      </p:sp>
      <p:sp>
        <p:nvSpPr>
          <p:cNvPr id="15" name="Text Placeholder 2">
            <a:extLst>
              <a:ext uri="{FF2B5EF4-FFF2-40B4-BE49-F238E27FC236}">
                <a16:creationId xmlns:a16="http://schemas.microsoft.com/office/drawing/2014/main" id="{FEADEB85-EFB9-A048-BE6B-F1473C49995D}"/>
              </a:ext>
            </a:extLst>
          </p:cNvPr>
          <p:cNvSpPr>
            <a:spLocks noGrp="1"/>
          </p:cNvSpPr>
          <p:nvPr>
            <p:ph type="body" sz="quarter" idx="13" hasCustomPrompt="1"/>
          </p:nvPr>
        </p:nvSpPr>
        <p:spPr>
          <a:xfrm>
            <a:off x="609600" y="5233078"/>
            <a:ext cx="10972800" cy="398668"/>
          </a:xfrm>
          <a:prstGeom prst="rect">
            <a:avLst/>
          </a:prstGeom>
        </p:spPr>
        <p:txBody>
          <a:bodyPr lIns="91420" tIns="45710" rIns="91420" bIns="45710"/>
          <a:lstStyle>
            <a:lvl1pPr marL="0" indent="0" algn="ctr">
              <a:buFont typeface="Arial" panose="020B0604020202020204" pitchFamily="34" charset="0"/>
              <a:buNone/>
              <a:defRPr sz="24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Speaker role</a:t>
            </a:r>
          </a:p>
        </p:txBody>
      </p:sp>
      <p:sp>
        <p:nvSpPr>
          <p:cNvPr id="17" name="Title 1">
            <a:extLst>
              <a:ext uri="{FF2B5EF4-FFF2-40B4-BE49-F238E27FC236}">
                <a16:creationId xmlns:a16="http://schemas.microsoft.com/office/drawing/2014/main" id="{86E3EA5B-6C70-8F4D-9385-EC53B25066C1}"/>
              </a:ext>
            </a:extLst>
          </p:cNvPr>
          <p:cNvSpPr>
            <a:spLocks noGrp="1"/>
          </p:cNvSpPr>
          <p:nvPr>
            <p:ph type="ctrTitle" hasCustomPrompt="1"/>
          </p:nvPr>
        </p:nvSpPr>
        <p:spPr>
          <a:xfrm>
            <a:off x="899521" y="1398874"/>
            <a:ext cx="10376024" cy="3311089"/>
          </a:xfrm>
          <a:prstGeom prst="rect">
            <a:avLst/>
          </a:prstGeom>
        </p:spPr>
        <p:txBody>
          <a:bodyPr anchor="ctr"/>
          <a:lstStyle>
            <a:lvl1pPr marL="0" indent="0" algn="ct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As the adoption of multi-cloud strategy grows, Ulla </a:t>
            </a:r>
            <a:r>
              <a:rPr lang="en-GB" dirty="0" err="1"/>
              <a:t>sitiora</a:t>
            </a:r>
            <a:r>
              <a:rPr lang="en-GB" dirty="0"/>
              <a:t> </a:t>
            </a:r>
            <a:r>
              <a:rPr lang="en-GB" dirty="0" err="1"/>
              <a:t>turest</a:t>
            </a:r>
            <a:r>
              <a:rPr lang="en-GB" dirty="0"/>
              <a:t> </a:t>
            </a:r>
            <a:r>
              <a:rPr lang="en-GB" dirty="0" err="1"/>
              <a:t>experibus</a:t>
            </a:r>
            <a:r>
              <a:rPr lang="en-GB" dirty="0"/>
              <a:t> </a:t>
            </a:r>
            <a:r>
              <a:rPr lang="en-GB" dirty="0" err="1"/>
              <a:t>ut</a:t>
            </a:r>
            <a:r>
              <a:rPr lang="en-GB" dirty="0"/>
              <a:t> pa </a:t>
            </a:r>
            <a:r>
              <a:rPr lang="en-GB" dirty="0" err="1"/>
              <a:t>dolor</a:t>
            </a:r>
            <a:r>
              <a:rPr lang="en-GB" dirty="0"/>
              <a:t> a </a:t>
            </a:r>
            <a:r>
              <a:rPr lang="en-GB" dirty="0" err="1"/>
              <a:t>conestia</a:t>
            </a:r>
            <a:r>
              <a:rPr lang="en-GB" dirty="0"/>
              <a:t> vent </a:t>
            </a:r>
            <a:r>
              <a:rPr lang="en-GB" dirty="0" err="1"/>
              <a:t>eosse</a:t>
            </a:r>
            <a:r>
              <a:rPr lang="en-GB" dirty="0"/>
              <a:t> non </a:t>
            </a:r>
            <a:r>
              <a:rPr lang="en-GB" dirty="0" err="1"/>
              <a:t>consequ</a:t>
            </a:r>
            <a:r>
              <a:rPr lang="en-GB" dirty="0"/>
              <a:t> </a:t>
            </a:r>
            <a:r>
              <a:rPr lang="en-GB" dirty="0" err="1"/>
              <a:t>aturit</a:t>
            </a:r>
            <a:r>
              <a:rPr lang="en-GB" dirty="0"/>
              <a:t> </a:t>
            </a:r>
            <a:r>
              <a:rPr lang="en-GB" dirty="0" err="1"/>
              <a:t>faccum</a:t>
            </a:r>
            <a:r>
              <a:rPr lang="en-GB" dirty="0"/>
              <a:t> qui </a:t>
            </a:r>
            <a:r>
              <a:rPr lang="en-GB" dirty="0" err="1"/>
              <a:t>dolor</a:t>
            </a:r>
            <a:r>
              <a:rPr lang="en-GB" dirty="0"/>
              <a:t> a </a:t>
            </a:r>
            <a:r>
              <a:rPr lang="en-GB" dirty="0" err="1"/>
              <a:t>num</a:t>
            </a:r>
            <a:endParaRPr lang="en-GB" dirty="0"/>
          </a:p>
        </p:txBody>
      </p:sp>
      <p:pic>
        <p:nvPicPr>
          <p:cNvPr id="8" name="Graphic 7">
            <a:extLst>
              <a:ext uri="{FF2B5EF4-FFF2-40B4-BE49-F238E27FC236}">
                <a16:creationId xmlns:a16="http://schemas.microsoft.com/office/drawing/2014/main" id="{8E18B2BC-5B8F-6442-A3B3-AB5D063112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41976" y="733891"/>
            <a:ext cx="1508048" cy="836396"/>
          </a:xfrm>
          <a:prstGeom prst="rect">
            <a:avLst/>
          </a:prstGeom>
        </p:spPr>
      </p:pic>
      <p:pic>
        <p:nvPicPr>
          <p:cNvPr id="16" name="Graphic 15">
            <a:extLst>
              <a:ext uri="{FF2B5EF4-FFF2-40B4-BE49-F238E27FC236}">
                <a16:creationId xmlns:a16="http://schemas.microsoft.com/office/drawing/2014/main" id="{DF934E4D-2E37-A7A2-A96B-A43A1A9B1543}"/>
              </a:ext>
            </a:extLst>
          </p:cNvPr>
          <p:cNvPicPr>
            <a:picLocks noChangeAspect="1"/>
          </p:cNvPicPr>
          <p:nvPr/>
        </p:nvPicPr>
        <p:blipFill rotWithShape="1">
          <a:blip>
            <a:alphaModFix/>
            <a:extLst>
              <a:ext uri="{96DAC541-7B7A-43D3-8B79-37D633B846F1}">
                <asvg:svgBlip xmlns:asvg="http://schemas.microsoft.com/office/drawing/2016/SVG/main" r:embed="rId3"/>
              </a:ext>
            </a:extLst>
          </a:blip>
          <a:srcRect l="-6339" t="50000" r="47438" b="-7103"/>
          <a:stretch/>
        </p:blipFill>
        <p:spPr>
          <a:xfrm>
            <a:off x="8778240" y="-1"/>
            <a:ext cx="3413760" cy="3312384"/>
          </a:xfrm>
          <a:prstGeom prst="rect">
            <a:avLst/>
          </a:prstGeom>
        </p:spPr>
      </p:pic>
      <p:cxnSp>
        <p:nvCxnSpPr>
          <p:cNvPr id="3" name="Straight Connector 2">
            <a:extLst>
              <a:ext uri="{FF2B5EF4-FFF2-40B4-BE49-F238E27FC236}">
                <a16:creationId xmlns:a16="http://schemas.microsoft.com/office/drawing/2014/main" id="{7191B82D-853E-F074-193C-5B7F13F89D29}"/>
              </a:ext>
            </a:extLst>
          </p:cNvPr>
          <p:cNvCxnSpPr>
            <a:cxnSpLocks/>
          </p:cNvCxnSpPr>
          <p:nvPr/>
        </p:nvCxnSpPr>
        <p:spPr>
          <a:xfrm>
            <a:off x="4545877" y="4934857"/>
            <a:ext cx="3100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90880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que Lef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EFE63EB2-AC2A-7CCF-67A5-94304A46048C}"/>
              </a:ext>
            </a:extLst>
          </p:cNvPr>
          <p:cNvPicPr>
            <a:picLocks noChangeAspect="1"/>
          </p:cNvPicPr>
          <p:nvPr/>
        </p:nvPicPr>
        <p:blipFill rotWithShape="1">
          <a:blip>
            <a:extLst>
              <a:ext uri="{96DAC541-7B7A-43D3-8B79-37D633B846F1}">
                <asvg:svgBlip xmlns:asvg="http://schemas.microsoft.com/office/drawing/2016/SVG/main" r:embed="rId2"/>
              </a:ext>
            </a:extLst>
          </a:blip>
          <a:srcRect l="-4806" t="-1734" r="50235" b="48715"/>
          <a:stretch/>
        </p:blipFill>
        <p:spPr>
          <a:xfrm>
            <a:off x="4925568" y="-207905"/>
            <a:ext cx="7266432" cy="7065906"/>
          </a:xfrm>
          <a:prstGeom prst="rect">
            <a:avLst/>
          </a:prstGeom>
        </p:spPr>
      </p:pic>
      <p:sp>
        <p:nvSpPr>
          <p:cNvPr id="6" name="Title 1">
            <a:extLst>
              <a:ext uri="{FF2B5EF4-FFF2-40B4-BE49-F238E27FC236}">
                <a16:creationId xmlns:a16="http://schemas.microsoft.com/office/drawing/2014/main" id="{CBA1FD7D-7C93-E645-B2E9-AD2B9329C1E8}"/>
              </a:ext>
            </a:extLst>
          </p:cNvPr>
          <p:cNvSpPr>
            <a:spLocks noGrp="1"/>
          </p:cNvSpPr>
          <p:nvPr>
            <p:ph type="ctrTitle" hasCustomPrompt="1"/>
          </p:nvPr>
        </p:nvSpPr>
        <p:spPr>
          <a:xfrm>
            <a:off x="625930" y="2565402"/>
            <a:ext cx="10232589" cy="637377"/>
          </a:xfrm>
          <a:prstGeom prst="rect">
            <a:avLst/>
          </a:prstGeom>
        </p:spPr>
        <p:txBody>
          <a:bodyPr lIns="0" tIns="0" rIns="0" bIns="0" anchor="ctr"/>
          <a:lstStyle>
            <a:lvl1pPr marL="0" indent="0" algn="l">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Segue slide copy goes here</a:t>
            </a:r>
            <a:endParaRPr lang="en-US" dirty="0"/>
          </a:p>
        </p:txBody>
      </p:sp>
    </p:spTree>
    <p:extLst>
      <p:ext uri="{BB962C8B-B14F-4D97-AF65-F5344CB8AC3E}">
        <p14:creationId xmlns:p14="http://schemas.microsoft.com/office/powerpoint/2010/main" val="12190880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ky Seque Left">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A1FD7D-7C93-E645-B2E9-AD2B9329C1E8}"/>
              </a:ext>
            </a:extLst>
          </p:cNvPr>
          <p:cNvSpPr>
            <a:spLocks noGrp="1"/>
          </p:cNvSpPr>
          <p:nvPr>
            <p:ph type="ctrTitle" hasCustomPrompt="1"/>
          </p:nvPr>
        </p:nvSpPr>
        <p:spPr>
          <a:xfrm>
            <a:off x="625930" y="2565402"/>
            <a:ext cx="10232589" cy="637377"/>
          </a:xfrm>
          <a:prstGeom prst="rect">
            <a:avLst/>
          </a:prstGeom>
        </p:spPr>
        <p:txBody>
          <a:bodyPr lIns="0" tIns="0" rIns="0" bIns="0" anchor="ctr"/>
          <a:lstStyle>
            <a:lvl1pPr marL="0" indent="0" algn="l">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Segue slide copy goes here</a:t>
            </a:r>
            <a:endParaRPr lang="en-US" dirty="0"/>
          </a:p>
        </p:txBody>
      </p:sp>
      <p:pic>
        <p:nvPicPr>
          <p:cNvPr id="4" name="Graphic 3">
            <a:extLst>
              <a:ext uri="{FF2B5EF4-FFF2-40B4-BE49-F238E27FC236}">
                <a16:creationId xmlns:a16="http://schemas.microsoft.com/office/drawing/2014/main" id="{6BC94FF4-6CDA-6176-11AC-4CEBD21C85D6}"/>
              </a:ext>
            </a:extLst>
          </p:cNvPr>
          <p:cNvPicPr>
            <a:picLocks noChangeAspect="1"/>
          </p:cNvPicPr>
          <p:nvPr/>
        </p:nvPicPr>
        <p:blipFill rotWithShape="1">
          <a:blip>
            <a:extLst>
              <a:ext uri="{96DAC541-7B7A-43D3-8B79-37D633B846F1}">
                <asvg:svgBlip xmlns:asvg="http://schemas.microsoft.com/office/drawing/2016/SVG/main" r:embed="rId2"/>
              </a:ext>
            </a:extLst>
          </a:blip>
          <a:srcRect l="-3398" t="350" r="48853" b="46864"/>
          <a:stretch/>
        </p:blipFill>
        <p:spPr>
          <a:xfrm>
            <a:off x="6835927" y="1652016"/>
            <a:ext cx="5374832" cy="5205984"/>
          </a:xfrm>
          <a:prstGeom prst="rect">
            <a:avLst/>
          </a:prstGeom>
        </p:spPr>
      </p:pic>
    </p:spTree>
    <p:extLst>
      <p:ext uri="{BB962C8B-B14F-4D97-AF65-F5344CB8AC3E}">
        <p14:creationId xmlns:p14="http://schemas.microsoft.com/office/powerpoint/2010/main" val="42350092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xt Left">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288E9818-CDB2-294C-86DC-E17877CD33A8}"/>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9" name="Text Placeholder 2">
            <a:extLst>
              <a:ext uri="{FF2B5EF4-FFF2-40B4-BE49-F238E27FC236}">
                <a16:creationId xmlns:a16="http://schemas.microsoft.com/office/drawing/2014/main" id="{355C6030-64DC-1C43-BC53-97F66AC982AB}"/>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8" name="Title 1">
            <a:extLst>
              <a:ext uri="{FF2B5EF4-FFF2-40B4-BE49-F238E27FC236}">
                <a16:creationId xmlns:a16="http://schemas.microsoft.com/office/drawing/2014/main" id="{5FB0ED95-38E7-2A5D-7BFA-218DE01901E4}"/>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
        <p:nvSpPr>
          <p:cNvPr id="11" name="Text Placeholder 2">
            <a:extLst>
              <a:ext uri="{FF2B5EF4-FFF2-40B4-BE49-F238E27FC236}">
                <a16:creationId xmlns:a16="http://schemas.microsoft.com/office/drawing/2014/main" id="{4D01B711-3A91-6FAB-F154-53DD712B5B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773630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ky Text Left">
    <p:bg>
      <p:bgPr>
        <a:solidFill>
          <a:schemeClr val="accent1"/>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288E9818-CDB2-294C-86DC-E17877CD33A8}"/>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9" name="Text Placeholder 2">
            <a:extLst>
              <a:ext uri="{FF2B5EF4-FFF2-40B4-BE49-F238E27FC236}">
                <a16:creationId xmlns:a16="http://schemas.microsoft.com/office/drawing/2014/main" id="{355C6030-64DC-1C43-BC53-97F66AC982AB}"/>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8" name="Title 1">
            <a:extLst>
              <a:ext uri="{FF2B5EF4-FFF2-40B4-BE49-F238E27FC236}">
                <a16:creationId xmlns:a16="http://schemas.microsoft.com/office/drawing/2014/main" id="{5FB0ED95-38E7-2A5D-7BFA-218DE01901E4}"/>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
        <p:nvSpPr>
          <p:cNvPr id="11" name="Text Placeholder 2">
            <a:extLst>
              <a:ext uri="{FF2B5EF4-FFF2-40B4-BE49-F238E27FC236}">
                <a16:creationId xmlns:a16="http://schemas.microsoft.com/office/drawing/2014/main" id="{4D01B711-3A91-6FAB-F154-53DD712B5B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428408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ext Left 2">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D74462BA-6EBC-1140-992B-557518B13645}"/>
              </a:ext>
            </a:extLst>
          </p:cNvPr>
          <p:cNvSpPr>
            <a:spLocks noGrp="1"/>
          </p:cNvSpPr>
          <p:nvPr>
            <p:ph type="body" sz="quarter" idx="20" hasCustomPrompt="1"/>
          </p:nvPr>
        </p:nvSpPr>
        <p:spPr>
          <a:xfrm>
            <a:off x="621965" y="422695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1" name="Text Placeholder 2">
            <a:extLst>
              <a:ext uri="{FF2B5EF4-FFF2-40B4-BE49-F238E27FC236}">
                <a16:creationId xmlns:a16="http://schemas.microsoft.com/office/drawing/2014/main" id="{80F1C889-3D11-B94B-8DC7-F979FE6EE152}"/>
              </a:ext>
            </a:extLst>
          </p:cNvPr>
          <p:cNvSpPr>
            <a:spLocks noGrp="1"/>
          </p:cNvSpPr>
          <p:nvPr>
            <p:ph type="body" sz="quarter" idx="21" hasCustomPrompt="1"/>
          </p:nvPr>
        </p:nvSpPr>
        <p:spPr>
          <a:xfrm>
            <a:off x="621965" y="4630179"/>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2" name="Text Placeholder 2">
            <a:extLst>
              <a:ext uri="{FF2B5EF4-FFF2-40B4-BE49-F238E27FC236}">
                <a16:creationId xmlns:a16="http://schemas.microsoft.com/office/drawing/2014/main" id="{ED42BE5F-6F6F-F37B-C64E-3CA0471064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5" name="Text Placeholder 2">
            <a:extLst>
              <a:ext uri="{FF2B5EF4-FFF2-40B4-BE49-F238E27FC236}">
                <a16:creationId xmlns:a16="http://schemas.microsoft.com/office/drawing/2014/main" id="{07CC7059-5853-40FD-F640-AA28414874BB}"/>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6" name="Text Placeholder 2">
            <a:extLst>
              <a:ext uri="{FF2B5EF4-FFF2-40B4-BE49-F238E27FC236}">
                <a16:creationId xmlns:a16="http://schemas.microsoft.com/office/drawing/2014/main" id="{D5C82917-3C59-E329-4092-6FE5AC7EED56}"/>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7" name="Title 1">
            <a:extLst>
              <a:ext uri="{FF2B5EF4-FFF2-40B4-BE49-F238E27FC236}">
                <a16:creationId xmlns:a16="http://schemas.microsoft.com/office/drawing/2014/main" id="{2D1E7E73-3E89-BA10-DC01-7E300E996439}"/>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Tree>
    <p:extLst>
      <p:ext uri="{BB962C8B-B14F-4D97-AF65-F5344CB8AC3E}">
        <p14:creationId xmlns:p14="http://schemas.microsoft.com/office/powerpoint/2010/main" val="7989957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ky Text Left 2">
    <p:bg>
      <p:bgPr>
        <a:solidFill>
          <a:schemeClr val="accent1"/>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D74462BA-6EBC-1140-992B-557518B13645}"/>
              </a:ext>
            </a:extLst>
          </p:cNvPr>
          <p:cNvSpPr>
            <a:spLocks noGrp="1"/>
          </p:cNvSpPr>
          <p:nvPr>
            <p:ph type="body" sz="quarter" idx="20" hasCustomPrompt="1"/>
          </p:nvPr>
        </p:nvSpPr>
        <p:spPr>
          <a:xfrm>
            <a:off x="621965" y="422695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1" name="Text Placeholder 2">
            <a:extLst>
              <a:ext uri="{FF2B5EF4-FFF2-40B4-BE49-F238E27FC236}">
                <a16:creationId xmlns:a16="http://schemas.microsoft.com/office/drawing/2014/main" id="{80F1C889-3D11-B94B-8DC7-F979FE6EE152}"/>
              </a:ext>
            </a:extLst>
          </p:cNvPr>
          <p:cNvSpPr>
            <a:spLocks noGrp="1"/>
          </p:cNvSpPr>
          <p:nvPr>
            <p:ph type="body" sz="quarter" idx="21" hasCustomPrompt="1"/>
          </p:nvPr>
        </p:nvSpPr>
        <p:spPr>
          <a:xfrm>
            <a:off x="621965" y="4630179"/>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2" name="Text Placeholder 2">
            <a:extLst>
              <a:ext uri="{FF2B5EF4-FFF2-40B4-BE49-F238E27FC236}">
                <a16:creationId xmlns:a16="http://schemas.microsoft.com/office/drawing/2014/main" id="{ED42BE5F-6F6F-F37B-C64E-3CA0471064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5" name="Text Placeholder 2">
            <a:extLst>
              <a:ext uri="{FF2B5EF4-FFF2-40B4-BE49-F238E27FC236}">
                <a16:creationId xmlns:a16="http://schemas.microsoft.com/office/drawing/2014/main" id="{07CC7059-5853-40FD-F640-AA28414874BB}"/>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6" name="Text Placeholder 2">
            <a:extLst>
              <a:ext uri="{FF2B5EF4-FFF2-40B4-BE49-F238E27FC236}">
                <a16:creationId xmlns:a16="http://schemas.microsoft.com/office/drawing/2014/main" id="{D5C82917-3C59-E329-4092-6FE5AC7EED56}"/>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7" name="Title 1">
            <a:extLst>
              <a:ext uri="{FF2B5EF4-FFF2-40B4-BE49-F238E27FC236}">
                <a16:creationId xmlns:a16="http://schemas.microsoft.com/office/drawing/2014/main" id="{2D1E7E73-3E89-BA10-DC01-7E300E996439}"/>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Tree>
    <p:extLst>
      <p:ext uri="{BB962C8B-B14F-4D97-AF65-F5344CB8AC3E}">
        <p14:creationId xmlns:p14="http://schemas.microsoft.com/office/powerpoint/2010/main" val="9412685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xt Two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2E8BD34-9749-B741-B93E-2D7E0CB595D9}"/>
              </a:ext>
            </a:extLst>
          </p:cNvPr>
          <p:cNvSpPr>
            <a:spLocks noGrp="1"/>
          </p:cNvSpPr>
          <p:nvPr>
            <p:ph type="body" sz="quarter" idx="19" hasCustomPrompt="1"/>
          </p:nvPr>
        </p:nvSpPr>
        <p:spPr>
          <a:xfrm>
            <a:off x="6407661" y="1766048"/>
            <a:ext cx="5165819" cy="443754"/>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26" name="Text Placeholder 2">
            <a:extLst>
              <a:ext uri="{FF2B5EF4-FFF2-40B4-BE49-F238E27FC236}">
                <a16:creationId xmlns:a16="http://schemas.microsoft.com/office/drawing/2014/main" id="{35059BF6-2F19-7F49-9CBE-82197BDDFC8C}"/>
              </a:ext>
            </a:extLst>
          </p:cNvPr>
          <p:cNvSpPr>
            <a:spLocks noGrp="1"/>
          </p:cNvSpPr>
          <p:nvPr>
            <p:ph type="body" sz="quarter" idx="24" hasCustomPrompt="1"/>
          </p:nvPr>
        </p:nvSpPr>
        <p:spPr>
          <a:xfrm>
            <a:off x="6410937" y="2382521"/>
            <a:ext cx="5169260" cy="182881"/>
          </a:xfrm>
          <a:prstGeom prst="rect">
            <a:avLst/>
          </a:prstGeom>
        </p:spPr>
        <p:txBody>
          <a:bodyPr lIns="0" tIns="0" rIns="0" bIns="0"/>
          <a:lstStyle>
            <a:lvl1pPr marL="0" indent="0">
              <a:spcBef>
                <a:spcPts val="0"/>
              </a:spcBef>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65873738-C849-95A4-C52A-CD496785A3AA}"/>
              </a:ext>
            </a:extLst>
          </p:cNvPr>
          <p:cNvSpPr>
            <a:spLocks noGrp="1"/>
          </p:cNvSpPr>
          <p:nvPr>
            <p:ph type="body" sz="quarter" idx="27" hasCustomPrompt="1"/>
          </p:nvPr>
        </p:nvSpPr>
        <p:spPr>
          <a:xfrm>
            <a:off x="6410937" y="2812142"/>
            <a:ext cx="5169260" cy="129218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1" name="Title 1">
            <a:extLst>
              <a:ext uri="{FF2B5EF4-FFF2-40B4-BE49-F238E27FC236}">
                <a16:creationId xmlns:a16="http://schemas.microsoft.com/office/drawing/2014/main" id="{96FF2EC3-7B94-61AD-89EE-6563C3D30D5B}"/>
              </a:ext>
            </a:extLst>
          </p:cNvPr>
          <p:cNvSpPr>
            <a:spLocks noGrp="1"/>
          </p:cNvSpPr>
          <p:nvPr>
            <p:ph type="ctrTitle" hasCustomPrompt="1"/>
          </p:nvPr>
        </p:nvSpPr>
        <p:spPr>
          <a:xfrm>
            <a:off x="621966" y="1766048"/>
            <a:ext cx="5169260"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
        <p:nvSpPr>
          <p:cNvPr id="22" name="Text Placeholder 2">
            <a:extLst>
              <a:ext uri="{FF2B5EF4-FFF2-40B4-BE49-F238E27FC236}">
                <a16:creationId xmlns:a16="http://schemas.microsoft.com/office/drawing/2014/main" id="{D19CCA2B-1CE2-77CF-F749-DC772E2A717C}"/>
              </a:ext>
            </a:extLst>
          </p:cNvPr>
          <p:cNvSpPr>
            <a:spLocks noGrp="1"/>
          </p:cNvSpPr>
          <p:nvPr>
            <p:ph type="body" sz="quarter" idx="15" hasCustomPrompt="1"/>
          </p:nvPr>
        </p:nvSpPr>
        <p:spPr>
          <a:xfrm>
            <a:off x="621966" y="2812142"/>
            <a:ext cx="5169260" cy="129218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3" name="Text Placeholder 2">
            <a:extLst>
              <a:ext uri="{FF2B5EF4-FFF2-40B4-BE49-F238E27FC236}">
                <a16:creationId xmlns:a16="http://schemas.microsoft.com/office/drawing/2014/main" id="{A8B70A03-DFE5-BAFE-E792-E9F9971D5DDA}"/>
              </a:ext>
            </a:extLst>
          </p:cNvPr>
          <p:cNvSpPr>
            <a:spLocks noGrp="1"/>
          </p:cNvSpPr>
          <p:nvPr>
            <p:ph type="body" sz="quarter" idx="28" hasCustomPrompt="1"/>
          </p:nvPr>
        </p:nvSpPr>
        <p:spPr>
          <a:xfrm>
            <a:off x="621965" y="2382521"/>
            <a:ext cx="5169260" cy="182881"/>
          </a:xfrm>
          <a:prstGeom prst="rect">
            <a:avLst/>
          </a:prstGeom>
        </p:spPr>
        <p:txBody>
          <a:bodyPr lIns="0" tIns="0" rIns="0" bIns="0"/>
          <a:lstStyle>
            <a:lvl1pPr marL="0" indent="0">
              <a:spcBef>
                <a:spcPts val="0"/>
              </a:spcBef>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0" name="Text Placeholder 2">
            <a:extLst>
              <a:ext uri="{FF2B5EF4-FFF2-40B4-BE49-F238E27FC236}">
                <a16:creationId xmlns:a16="http://schemas.microsoft.com/office/drawing/2014/main" id="{492B656F-A7D0-42FB-D9A5-80362B0197F2}"/>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4636105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xt Three Column">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B27A1D91-B0C5-82DE-7D46-53E481769CC7}"/>
              </a:ext>
            </a:extLst>
          </p:cNvPr>
          <p:cNvSpPr>
            <a:spLocks noGrp="1"/>
          </p:cNvSpPr>
          <p:nvPr>
            <p:ph type="body" sz="quarter" idx="16" hasCustomPrompt="1"/>
          </p:nvPr>
        </p:nvSpPr>
        <p:spPr>
          <a:xfrm>
            <a:off x="63212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56024974-A0B0-7C6B-9AD0-E630E95DA949}"/>
              </a:ext>
            </a:extLst>
          </p:cNvPr>
          <p:cNvSpPr>
            <a:spLocks noGrp="1"/>
          </p:cNvSpPr>
          <p:nvPr>
            <p:ph type="body" sz="quarter" idx="15" hasCustomPrompt="1"/>
          </p:nvPr>
        </p:nvSpPr>
        <p:spPr>
          <a:xfrm>
            <a:off x="63212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1" name="Text Placeholder 2">
            <a:extLst>
              <a:ext uri="{FF2B5EF4-FFF2-40B4-BE49-F238E27FC236}">
                <a16:creationId xmlns:a16="http://schemas.microsoft.com/office/drawing/2014/main" id="{45F39481-2908-3822-701D-5FF87E1F03A5}"/>
              </a:ext>
            </a:extLst>
          </p:cNvPr>
          <p:cNvSpPr>
            <a:spLocks noGrp="1"/>
          </p:cNvSpPr>
          <p:nvPr>
            <p:ph type="body" sz="quarter" idx="17" hasCustomPrompt="1"/>
          </p:nvPr>
        </p:nvSpPr>
        <p:spPr>
          <a:xfrm>
            <a:off x="80931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2" name="Text Placeholder 2">
            <a:extLst>
              <a:ext uri="{FF2B5EF4-FFF2-40B4-BE49-F238E27FC236}">
                <a16:creationId xmlns:a16="http://schemas.microsoft.com/office/drawing/2014/main" id="{8390454E-C6EF-BF2D-F598-5D31E91A5C5B}"/>
              </a:ext>
            </a:extLst>
          </p:cNvPr>
          <p:cNvSpPr>
            <a:spLocks noGrp="1"/>
          </p:cNvSpPr>
          <p:nvPr>
            <p:ph type="body" sz="quarter" idx="18" hasCustomPrompt="1"/>
          </p:nvPr>
        </p:nvSpPr>
        <p:spPr>
          <a:xfrm>
            <a:off x="80931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7" name="Text Placeholder 2">
            <a:extLst>
              <a:ext uri="{FF2B5EF4-FFF2-40B4-BE49-F238E27FC236}">
                <a16:creationId xmlns:a16="http://schemas.microsoft.com/office/drawing/2014/main" id="{3BD0ABDF-0D5E-A765-9F69-3BC9541847C2}"/>
              </a:ext>
            </a:extLst>
          </p:cNvPr>
          <p:cNvSpPr>
            <a:spLocks noGrp="1"/>
          </p:cNvSpPr>
          <p:nvPr>
            <p:ph type="body" sz="quarter" idx="19" hasCustomPrompt="1"/>
          </p:nvPr>
        </p:nvSpPr>
        <p:spPr>
          <a:xfrm>
            <a:off x="436264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9" name="Text Placeholder 2">
            <a:extLst>
              <a:ext uri="{FF2B5EF4-FFF2-40B4-BE49-F238E27FC236}">
                <a16:creationId xmlns:a16="http://schemas.microsoft.com/office/drawing/2014/main" id="{57A872EF-F192-39C4-B234-D15D6561B47C}"/>
              </a:ext>
            </a:extLst>
          </p:cNvPr>
          <p:cNvSpPr>
            <a:spLocks noGrp="1"/>
          </p:cNvSpPr>
          <p:nvPr>
            <p:ph type="body" sz="quarter" idx="20" hasCustomPrompt="1"/>
          </p:nvPr>
        </p:nvSpPr>
        <p:spPr>
          <a:xfrm>
            <a:off x="436264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30" name="Text Placeholder 6">
            <a:extLst>
              <a:ext uri="{FF2B5EF4-FFF2-40B4-BE49-F238E27FC236}">
                <a16:creationId xmlns:a16="http://schemas.microsoft.com/office/drawing/2014/main" id="{3EB9F6D8-47DF-1F5B-55DF-071309C37FDE}"/>
              </a:ext>
            </a:extLst>
          </p:cNvPr>
          <p:cNvSpPr>
            <a:spLocks noGrp="1"/>
          </p:cNvSpPr>
          <p:nvPr>
            <p:ph type="body" sz="quarter" idx="21" hasCustomPrompt="1"/>
          </p:nvPr>
        </p:nvSpPr>
        <p:spPr>
          <a:xfrm>
            <a:off x="4359392" y="1766048"/>
            <a:ext cx="3486912" cy="443754"/>
          </a:xfrm>
          <a:prstGeom prst="rect">
            <a:avLst/>
          </a:prstGeom>
        </p:spPr>
        <p:txBody>
          <a:bodyPr lIns="0" tIns="0" rIns="0" bIns="0" anchor="b" anchorCtr="0"/>
          <a:lstStyle>
            <a:lvl1pPr marL="0" indent="0">
              <a:lnSpc>
                <a:spcPts val="3467"/>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31" name="Text Placeholder 6">
            <a:extLst>
              <a:ext uri="{FF2B5EF4-FFF2-40B4-BE49-F238E27FC236}">
                <a16:creationId xmlns:a16="http://schemas.microsoft.com/office/drawing/2014/main" id="{1B9F0F59-8C07-4391-070A-F127239E51B0}"/>
              </a:ext>
            </a:extLst>
          </p:cNvPr>
          <p:cNvSpPr>
            <a:spLocks noGrp="1"/>
          </p:cNvSpPr>
          <p:nvPr>
            <p:ph type="body" sz="quarter" idx="22" hasCustomPrompt="1"/>
          </p:nvPr>
        </p:nvSpPr>
        <p:spPr>
          <a:xfrm>
            <a:off x="8096015" y="1766048"/>
            <a:ext cx="3486912" cy="443754"/>
          </a:xfrm>
          <a:prstGeom prst="rect">
            <a:avLst/>
          </a:prstGeom>
        </p:spPr>
        <p:txBody>
          <a:bodyPr lIns="0" tIns="0" rIns="0" bIns="0" anchor="b" anchorCtr="0"/>
          <a:lstStyle>
            <a:lvl1pPr marL="0" indent="0">
              <a:lnSpc>
                <a:spcPts val="3467"/>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3" name="Title 1">
            <a:extLst>
              <a:ext uri="{FF2B5EF4-FFF2-40B4-BE49-F238E27FC236}">
                <a16:creationId xmlns:a16="http://schemas.microsoft.com/office/drawing/2014/main" id="{BE2AD77B-1466-B731-C28A-2731D668CCBE}"/>
              </a:ext>
            </a:extLst>
          </p:cNvPr>
          <p:cNvSpPr>
            <a:spLocks noGrp="1"/>
          </p:cNvSpPr>
          <p:nvPr>
            <p:ph type="ctrTitle" hasCustomPrompt="1"/>
          </p:nvPr>
        </p:nvSpPr>
        <p:spPr>
          <a:xfrm>
            <a:off x="63212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
        <p:nvSpPr>
          <p:cNvPr id="14" name="Text Placeholder 2">
            <a:extLst>
              <a:ext uri="{FF2B5EF4-FFF2-40B4-BE49-F238E27FC236}">
                <a16:creationId xmlns:a16="http://schemas.microsoft.com/office/drawing/2014/main" id="{D81B37B4-1168-CDEB-FB62-4B4E3C4E0ADA}"/>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6609436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Two Column Icons">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23679" y="3668310"/>
            <a:ext cx="5178612" cy="131535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6" name="Text Placeholder 6">
            <a:extLst>
              <a:ext uri="{FF2B5EF4-FFF2-40B4-BE49-F238E27FC236}">
                <a16:creationId xmlns:a16="http://schemas.microsoft.com/office/drawing/2014/main" id="{3148D23F-4FB0-0283-D700-8A06DCABC281}"/>
              </a:ext>
            </a:extLst>
          </p:cNvPr>
          <p:cNvSpPr>
            <a:spLocks noGrp="1"/>
          </p:cNvSpPr>
          <p:nvPr>
            <p:ph type="body" sz="quarter" idx="25" hasCustomPrompt="1"/>
          </p:nvPr>
        </p:nvSpPr>
        <p:spPr>
          <a:xfrm>
            <a:off x="6390621" y="2938820"/>
            <a:ext cx="5178611"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27" name="Picture Placeholder 2">
            <a:extLst>
              <a:ext uri="{FF2B5EF4-FFF2-40B4-BE49-F238E27FC236}">
                <a16:creationId xmlns:a16="http://schemas.microsoft.com/office/drawing/2014/main" id="{C5C6BDEC-E33F-4C34-5403-6A238AB80D5E}"/>
              </a:ext>
            </a:extLst>
          </p:cNvPr>
          <p:cNvSpPr>
            <a:spLocks noGrp="1"/>
          </p:cNvSpPr>
          <p:nvPr>
            <p:ph type="pic" sz="quarter" idx="26" hasCustomPrompt="1"/>
          </p:nvPr>
        </p:nvSpPr>
        <p:spPr>
          <a:xfrm>
            <a:off x="6399978"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28" name="Text Placeholder 2">
            <a:extLst>
              <a:ext uri="{FF2B5EF4-FFF2-40B4-BE49-F238E27FC236}">
                <a16:creationId xmlns:a16="http://schemas.microsoft.com/office/drawing/2014/main" id="{2136F578-A3CF-9005-0901-E724D7D5226F}"/>
              </a:ext>
            </a:extLst>
          </p:cNvPr>
          <p:cNvSpPr>
            <a:spLocks noGrp="1"/>
          </p:cNvSpPr>
          <p:nvPr>
            <p:ph type="body" sz="quarter" idx="27" hasCustomPrompt="1"/>
          </p:nvPr>
        </p:nvSpPr>
        <p:spPr>
          <a:xfrm>
            <a:off x="6399977" y="3668310"/>
            <a:ext cx="5178612" cy="131535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9" name="Text Placeholder 6">
            <a:extLst>
              <a:ext uri="{FF2B5EF4-FFF2-40B4-BE49-F238E27FC236}">
                <a16:creationId xmlns:a16="http://schemas.microsoft.com/office/drawing/2014/main" id="{ADFE46B3-A8B5-C645-B495-DA6D53180536}"/>
              </a:ext>
            </a:extLst>
          </p:cNvPr>
          <p:cNvSpPr>
            <a:spLocks noGrp="1"/>
          </p:cNvSpPr>
          <p:nvPr>
            <p:ph type="body" sz="quarter" idx="23" hasCustomPrompt="1"/>
          </p:nvPr>
        </p:nvSpPr>
        <p:spPr>
          <a:xfrm>
            <a:off x="621758" y="2938820"/>
            <a:ext cx="5178611"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0" name="Text Placeholder 2">
            <a:extLst>
              <a:ext uri="{FF2B5EF4-FFF2-40B4-BE49-F238E27FC236}">
                <a16:creationId xmlns:a16="http://schemas.microsoft.com/office/drawing/2014/main" id="{0D0EB105-4FE7-7E30-8C23-A63566AB41F9}"/>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497905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Three Column Icons">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96CA1346-1D62-4F41-BA11-B3EEBA6B5192}"/>
              </a:ext>
            </a:extLst>
          </p:cNvPr>
          <p:cNvSpPr>
            <a:spLocks noGrp="1"/>
          </p:cNvSpPr>
          <p:nvPr>
            <p:ph type="body" sz="quarter" idx="20" hasCustomPrompt="1"/>
          </p:nvPr>
        </p:nvSpPr>
        <p:spPr>
          <a:xfrm>
            <a:off x="4340226"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8" name="Text Placeholder 6">
            <a:extLst>
              <a:ext uri="{FF2B5EF4-FFF2-40B4-BE49-F238E27FC236}">
                <a16:creationId xmlns:a16="http://schemas.microsoft.com/office/drawing/2014/main" id="{53E5B521-5917-164E-BF18-105160A01CA5}"/>
              </a:ext>
            </a:extLst>
          </p:cNvPr>
          <p:cNvSpPr>
            <a:spLocks noGrp="1"/>
          </p:cNvSpPr>
          <p:nvPr>
            <p:ph type="body" sz="quarter" idx="22" hasCustomPrompt="1"/>
          </p:nvPr>
        </p:nvSpPr>
        <p:spPr>
          <a:xfrm>
            <a:off x="8076847"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9" name="Text Placeholder 6">
            <a:extLst>
              <a:ext uri="{FF2B5EF4-FFF2-40B4-BE49-F238E27FC236}">
                <a16:creationId xmlns:a16="http://schemas.microsoft.com/office/drawing/2014/main" id="{0721738F-FD2D-4146-A62E-4ECD6E8AF6FC}"/>
              </a:ext>
            </a:extLst>
          </p:cNvPr>
          <p:cNvSpPr>
            <a:spLocks noGrp="1"/>
          </p:cNvSpPr>
          <p:nvPr>
            <p:ph type="body" sz="quarter" idx="23" hasCustomPrompt="1"/>
          </p:nvPr>
        </p:nvSpPr>
        <p:spPr>
          <a:xfrm>
            <a:off x="622771"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20" name="Picture Placeholder 2">
            <a:extLst>
              <a:ext uri="{FF2B5EF4-FFF2-40B4-BE49-F238E27FC236}">
                <a16:creationId xmlns:a16="http://schemas.microsoft.com/office/drawing/2014/main" id="{8143D29F-44CB-0E44-8852-5377E5E8F518}"/>
              </a:ext>
            </a:extLst>
          </p:cNvPr>
          <p:cNvSpPr>
            <a:spLocks noGrp="1"/>
          </p:cNvSpPr>
          <p:nvPr>
            <p:ph type="pic" sz="quarter" idx="10" hasCustomPrompt="1"/>
          </p:nvPr>
        </p:nvSpPr>
        <p:spPr>
          <a:xfrm>
            <a:off x="4359394"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22" name="Picture Placeholder 2">
            <a:extLst>
              <a:ext uri="{FF2B5EF4-FFF2-40B4-BE49-F238E27FC236}">
                <a16:creationId xmlns:a16="http://schemas.microsoft.com/office/drawing/2014/main" id="{EE6224FA-C881-7942-88CA-85C557540C4C}"/>
              </a:ext>
            </a:extLst>
          </p:cNvPr>
          <p:cNvSpPr>
            <a:spLocks noGrp="1"/>
          </p:cNvSpPr>
          <p:nvPr>
            <p:ph type="pic" sz="quarter" idx="25" hasCustomPrompt="1"/>
          </p:nvPr>
        </p:nvSpPr>
        <p:spPr>
          <a:xfrm>
            <a:off x="8086661"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32125"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3" name="Text Placeholder 2">
            <a:extLst>
              <a:ext uri="{FF2B5EF4-FFF2-40B4-BE49-F238E27FC236}">
                <a16:creationId xmlns:a16="http://schemas.microsoft.com/office/drawing/2014/main" id="{A1125D49-7617-524D-93FF-568220A243A4}"/>
              </a:ext>
            </a:extLst>
          </p:cNvPr>
          <p:cNvSpPr>
            <a:spLocks noGrp="1"/>
          </p:cNvSpPr>
          <p:nvPr>
            <p:ph type="body" sz="quarter" idx="29" hasCustomPrompt="1"/>
          </p:nvPr>
        </p:nvSpPr>
        <p:spPr>
          <a:xfrm>
            <a:off x="4350253"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4" name="Text Placeholder 2">
            <a:extLst>
              <a:ext uri="{FF2B5EF4-FFF2-40B4-BE49-F238E27FC236}">
                <a16:creationId xmlns:a16="http://schemas.microsoft.com/office/drawing/2014/main" id="{32FC023A-9146-A042-BD74-7CC8EF53A068}"/>
              </a:ext>
            </a:extLst>
          </p:cNvPr>
          <p:cNvSpPr>
            <a:spLocks noGrp="1"/>
          </p:cNvSpPr>
          <p:nvPr>
            <p:ph type="body" sz="quarter" idx="30" hasCustomPrompt="1"/>
          </p:nvPr>
        </p:nvSpPr>
        <p:spPr>
          <a:xfrm>
            <a:off x="8102968"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3" name="Text Placeholder 2">
            <a:extLst>
              <a:ext uri="{FF2B5EF4-FFF2-40B4-BE49-F238E27FC236}">
                <a16:creationId xmlns:a16="http://schemas.microsoft.com/office/drawing/2014/main" id="{3B88B2C6-7B71-2E10-C2D7-2073ED166CFF}"/>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8937634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ky Text Three Column Icons">
    <p:bg>
      <p:bgPr>
        <a:solidFill>
          <a:schemeClr val="accent1"/>
        </a:solidFill>
        <a:effectLst/>
      </p:bgPr>
    </p:bg>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96CA1346-1D62-4F41-BA11-B3EEBA6B5192}"/>
              </a:ext>
            </a:extLst>
          </p:cNvPr>
          <p:cNvSpPr>
            <a:spLocks noGrp="1"/>
          </p:cNvSpPr>
          <p:nvPr>
            <p:ph type="body" sz="quarter" idx="20" hasCustomPrompt="1"/>
          </p:nvPr>
        </p:nvSpPr>
        <p:spPr>
          <a:xfrm>
            <a:off x="4340226"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8" name="Text Placeholder 6">
            <a:extLst>
              <a:ext uri="{FF2B5EF4-FFF2-40B4-BE49-F238E27FC236}">
                <a16:creationId xmlns:a16="http://schemas.microsoft.com/office/drawing/2014/main" id="{53E5B521-5917-164E-BF18-105160A01CA5}"/>
              </a:ext>
            </a:extLst>
          </p:cNvPr>
          <p:cNvSpPr>
            <a:spLocks noGrp="1"/>
          </p:cNvSpPr>
          <p:nvPr>
            <p:ph type="body" sz="quarter" idx="22" hasCustomPrompt="1"/>
          </p:nvPr>
        </p:nvSpPr>
        <p:spPr>
          <a:xfrm>
            <a:off x="8076847"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9" name="Text Placeholder 6">
            <a:extLst>
              <a:ext uri="{FF2B5EF4-FFF2-40B4-BE49-F238E27FC236}">
                <a16:creationId xmlns:a16="http://schemas.microsoft.com/office/drawing/2014/main" id="{0721738F-FD2D-4146-A62E-4ECD6E8AF6FC}"/>
              </a:ext>
            </a:extLst>
          </p:cNvPr>
          <p:cNvSpPr>
            <a:spLocks noGrp="1"/>
          </p:cNvSpPr>
          <p:nvPr>
            <p:ph type="body" sz="quarter" idx="23" hasCustomPrompt="1"/>
          </p:nvPr>
        </p:nvSpPr>
        <p:spPr>
          <a:xfrm>
            <a:off x="622771"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20" name="Picture Placeholder 2">
            <a:extLst>
              <a:ext uri="{FF2B5EF4-FFF2-40B4-BE49-F238E27FC236}">
                <a16:creationId xmlns:a16="http://schemas.microsoft.com/office/drawing/2014/main" id="{8143D29F-44CB-0E44-8852-5377E5E8F518}"/>
              </a:ext>
            </a:extLst>
          </p:cNvPr>
          <p:cNvSpPr>
            <a:spLocks noGrp="1"/>
          </p:cNvSpPr>
          <p:nvPr>
            <p:ph type="pic" sz="quarter" idx="10" hasCustomPrompt="1"/>
          </p:nvPr>
        </p:nvSpPr>
        <p:spPr>
          <a:xfrm>
            <a:off x="4359394"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 ExtraLight"/>
              </a:defRPr>
            </a:lvl1pPr>
          </a:lstStyle>
          <a:p>
            <a:pPr lvl="0"/>
            <a:r>
              <a:rPr lang="en-US" noProof="0" dirty="0"/>
              <a:t>Click to add marketing icon</a:t>
            </a:r>
          </a:p>
        </p:txBody>
      </p:sp>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 ExtraLight"/>
              </a:defRPr>
            </a:lvl1pPr>
          </a:lstStyle>
          <a:p>
            <a:pPr lvl="0"/>
            <a:r>
              <a:rPr lang="en-US" noProof="0" dirty="0"/>
              <a:t>Click to add marketing icon</a:t>
            </a:r>
          </a:p>
        </p:txBody>
      </p:sp>
      <p:sp>
        <p:nvSpPr>
          <p:cNvPr id="22" name="Picture Placeholder 2">
            <a:extLst>
              <a:ext uri="{FF2B5EF4-FFF2-40B4-BE49-F238E27FC236}">
                <a16:creationId xmlns:a16="http://schemas.microsoft.com/office/drawing/2014/main" id="{EE6224FA-C881-7942-88CA-85C557540C4C}"/>
              </a:ext>
            </a:extLst>
          </p:cNvPr>
          <p:cNvSpPr>
            <a:spLocks noGrp="1"/>
          </p:cNvSpPr>
          <p:nvPr>
            <p:ph type="pic" sz="quarter" idx="25" hasCustomPrompt="1"/>
          </p:nvPr>
        </p:nvSpPr>
        <p:spPr>
          <a:xfrm>
            <a:off x="8086661"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 ExtraLight"/>
              </a:defRPr>
            </a:lvl1pPr>
          </a:lstStyle>
          <a:p>
            <a:pPr lvl="0"/>
            <a:r>
              <a:rPr lang="en-US" noProof="0" dirty="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32125"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3" name="Text Placeholder 2">
            <a:extLst>
              <a:ext uri="{FF2B5EF4-FFF2-40B4-BE49-F238E27FC236}">
                <a16:creationId xmlns:a16="http://schemas.microsoft.com/office/drawing/2014/main" id="{A1125D49-7617-524D-93FF-568220A243A4}"/>
              </a:ext>
            </a:extLst>
          </p:cNvPr>
          <p:cNvSpPr>
            <a:spLocks noGrp="1"/>
          </p:cNvSpPr>
          <p:nvPr>
            <p:ph type="body" sz="quarter" idx="29" hasCustomPrompt="1"/>
          </p:nvPr>
        </p:nvSpPr>
        <p:spPr>
          <a:xfrm>
            <a:off x="4350253"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4" name="Text Placeholder 2">
            <a:extLst>
              <a:ext uri="{FF2B5EF4-FFF2-40B4-BE49-F238E27FC236}">
                <a16:creationId xmlns:a16="http://schemas.microsoft.com/office/drawing/2014/main" id="{32FC023A-9146-A042-BD74-7CC8EF53A068}"/>
              </a:ext>
            </a:extLst>
          </p:cNvPr>
          <p:cNvSpPr>
            <a:spLocks noGrp="1"/>
          </p:cNvSpPr>
          <p:nvPr>
            <p:ph type="body" sz="quarter" idx="30" hasCustomPrompt="1"/>
          </p:nvPr>
        </p:nvSpPr>
        <p:spPr>
          <a:xfrm>
            <a:off x="8102968"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3" name="Text Placeholder 2">
            <a:extLst>
              <a:ext uri="{FF2B5EF4-FFF2-40B4-BE49-F238E27FC236}">
                <a16:creationId xmlns:a16="http://schemas.microsoft.com/office/drawing/2014/main" id="{3B88B2C6-7B71-2E10-C2D7-2073ED166CFF}"/>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6352663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Heading and title">
    <p:bg>
      <p:bgPr>
        <a:solidFill>
          <a:schemeClr val="bg2"/>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0C30067D-BDB2-4ED3-9FF2-9A7F7110FF90}"/>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8" name="Text Placeholder 6">
            <a:extLst>
              <a:ext uri="{FF2B5EF4-FFF2-40B4-BE49-F238E27FC236}">
                <a16:creationId xmlns:a16="http://schemas.microsoft.com/office/drawing/2014/main" id="{1878F7B9-C122-B8FB-05FB-508A64772A99}"/>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1673546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ullet List">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7E84602F-A2F5-0AB3-EDDA-2F6FBCDFA885}"/>
              </a:ext>
            </a:extLst>
          </p:cNvPr>
          <p:cNvSpPr>
            <a:spLocks noGrp="1"/>
          </p:cNvSpPr>
          <p:nvPr>
            <p:ph type="body" sz="quarter" idx="10" hasCustomPrompt="1"/>
          </p:nvPr>
        </p:nvSpPr>
        <p:spPr>
          <a:xfrm>
            <a:off x="632818" y="1602317"/>
            <a:ext cx="11088236" cy="4519083"/>
          </a:xfrm>
          <a:prstGeom prst="rect">
            <a:avLst/>
          </a:prstGeom>
        </p:spPr>
        <p:txBody>
          <a:bodyPr lIns="91420" tIns="45710" rIns="91420" bIns="45710">
            <a:noAutofit/>
          </a:bodyPr>
          <a:lstStyle>
            <a:lvl1pPr marL="304798" indent="-228598">
              <a:lnSpc>
                <a:spcPct val="95000"/>
              </a:lnSpc>
              <a:spcBef>
                <a:spcPts val="1480"/>
              </a:spcBef>
              <a:buClr>
                <a:schemeClr val="bg1"/>
              </a:buClr>
              <a:buSzPct val="80000"/>
              <a:buFont typeface="Arial"/>
              <a:buChar char="•"/>
              <a:defRPr sz="2400" b="0" i="0">
                <a:solidFill>
                  <a:schemeClr val="tx1"/>
                </a:solidFill>
                <a:latin typeface="+mn-lt"/>
                <a:ea typeface="CiscoSansTT Thin" charset="0"/>
                <a:cs typeface="CiscoSansTT Thin" charset="0"/>
              </a:defRPr>
            </a:lvl1pPr>
            <a:lvl2pPr marL="609595" indent="-220132">
              <a:lnSpc>
                <a:spcPct val="95000"/>
              </a:lnSpc>
              <a:spcBef>
                <a:spcPts val="600"/>
              </a:spcBef>
              <a:buClr>
                <a:schemeClr val="bg1"/>
              </a:buClr>
              <a:buSzPct val="80000"/>
              <a:buFont typeface="Arial"/>
              <a:buChar char="•"/>
              <a:defRPr sz="1867" b="0" i="0">
                <a:solidFill>
                  <a:schemeClr val="tx1"/>
                </a:solidFill>
                <a:latin typeface="+mn-lt"/>
                <a:ea typeface="CiscoSansTT Thin" charset="0"/>
                <a:cs typeface="CiscoSansTT Thin" charset="0"/>
              </a:defRPr>
            </a:lvl2pPr>
            <a:lvl3pPr marL="914392" indent="-146050">
              <a:buClr>
                <a:schemeClr val="bg1"/>
              </a:buClr>
              <a:buSzPct val="80000"/>
              <a:buFont typeface="Arial"/>
              <a:buChar char="•"/>
              <a:defRPr sz="1600" b="0" i="0">
                <a:solidFill>
                  <a:schemeClr val="tx1"/>
                </a:solidFill>
                <a:latin typeface="CiscoSansTT" panose="020B0503020201020303" pitchFamily="34" charset="0"/>
                <a:ea typeface="CiscoSansTT" panose="020B0503020201020303" pitchFamily="34" charset="0"/>
                <a:cs typeface="CiscoSansTT" panose="020B0503020201020303" pitchFamily="34" charset="0"/>
              </a:defRPr>
            </a:lvl3pPr>
            <a:lvl4pPr marL="1214703" indent="-228552">
              <a:buClr>
                <a:schemeClr val="bg1"/>
              </a:buClr>
              <a:buSzPct val="80000"/>
              <a:buFont typeface="Arial"/>
              <a:buChar char="•"/>
              <a:defRPr sz="1333" b="0" i="0">
                <a:solidFill>
                  <a:schemeClr val="tx1"/>
                </a:solidFill>
                <a:latin typeface="CiscoSansTT Medium" panose="020B0503020201020303" pitchFamily="34" charset="0"/>
                <a:ea typeface="CiscoSansTT Medium" panose="020B0503020201020303" pitchFamily="34" charset="0"/>
                <a:cs typeface="CiscoSansTT Medium" panose="020B0503020201020303" pitchFamily="34" charset="0"/>
              </a:defRPr>
            </a:lvl4pPr>
            <a:lvl5pPr marL="1443255" indent="-224318">
              <a:buClr>
                <a:schemeClr val="bg2"/>
              </a:buClr>
              <a:buSzPct val="80000"/>
              <a:buFont typeface="Arial"/>
              <a:buChar char="•"/>
              <a:defRPr sz="1333" b="0" i="0">
                <a:solidFill>
                  <a:schemeClr val="bg2"/>
                </a:solidFill>
                <a:latin typeface="+mn-lt"/>
                <a:ea typeface="CiscoSansTT Thin" charset="0"/>
                <a:cs typeface="CiscoSansTT Thin" charset="0"/>
              </a:defRPr>
            </a:lvl5pPr>
          </a:lstStyle>
          <a:p>
            <a:pPr lvl="0"/>
            <a:r>
              <a:rPr lang="en-GB" dirty="0"/>
              <a:t>First level</a:t>
            </a:r>
          </a:p>
          <a:p>
            <a:pPr lvl="1"/>
            <a:r>
              <a:rPr lang="en-GB" dirty="0"/>
              <a:t>Second level</a:t>
            </a:r>
          </a:p>
          <a:p>
            <a:pPr lvl="2"/>
            <a:r>
              <a:rPr lang="en-GB" dirty="0"/>
              <a:t>Third level</a:t>
            </a:r>
          </a:p>
          <a:p>
            <a:pPr lvl="3"/>
            <a:r>
              <a:rPr lang="en-GB" dirty="0"/>
              <a:t>Fourth level</a:t>
            </a:r>
          </a:p>
        </p:txBody>
      </p:sp>
      <p:sp>
        <p:nvSpPr>
          <p:cNvPr id="8" name="Text Placeholder 2">
            <a:extLst>
              <a:ext uri="{FF2B5EF4-FFF2-40B4-BE49-F238E27FC236}">
                <a16:creationId xmlns:a16="http://schemas.microsoft.com/office/drawing/2014/main" id="{59A4C47A-6966-3B09-BD1C-38665845F9B1}"/>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0" name="Text Placeholder 6">
            <a:extLst>
              <a:ext uri="{FF2B5EF4-FFF2-40B4-BE49-F238E27FC236}">
                <a16:creationId xmlns:a16="http://schemas.microsoft.com/office/drawing/2014/main" id="{1FCB4DFA-B41D-91DA-5108-E390AFFDD535}"/>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40226725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6" name="Table Placeholder 11">
            <a:extLst>
              <a:ext uri="{FF2B5EF4-FFF2-40B4-BE49-F238E27FC236}">
                <a16:creationId xmlns:a16="http://schemas.microsoft.com/office/drawing/2014/main" id="{C83B223E-030E-74D0-B6FA-BEC3DA7BD3FA}"/>
              </a:ext>
            </a:extLst>
          </p:cNvPr>
          <p:cNvSpPr>
            <a:spLocks noGrp="1"/>
          </p:cNvSpPr>
          <p:nvPr>
            <p:ph type="tbl" sz="quarter" idx="12"/>
          </p:nvPr>
        </p:nvSpPr>
        <p:spPr>
          <a:xfrm>
            <a:off x="621102" y="1602317"/>
            <a:ext cx="10974395" cy="3739704"/>
          </a:xfrm>
          <a:prstGeom prst="rect">
            <a:avLst/>
          </a:prstGeom>
        </p:spPr>
        <p:txBody>
          <a:bodyPr lIns="91420" tIns="45710" rIns="91420" bIns="45710">
            <a:noAutofit/>
          </a:bodyPr>
          <a:lstStyle>
            <a:lvl1pPr marL="0" indent="0" algn="ctr">
              <a:buNone/>
              <a:defRPr sz="2667" baseline="0">
                <a:solidFill>
                  <a:schemeClr val="tx1"/>
                </a:solidFill>
                <a:latin typeface="+mn-lt"/>
              </a:defRPr>
            </a:lvl1pPr>
          </a:lstStyle>
          <a:p>
            <a:pPr lvl="0"/>
            <a:r>
              <a:rPr lang="en-US" noProof="0"/>
              <a:t>Click icon to add table</a:t>
            </a:r>
            <a:endParaRPr lang="en-GB" noProof="0" dirty="0"/>
          </a:p>
        </p:txBody>
      </p:sp>
      <p:sp>
        <p:nvSpPr>
          <p:cNvPr id="11" name="Text Placeholder 2">
            <a:extLst>
              <a:ext uri="{FF2B5EF4-FFF2-40B4-BE49-F238E27FC236}">
                <a16:creationId xmlns:a16="http://schemas.microsoft.com/office/drawing/2014/main" id="{89B8D9E7-EAC8-4A5C-4139-BA396711F078}"/>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Table caption goes here</a:t>
            </a:r>
          </a:p>
        </p:txBody>
      </p:sp>
      <p:sp>
        <p:nvSpPr>
          <p:cNvPr id="7" name="Text Placeholder 2">
            <a:extLst>
              <a:ext uri="{FF2B5EF4-FFF2-40B4-BE49-F238E27FC236}">
                <a16:creationId xmlns:a16="http://schemas.microsoft.com/office/drawing/2014/main" id="{DD6F855F-C6CE-B2F9-57E7-33E8ABD1C6C3}"/>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8" name="Text Placeholder 6">
            <a:extLst>
              <a:ext uri="{FF2B5EF4-FFF2-40B4-BE49-F238E27FC236}">
                <a16:creationId xmlns:a16="http://schemas.microsoft.com/office/drawing/2014/main" id="{AABDEAAE-DE1D-CF0D-8281-B39078C1DE9D}"/>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27247591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12" name="Text Placeholder 2">
            <a:extLst>
              <a:ext uri="{FF2B5EF4-FFF2-40B4-BE49-F238E27FC236}">
                <a16:creationId xmlns:a16="http://schemas.microsoft.com/office/drawing/2014/main" id="{48CE7DB6-039C-AC58-5C90-9B19A4AA26C7}"/>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Table caption goes here</a:t>
            </a:r>
          </a:p>
        </p:txBody>
      </p:sp>
      <p:sp>
        <p:nvSpPr>
          <p:cNvPr id="14" name="Chart Placeholder 2">
            <a:extLst>
              <a:ext uri="{FF2B5EF4-FFF2-40B4-BE49-F238E27FC236}">
                <a16:creationId xmlns:a16="http://schemas.microsoft.com/office/drawing/2014/main" id="{BD75F8AD-CDF4-CE28-1C24-08F6FA9598D3}"/>
              </a:ext>
            </a:extLst>
          </p:cNvPr>
          <p:cNvSpPr>
            <a:spLocks noGrp="1"/>
          </p:cNvSpPr>
          <p:nvPr>
            <p:ph type="chart" sz="quarter" idx="10"/>
          </p:nvPr>
        </p:nvSpPr>
        <p:spPr>
          <a:xfrm>
            <a:off x="632125" y="1602319"/>
            <a:ext cx="10960608" cy="3744383"/>
          </a:xfrm>
          <a:prstGeom prst="rect">
            <a:avLst/>
          </a:prstGeom>
        </p:spPr>
        <p:txBody>
          <a:bodyPr vert="horz" lIns="91420" tIns="45710" rIns="91420" bIns="45710">
            <a:noAutofit/>
          </a:bodyPr>
          <a:lstStyle>
            <a:lvl1pPr marL="0" indent="0" algn="ctr">
              <a:buNone/>
              <a:defRPr sz="2667" b="0" i="0">
                <a:solidFill>
                  <a:schemeClr val="tx1"/>
                </a:solidFill>
                <a:latin typeface="+mn-lt"/>
                <a:cs typeface="CiscoSans ExtraLight"/>
              </a:defRPr>
            </a:lvl1pPr>
          </a:lstStyle>
          <a:p>
            <a:pPr lvl="0"/>
            <a:r>
              <a:rPr lang="en-US" noProof="0"/>
              <a:t>Click icon to add chart</a:t>
            </a:r>
            <a:endParaRPr lang="en-US" noProof="0" dirty="0"/>
          </a:p>
        </p:txBody>
      </p:sp>
      <p:sp>
        <p:nvSpPr>
          <p:cNvPr id="9" name="Text Placeholder 2">
            <a:extLst>
              <a:ext uri="{FF2B5EF4-FFF2-40B4-BE49-F238E27FC236}">
                <a16:creationId xmlns:a16="http://schemas.microsoft.com/office/drawing/2014/main" id="{705B1628-7130-AF0C-17E8-DBDAD7001336}"/>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0" name="Text Placeholder 6">
            <a:extLst>
              <a:ext uri="{FF2B5EF4-FFF2-40B4-BE49-F238E27FC236}">
                <a16:creationId xmlns:a16="http://schemas.microsoft.com/office/drawing/2014/main" id="{A7267393-CC82-21AE-BF48-82206C9952EE}"/>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2484730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Multi">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E6D804B-991F-15D0-1B5C-852F088F2293}"/>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Table caption goes here</a:t>
            </a:r>
          </a:p>
        </p:txBody>
      </p:sp>
      <p:sp>
        <p:nvSpPr>
          <p:cNvPr id="12" name="Content Placeholder 2">
            <a:extLst>
              <a:ext uri="{FF2B5EF4-FFF2-40B4-BE49-F238E27FC236}">
                <a16:creationId xmlns:a16="http://schemas.microsoft.com/office/drawing/2014/main" id="{5E762CBB-3A34-48C3-DD45-61F4F2FD11D1}"/>
              </a:ext>
            </a:extLst>
          </p:cNvPr>
          <p:cNvSpPr>
            <a:spLocks noGrp="1"/>
          </p:cNvSpPr>
          <p:nvPr>
            <p:ph idx="1"/>
          </p:nvPr>
        </p:nvSpPr>
        <p:spPr>
          <a:xfrm>
            <a:off x="632884" y="1602317"/>
            <a:ext cx="10961511" cy="3739704"/>
          </a:xfrm>
          <a:prstGeom prst="rect">
            <a:avLst/>
          </a:prstGeom>
        </p:spPr>
        <p:txBody>
          <a:bodyPr lIns="91420" tIns="45710" rIns="91420" bIns="45710">
            <a:noAutofit/>
          </a:bodyPr>
          <a:lstStyle>
            <a:lvl1pPr marL="380917" marR="0" indent="-380917" algn="ctr" defTabSz="609469" rtl="0" eaLnBrk="1" fontAlgn="auto" latinLnBrk="0" hangingPunct="1">
              <a:lnSpc>
                <a:spcPct val="100000"/>
              </a:lnSpc>
              <a:spcBef>
                <a:spcPct val="20000"/>
              </a:spcBef>
              <a:spcAft>
                <a:spcPts val="0"/>
              </a:spcAft>
              <a:buClrTx/>
              <a:buSzTx/>
              <a:buFont typeface="Arial"/>
              <a:buNone/>
              <a:tabLst/>
              <a:defRPr sz="2667" b="0" i="0" baseline="0">
                <a:solidFill>
                  <a:schemeClr val="tx1"/>
                </a:solidFill>
                <a:latin typeface="+mn-lt"/>
                <a:cs typeface="CiscoSans ExtraLight"/>
              </a:defRPr>
            </a:lvl1pPr>
          </a:lstStyle>
          <a:p>
            <a:pPr lvl="0"/>
            <a:r>
              <a:rPr lang="en-US"/>
              <a:t>Click to edit Master text styles</a:t>
            </a:r>
          </a:p>
        </p:txBody>
      </p:sp>
      <p:sp>
        <p:nvSpPr>
          <p:cNvPr id="7" name="Text Placeholder 2">
            <a:extLst>
              <a:ext uri="{FF2B5EF4-FFF2-40B4-BE49-F238E27FC236}">
                <a16:creationId xmlns:a16="http://schemas.microsoft.com/office/drawing/2014/main" id="{014E7A9D-AA27-1BDE-DF75-A66B1A4E967A}"/>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8" name="Text Placeholder 6">
            <a:extLst>
              <a:ext uri="{FF2B5EF4-FFF2-40B4-BE49-F238E27FC236}">
                <a16:creationId xmlns:a16="http://schemas.microsoft.com/office/drawing/2014/main" id="{8DB9C6A2-1768-FE67-38C1-DAE221A3B73A}"/>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17325564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Heading only">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8A973767-6838-8C37-C9AB-EBCBB78A52A3}"/>
              </a:ext>
            </a:extLst>
          </p:cNvPr>
          <p:cNvSpPr>
            <a:spLocks noGrp="1"/>
          </p:cNvSpPr>
          <p:nvPr>
            <p:ph type="body" sz="quarter" idx="82"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16381191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Half Page Tex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522ACBA-6A0D-C74B-AFCB-38D9D94CE143}"/>
              </a:ext>
            </a:extLst>
          </p:cNvPr>
          <p:cNvSpPr/>
          <p:nvPr/>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dirty="0">
              <a:latin typeface="CiscoSansTT ExtraLight" panose="020B0303020201020303" pitchFamily="34" charset="0"/>
            </a:endParaRPr>
          </a:p>
        </p:txBody>
      </p:sp>
      <p:sp>
        <p:nvSpPr>
          <p:cNvPr id="7" name="Title 1">
            <a:extLst>
              <a:ext uri="{FF2B5EF4-FFF2-40B4-BE49-F238E27FC236}">
                <a16:creationId xmlns:a16="http://schemas.microsoft.com/office/drawing/2014/main" id="{EB0442CC-18E0-97B7-E62C-0397FB025279}"/>
              </a:ext>
            </a:extLst>
          </p:cNvPr>
          <p:cNvSpPr>
            <a:spLocks noGrp="1"/>
          </p:cNvSpPr>
          <p:nvPr>
            <p:ph type="ctrTitle" hasCustomPrompt="1"/>
          </p:nvPr>
        </p:nvSpPr>
        <p:spPr>
          <a:xfrm>
            <a:off x="627425" y="1766047"/>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9" name="Text Placeholder 2">
            <a:extLst>
              <a:ext uri="{FF2B5EF4-FFF2-40B4-BE49-F238E27FC236}">
                <a16:creationId xmlns:a16="http://schemas.microsoft.com/office/drawing/2014/main" id="{5F030301-E75F-E7BE-D423-283E76983DD5}"/>
              </a:ext>
            </a:extLst>
          </p:cNvPr>
          <p:cNvSpPr>
            <a:spLocks noGrp="1"/>
          </p:cNvSpPr>
          <p:nvPr>
            <p:ph type="body" sz="quarter" idx="16" hasCustomPrompt="1"/>
          </p:nvPr>
        </p:nvSpPr>
        <p:spPr>
          <a:xfrm>
            <a:off x="627425" y="2421515"/>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2" name="Text Placeholder 2">
            <a:extLst>
              <a:ext uri="{FF2B5EF4-FFF2-40B4-BE49-F238E27FC236}">
                <a16:creationId xmlns:a16="http://schemas.microsoft.com/office/drawing/2014/main" id="{9CFD8466-F4CC-C5A0-9C5C-BABB06B9214C}"/>
              </a:ext>
            </a:extLst>
          </p:cNvPr>
          <p:cNvSpPr>
            <a:spLocks noGrp="1"/>
          </p:cNvSpPr>
          <p:nvPr>
            <p:ph type="body" sz="quarter" idx="15" hasCustomPrompt="1"/>
          </p:nvPr>
        </p:nvSpPr>
        <p:spPr>
          <a:xfrm>
            <a:off x="627425" y="2852062"/>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1" name="Text Placeholder 2">
            <a:extLst>
              <a:ext uri="{FF2B5EF4-FFF2-40B4-BE49-F238E27FC236}">
                <a16:creationId xmlns:a16="http://schemas.microsoft.com/office/drawing/2014/main" id="{56C75B5F-2754-AB33-5A12-A2F80412EA7C}"/>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9732240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Half Page Text 2">
    <p:spTree>
      <p:nvGrpSpPr>
        <p:cNvPr id="1" name=""/>
        <p:cNvGrpSpPr/>
        <p:nvPr/>
      </p:nvGrpSpPr>
      <p:grpSpPr>
        <a:xfrm>
          <a:off x="0" y="0"/>
          <a:ext cx="0" cy="0"/>
          <a:chOff x="0" y="0"/>
          <a:chExt cx="0" cy="0"/>
        </a:xfrm>
      </p:grpSpPr>
      <p:sp>
        <p:nvSpPr>
          <p:cNvPr id="4" name="Rectangle 3"/>
          <p:cNvSpPr/>
          <p:nvPr/>
        </p:nvSpPr>
        <p:spPr>
          <a:xfrm>
            <a:off x="0"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dirty="0">
              <a:solidFill>
                <a:srgbClr val="0D274D"/>
              </a:solidFill>
              <a:latin typeface="CiscoSansTT ExtraLight" panose="020B0303020201020303" pitchFamily="34" charset="0"/>
            </a:endParaRPr>
          </a:p>
        </p:txBody>
      </p:sp>
      <p:sp>
        <p:nvSpPr>
          <p:cNvPr id="7" name="Title 1">
            <a:extLst>
              <a:ext uri="{FF2B5EF4-FFF2-40B4-BE49-F238E27FC236}">
                <a16:creationId xmlns:a16="http://schemas.microsoft.com/office/drawing/2014/main" id="{500FB767-EEA9-D740-8EE8-2114332F6203}"/>
              </a:ext>
            </a:extLst>
          </p:cNvPr>
          <p:cNvSpPr>
            <a:spLocks noGrp="1"/>
          </p:cNvSpPr>
          <p:nvPr>
            <p:ph type="ctrTitle" hasCustomPrompt="1"/>
          </p:nvPr>
        </p:nvSpPr>
        <p:spPr>
          <a:xfrm>
            <a:off x="623904"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pic>
        <p:nvPicPr>
          <p:cNvPr id="21" name="Picture 7">
            <a:extLst>
              <a:ext uri="{FF2B5EF4-FFF2-40B4-BE49-F238E27FC236}">
                <a16:creationId xmlns:a16="http://schemas.microsoft.com/office/drawing/2014/main" id="{C8840F6B-282B-A945-9690-ABC74CE8E7D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09602" y="6342698"/>
            <a:ext cx="396305" cy="208228"/>
          </a:xfrm>
          <a:prstGeom prst="rect">
            <a:avLst/>
          </a:prstGeom>
        </p:spPr>
      </p:pic>
      <p:sp>
        <p:nvSpPr>
          <p:cNvPr id="22" name="Rectangle 21">
            <a:extLst>
              <a:ext uri="{FF2B5EF4-FFF2-40B4-BE49-F238E27FC236}">
                <a16:creationId xmlns:a16="http://schemas.microsoft.com/office/drawing/2014/main" id="{2C5D8762-2A1E-3E48-9704-3A8D36FCB834}"/>
              </a:ext>
            </a:extLst>
          </p:cNvPr>
          <p:cNvSpPr>
            <a:spLocks noChangeArrowheads="1"/>
          </p:cNvSpPr>
          <p:nvPr/>
        </p:nvSpPr>
        <p:spPr bwMode="ltGray">
          <a:xfrm>
            <a:off x="1142755" y="6383796"/>
            <a:ext cx="4534733" cy="164924"/>
          </a:xfrm>
          <a:prstGeom prst="rect">
            <a:avLst/>
          </a:prstGeom>
          <a:noFill/>
          <a:ln w="9525">
            <a:noFill/>
            <a:miter lim="800000"/>
            <a:headEnd/>
            <a:tailEnd/>
          </a:ln>
          <a:effectLst/>
        </p:spPr>
        <p:txBody>
          <a:bodyPr wrap="square" lIns="82115" tIns="41056" rIns="82115" bIns="41056" anchor="b">
            <a:spAutoFit/>
          </a:bodyPr>
          <a:lstStyle/>
          <a:p>
            <a:pPr defTabSz="814318" fontAlgn="auto">
              <a:spcBef>
                <a:spcPts val="0"/>
              </a:spcBef>
              <a:spcAft>
                <a:spcPts val="0"/>
              </a:spcAft>
              <a:defRPr/>
            </a:pPr>
            <a:r>
              <a:rPr lang="en-US" sz="533" b="0" i="0" spc="27" baseline="0" dirty="0">
                <a:solidFill>
                  <a:srgbClr val="0D274D"/>
                </a:solidFill>
                <a:latin typeface="CiscoSansTT Light" panose="020B0503020201020303" pitchFamily="34" charset="0"/>
                <a:ea typeface="+mn-ea"/>
                <a:cs typeface="CiscoSansTT Light" panose="020B0503020201020303" pitchFamily="34" charset="0"/>
              </a:rPr>
              <a:t>© 2022  Cisco and/or its affiliates. All rights reserved.   Cisco Confidential</a:t>
            </a:r>
          </a:p>
        </p:txBody>
      </p:sp>
      <p:sp>
        <p:nvSpPr>
          <p:cNvPr id="12" name="Text Placeholder 2">
            <a:extLst>
              <a:ext uri="{FF2B5EF4-FFF2-40B4-BE49-F238E27FC236}">
                <a16:creationId xmlns:a16="http://schemas.microsoft.com/office/drawing/2014/main" id="{D9178804-B96E-BE4F-9C01-F123A4E79750}"/>
              </a:ext>
            </a:extLst>
          </p:cNvPr>
          <p:cNvSpPr>
            <a:spLocks noGrp="1"/>
          </p:cNvSpPr>
          <p:nvPr>
            <p:ph type="body" sz="quarter" idx="14" hasCustomPrompt="1"/>
          </p:nvPr>
        </p:nvSpPr>
        <p:spPr>
          <a:xfrm>
            <a:off x="632127" y="431801"/>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4" name="Text Placeholder 2">
            <a:extLst>
              <a:ext uri="{FF2B5EF4-FFF2-40B4-BE49-F238E27FC236}">
                <a16:creationId xmlns:a16="http://schemas.microsoft.com/office/drawing/2014/main" id="{0496D4BA-1A90-CD12-46A7-BEFF3610D8BF}"/>
              </a:ext>
            </a:extLst>
          </p:cNvPr>
          <p:cNvSpPr>
            <a:spLocks noGrp="1"/>
          </p:cNvSpPr>
          <p:nvPr>
            <p:ph type="body" sz="quarter" idx="21" hasCustomPrompt="1"/>
          </p:nvPr>
        </p:nvSpPr>
        <p:spPr>
          <a:xfrm>
            <a:off x="7360302" y="75839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6" name="Text Placeholder 2">
            <a:extLst>
              <a:ext uri="{FF2B5EF4-FFF2-40B4-BE49-F238E27FC236}">
                <a16:creationId xmlns:a16="http://schemas.microsoft.com/office/drawing/2014/main" id="{E5754773-B320-74FF-360B-AE12573C9FE6}"/>
              </a:ext>
            </a:extLst>
          </p:cNvPr>
          <p:cNvSpPr>
            <a:spLocks noGrp="1"/>
          </p:cNvSpPr>
          <p:nvPr>
            <p:ph type="body" sz="quarter" idx="24" hasCustomPrompt="1"/>
          </p:nvPr>
        </p:nvSpPr>
        <p:spPr>
          <a:xfrm>
            <a:off x="7360302" y="268901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0E77DDFA-F376-BD29-5DEA-72F5308CBF7A}"/>
              </a:ext>
            </a:extLst>
          </p:cNvPr>
          <p:cNvSpPr>
            <a:spLocks noGrp="1"/>
          </p:cNvSpPr>
          <p:nvPr>
            <p:ph type="body" sz="quarter" idx="26" hasCustomPrompt="1"/>
          </p:nvPr>
        </p:nvSpPr>
        <p:spPr>
          <a:xfrm>
            <a:off x="7360302" y="4610989"/>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9" name="Text Placeholder 2">
            <a:extLst>
              <a:ext uri="{FF2B5EF4-FFF2-40B4-BE49-F238E27FC236}">
                <a16:creationId xmlns:a16="http://schemas.microsoft.com/office/drawing/2014/main" id="{12102193-3492-4BAB-8F98-FC7C55191E4D}"/>
              </a:ext>
            </a:extLst>
          </p:cNvPr>
          <p:cNvSpPr>
            <a:spLocks noGrp="1"/>
          </p:cNvSpPr>
          <p:nvPr>
            <p:ph type="body" sz="quarter" idx="15" hasCustomPrompt="1"/>
          </p:nvPr>
        </p:nvSpPr>
        <p:spPr>
          <a:xfrm>
            <a:off x="7360302" y="1190595"/>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0" name="Text Placeholder 2">
            <a:extLst>
              <a:ext uri="{FF2B5EF4-FFF2-40B4-BE49-F238E27FC236}">
                <a16:creationId xmlns:a16="http://schemas.microsoft.com/office/drawing/2014/main" id="{0A6491F4-97AD-1094-3D4C-75416A30CE37}"/>
              </a:ext>
            </a:extLst>
          </p:cNvPr>
          <p:cNvSpPr>
            <a:spLocks noGrp="1"/>
          </p:cNvSpPr>
          <p:nvPr>
            <p:ph type="body" sz="quarter" idx="28" hasCustomPrompt="1"/>
          </p:nvPr>
        </p:nvSpPr>
        <p:spPr>
          <a:xfrm>
            <a:off x="7360302" y="3112568"/>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3" name="Text Placeholder 2">
            <a:extLst>
              <a:ext uri="{FF2B5EF4-FFF2-40B4-BE49-F238E27FC236}">
                <a16:creationId xmlns:a16="http://schemas.microsoft.com/office/drawing/2014/main" id="{792FD8C7-8C8B-6909-C32B-EAA567C1FEF3}"/>
              </a:ext>
            </a:extLst>
          </p:cNvPr>
          <p:cNvSpPr>
            <a:spLocks noGrp="1"/>
          </p:cNvSpPr>
          <p:nvPr>
            <p:ph type="body" sz="quarter" idx="29" hasCustomPrompt="1"/>
          </p:nvPr>
        </p:nvSpPr>
        <p:spPr>
          <a:xfrm>
            <a:off x="7360302" y="5043187"/>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Tree>
    <p:extLst>
      <p:ext uri="{BB962C8B-B14F-4D97-AF65-F5344CB8AC3E}">
        <p14:creationId xmlns:p14="http://schemas.microsoft.com/office/powerpoint/2010/main" val="30691784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Half Page Text 3">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3E8268D0-2B6B-14C3-F3A8-834B9EAEC765}"/>
              </a:ext>
            </a:extLst>
          </p:cNvPr>
          <p:cNvSpPr>
            <a:spLocks noGrp="1"/>
          </p:cNvSpPr>
          <p:nvPr>
            <p:ph type="body" sz="quarter" idx="21" hasCustomPrompt="1"/>
          </p:nvPr>
        </p:nvSpPr>
        <p:spPr>
          <a:xfrm>
            <a:off x="7360302" y="75839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4" name="Text Placeholder 2">
            <a:extLst>
              <a:ext uri="{FF2B5EF4-FFF2-40B4-BE49-F238E27FC236}">
                <a16:creationId xmlns:a16="http://schemas.microsoft.com/office/drawing/2014/main" id="{8A14A143-03AF-F347-89FC-0666167C56A7}"/>
              </a:ext>
            </a:extLst>
          </p:cNvPr>
          <p:cNvSpPr>
            <a:spLocks noGrp="1"/>
          </p:cNvSpPr>
          <p:nvPr>
            <p:ph type="body" sz="quarter" idx="24" hasCustomPrompt="1"/>
          </p:nvPr>
        </p:nvSpPr>
        <p:spPr>
          <a:xfrm>
            <a:off x="7360302" y="268901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5" name="Text Placeholder 2">
            <a:extLst>
              <a:ext uri="{FF2B5EF4-FFF2-40B4-BE49-F238E27FC236}">
                <a16:creationId xmlns:a16="http://schemas.microsoft.com/office/drawing/2014/main" id="{1E323F44-643B-8464-6F8E-6F0C68F4A75A}"/>
              </a:ext>
            </a:extLst>
          </p:cNvPr>
          <p:cNvSpPr>
            <a:spLocks noGrp="1"/>
          </p:cNvSpPr>
          <p:nvPr>
            <p:ph type="body" sz="quarter" idx="26" hasCustomPrompt="1"/>
          </p:nvPr>
        </p:nvSpPr>
        <p:spPr>
          <a:xfrm>
            <a:off x="7360302" y="4610989"/>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6" name="Text Placeholder 2">
            <a:extLst>
              <a:ext uri="{FF2B5EF4-FFF2-40B4-BE49-F238E27FC236}">
                <a16:creationId xmlns:a16="http://schemas.microsoft.com/office/drawing/2014/main" id="{77D7AA59-52D3-A85E-06D7-7D6C84CBBB83}"/>
              </a:ext>
            </a:extLst>
          </p:cNvPr>
          <p:cNvSpPr>
            <a:spLocks noGrp="1"/>
          </p:cNvSpPr>
          <p:nvPr>
            <p:ph type="body" sz="quarter" idx="15" hasCustomPrompt="1"/>
          </p:nvPr>
        </p:nvSpPr>
        <p:spPr>
          <a:xfrm>
            <a:off x="7360302" y="1190595"/>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0" name="Text Placeholder 2">
            <a:extLst>
              <a:ext uri="{FF2B5EF4-FFF2-40B4-BE49-F238E27FC236}">
                <a16:creationId xmlns:a16="http://schemas.microsoft.com/office/drawing/2014/main" id="{6481995A-7D97-808B-623A-0F2B9B54B1FA}"/>
              </a:ext>
            </a:extLst>
          </p:cNvPr>
          <p:cNvSpPr>
            <a:spLocks noGrp="1"/>
          </p:cNvSpPr>
          <p:nvPr>
            <p:ph type="body" sz="quarter" idx="28" hasCustomPrompt="1"/>
          </p:nvPr>
        </p:nvSpPr>
        <p:spPr>
          <a:xfrm>
            <a:off x="7360302" y="3112568"/>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2" name="Text Placeholder 2">
            <a:extLst>
              <a:ext uri="{FF2B5EF4-FFF2-40B4-BE49-F238E27FC236}">
                <a16:creationId xmlns:a16="http://schemas.microsoft.com/office/drawing/2014/main" id="{C2C22A22-15C4-D3F3-399F-EBDDB222B289}"/>
              </a:ext>
            </a:extLst>
          </p:cNvPr>
          <p:cNvSpPr>
            <a:spLocks noGrp="1"/>
          </p:cNvSpPr>
          <p:nvPr>
            <p:ph type="body" sz="quarter" idx="29" hasCustomPrompt="1"/>
          </p:nvPr>
        </p:nvSpPr>
        <p:spPr>
          <a:xfrm>
            <a:off x="7360302" y="5043187"/>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3" name="Title 1">
            <a:extLst>
              <a:ext uri="{FF2B5EF4-FFF2-40B4-BE49-F238E27FC236}">
                <a16:creationId xmlns:a16="http://schemas.microsoft.com/office/drawing/2014/main" id="{3576ECFD-ABB0-1491-EDD7-7F12498F6CCC}"/>
              </a:ext>
            </a:extLst>
          </p:cNvPr>
          <p:cNvSpPr>
            <a:spLocks noGrp="1"/>
          </p:cNvSpPr>
          <p:nvPr>
            <p:ph type="ctrTitle" hasCustomPrompt="1"/>
          </p:nvPr>
        </p:nvSpPr>
        <p:spPr>
          <a:xfrm>
            <a:off x="623904"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24" name="Text Placeholder 2">
            <a:extLst>
              <a:ext uri="{FF2B5EF4-FFF2-40B4-BE49-F238E27FC236}">
                <a16:creationId xmlns:a16="http://schemas.microsoft.com/office/drawing/2014/main" id="{AEDD64BB-96E9-B53B-7D4D-690B8C23D059}"/>
              </a:ext>
            </a:extLst>
          </p:cNvPr>
          <p:cNvSpPr>
            <a:spLocks noGrp="1"/>
          </p:cNvSpPr>
          <p:nvPr>
            <p:ph type="body" sz="quarter" idx="14" hasCustomPrompt="1"/>
          </p:nvPr>
        </p:nvSpPr>
        <p:spPr>
          <a:xfrm>
            <a:off x="632127" y="431801"/>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8269146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Half Page Text 4">
    <p:spTree>
      <p:nvGrpSpPr>
        <p:cNvPr id="1" name=""/>
        <p:cNvGrpSpPr/>
        <p:nvPr/>
      </p:nvGrpSpPr>
      <p:grpSpPr>
        <a:xfrm>
          <a:off x="0" y="0"/>
          <a:ext cx="0" cy="0"/>
          <a:chOff x="0" y="0"/>
          <a:chExt cx="0" cy="0"/>
        </a:xfrm>
      </p:grpSpPr>
      <p:sp>
        <p:nvSpPr>
          <p:cNvPr id="4" name="Rectangle 3"/>
          <p:cNvSpPr/>
          <p:nvPr/>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dirty="0">
              <a:latin typeface="CiscoSansTT ExtraLight" panose="020B0303020201020303" pitchFamily="34" charset="0"/>
            </a:endParaRPr>
          </a:p>
        </p:txBody>
      </p:sp>
      <p:sp>
        <p:nvSpPr>
          <p:cNvPr id="7" name="Title 1">
            <a:extLst>
              <a:ext uri="{FF2B5EF4-FFF2-40B4-BE49-F238E27FC236}">
                <a16:creationId xmlns:a16="http://schemas.microsoft.com/office/drawing/2014/main" id="{500FB767-EEA9-D740-8EE8-2114332F6203}"/>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16" name="Text Placeholder 2">
            <a:extLst>
              <a:ext uri="{FF2B5EF4-FFF2-40B4-BE49-F238E27FC236}">
                <a16:creationId xmlns:a16="http://schemas.microsoft.com/office/drawing/2014/main" id="{6D48D0B9-5AAE-5EA0-915E-F4A587C78D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3" name="Text Placeholder 2">
            <a:extLst>
              <a:ext uri="{FF2B5EF4-FFF2-40B4-BE49-F238E27FC236}">
                <a16:creationId xmlns:a16="http://schemas.microsoft.com/office/drawing/2014/main" id="{FD776BEA-9222-9BAE-1B0A-D130A0C27386}"/>
              </a:ext>
            </a:extLst>
          </p:cNvPr>
          <p:cNvSpPr>
            <a:spLocks noGrp="1"/>
          </p:cNvSpPr>
          <p:nvPr>
            <p:ph type="body" sz="quarter" idx="21" hasCustomPrompt="1"/>
          </p:nvPr>
        </p:nvSpPr>
        <p:spPr>
          <a:xfrm>
            <a:off x="7360304" y="75839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4" name="Text Placeholder 2">
            <a:extLst>
              <a:ext uri="{FF2B5EF4-FFF2-40B4-BE49-F238E27FC236}">
                <a16:creationId xmlns:a16="http://schemas.microsoft.com/office/drawing/2014/main" id="{4FF5CF4C-D0EB-653A-EF97-9B340B356D4E}"/>
              </a:ext>
            </a:extLst>
          </p:cNvPr>
          <p:cNvSpPr>
            <a:spLocks noGrp="1"/>
          </p:cNvSpPr>
          <p:nvPr>
            <p:ph type="body" sz="quarter" idx="24" hasCustomPrompt="1"/>
          </p:nvPr>
        </p:nvSpPr>
        <p:spPr>
          <a:xfrm>
            <a:off x="7360304" y="268901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5" name="Text Placeholder 2">
            <a:extLst>
              <a:ext uri="{FF2B5EF4-FFF2-40B4-BE49-F238E27FC236}">
                <a16:creationId xmlns:a16="http://schemas.microsoft.com/office/drawing/2014/main" id="{AD7E996C-EDDD-1C3A-F435-CE74CC8C66CD}"/>
              </a:ext>
            </a:extLst>
          </p:cNvPr>
          <p:cNvSpPr>
            <a:spLocks noGrp="1"/>
          </p:cNvSpPr>
          <p:nvPr>
            <p:ph type="body" sz="quarter" idx="26" hasCustomPrompt="1"/>
          </p:nvPr>
        </p:nvSpPr>
        <p:spPr>
          <a:xfrm>
            <a:off x="7360304" y="4610989"/>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0" name="Text Placeholder 2">
            <a:extLst>
              <a:ext uri="{FF2B5EF4-FFF2-40B4-BE49-F238E27FC236}">
                <a16:creationId xmlns:a16="http://schemas.microsoft.com/office/drawing/2014/main" id="{7EAE9D52-E667-E111-D1B1-C8DA2561EB82}"/>
              </a:ext>
            </a:extLst>
          </p:cNvPr>
          <p:cNvSpPr>
            <a:spLocks noGrp="1"/>
          </p:cNvSpPr>
          <p:nvPr>
            <p:ph type="body" sz="quarter" idx="15" hasCustomPrompt="1"/>
          </p:nvPr>
        </p:nvSpPr>
        <p:spPr>
          <a:xfrm>
            <a:off x="7360304" y="1190595"/>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2" name="Text Placeholder 2">
            <a:extLst>
              <a:ext uri="{FF2B5EF4-FFF2-40B4-BE49-F238E27FC236}">
                <a16:creationId xmlns:a16="http://schemas.microsoft.com/office/drawing/2014/main" id="{43217552-FC77-55C0-C4C3-86742477333B}"/>
              </a:ext>
            </a:extLst>
          </p:cNvPr>
          <p:cNvSpPr>
            <a:spLocks noGrp="1"/>
          </p:cNvSpPr>
          <p:nvPr>
            <p:ph type="body" sz="quarter" idx="28" hasCustomPrompt="1"/>
          </p:nvPr>
        </p:nvSpPr>
        <p:spPr>
          <a:xfrm>
            <a:off x="7360304" y="3112568"/>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3" name="Text Placeholder 2">
            <a:extLst>
              <a:ext uri="{FF2B5EF4-FFF2-40B4-BE49-F238E27FC236}">
                <a16:creationId xmlns:a16="http://schemas.microsoft.com/office/drawing/2014/main" id="{61B96D09-51F8-E400-53C3-04E0CB41305D}"/>
              </a:ext>
            </a:extLst>
          </p:cNvPr>
          <p:cNvSpPr>
            <a:spLocks noGrp="1"/>
          </p:cNvSpPr>
          <p:nvPr>
            <p:ph type="body" sz="quarter" idx="29" hasCustomPrompt="1"/>
          </p:nvPr>
        </p:nvSpPr>
        <p:spPr>
          <a:xfrm>
            <a:off x="7360304" y="5043187"/>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Tree>
    <p:extLst>
      <p:ext uri="{BB962C8B-B14F-4D97-AF65-F5344CB8AC3E}">
        <p14:creationId xmlns:p14="http://schemas.microsoft.com/office/powerpoint/2010/main" val="1104781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Half page text 5">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F37C714-926C-B64D-A4F5-C938E3E4ED20}"/>
              </a:ext>
            </a:extLst>
          </p:cNvPr>
          <p:cNvSpPr/>
          <p:nvPr/>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dirty="0">
              <a:latin typeface="CiscoSansTT ExtraLight" panose="020B0303020201020303" pitchFamily="34" charset="0"/>
            </a:endParaRPr>
          </a:p>
        </p:txBody>
      </p:sp>
      <p:sp>
        <p:nvSpPr>
          <p:cNvPr id="16" name="Text Placeholder 2">
            <a:extLst>
              <a:ext uri="{FF2B5EF4-FFF2-40B4-BE49-F238E27FC236}">
                <a16:creationId xmlns:a16="http://schemas.microsoft.com/office/drawing/2014/main" id="{C2CBB27D-4ECC-7D57-A8D7-9837ACB4C785}"/>
              </a:ext>
            </a:extLst>
          </p:cNvPr>
          <p:cNvSpPr>
            <a:spLocks noGrp="1"/>
          </p:cNvSpPr>
          <p:nvPr>
            <p:ph type="body" sz="quarter" idx="21" hasCustomPrompt="1"/>
          </p:nvPr>
        </p:nvSpPr>
        <p:spPr>
          <a:xfrm>
            <a:off x="7360304" y="75839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4E4DEDCA-B1D8-2700-95AE-F61F2A5A40E4}"/>
              </a:ext>
            </a:extLst>
          </p:cNvPr>
          <p:cNvSpPr>
            <a:spLocks noGrp="1"/>
          </p:cNvSpPr>
          <p:nvPr>
            <p:ph type="body" sz="quarter" idx="24" hasCustomPrompt="1"/>
          </p:nvPr>
        </p:nvSpPr>
        <p:spPr>
          <a:xfrm>
            <a:off x="7360304" y="268901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9" name="Text Placeholder 2">
            <a:extLst>
              <a:ext uri="{FF2B5EF4-FFF2-40B4-BE49-F238E27FC236}">
                <a16:creationId xmlns:a16="http://schemas.microsoft.com/office/drawing/2014/main" id="{DCB8C56B-FD0B-ED99-1F78-93E2F9DB6316}"/>
              </a:ext>
            </a:extLst>
          </p:cNvPr>
          <p:cNvSpPr>
            <a:spLocks noGrp="1"/>
          </p:cNvSpPr>
          <p:nvPr>
            <p:ph type="body" sz="quarter" idx="26" hasCustomPrompt="1"/>
          </p:nvPr>
        </p:nvSpPr>
        <p:spPr>
          <a:xfrm>
            <a:off x="7360304" y="4610989"/>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1" name="Text Placeholder 2">
            <a:extLst>
              <a:ext uri="{FF2B5EF4-FFF2-40B4-BE49-F238E27FC236}">
                <a16:creationId xmlns:a16="http://schemas.microsoft.com/office/drawing/2014/main" id="{4FF4178D-EA14-1DB3-76F5-F17A2F680081}"/>
              </a:ext>
            </a:extLst>
          </p:cNvPr>
          <p:cNvSpPr>
            <a:spLocks noGrp="1"/>
          </p:cNvSpPr>
          <p:nvPr>
            <p:ph type="body" sz="quarter" idx="15" hasCustomPrompt="1"/>
          </p:nvPr>
        </p:nvSpPr>
        <p:spPr>
          <a:xfrm>
            <a:off x="7360304" y="1190595"/>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2" name="Text Placeholder 2">
            <a:extLst>
              <a:ext uri="{FF2B5EF4-FFF2-40B4-BE49-F238E27FC236}">
                <a16:creationId xmlns:a16="http://schemas.microsoft.com/office/drawing/2014/main" id="{C50465A6-124F-F258-49BE-3472BBC000E1}"/>
              </a:ext>
            </a:extLst>
          </p:cNvPr>
          <p:cNvSpPr>
            <a:spLocks noGrp="1"/>
          </p:cNvSpPr>
          <p:nvPr>
            <p:ph type="body" sz="quarter" idx="28" hasCustomPrompt="1"/>
          </p:nvPr>
        </p:nvSpPr>
        <p:spPr>
          <a:xfrm>
            <a:off x="7360304" y="3112568"/>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3" name="Text Placeholder 2">
            <a:extLst>
              <a:ext uri="{FF2B5EF4-FFF2-40B4-BE49-F238E27FC236}">
                <a16:creationId xmlns:a16="http://schemas.microsoft.com/office/drawing/2014/main" id="{88F04DA7-F805-D415-F2BB-79E89146E2C0}"/>
              </a:ext>
            </a:extLst>
          </p:cNvPr>
          <p:cNvSpPr>
            <a:spLocks noGrp="1"/>
          </p:cNvSpPr>
          <p:nvPr>
            <p:ph type="body" sz="quarter" idx="29" hasCustomPrompt="1"/>
          </p:nvPr>
        </p:nvSpPr>
        <p:spPr>
          <a:xfrm>
            <a:off x="7360304" y="5043187"/>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4" name="Title 1">
            <a:extLst>
              <a:ext uri="{FF2B5EF4-FFF2-40B4-BE49-F238E27FC236}">
                <a16:creationId xmlns:a16="http://schemas.microsoft.com/office/drawing/2014/main" id="{63195051-635B-6257-E964-771DABF5DF3B}"/>
              </a:ext>
            </a:extLst>
          </p:cNvPr>
          <p:cNvSpPr>
            <a:spLocks noGrp="1"/>
          </p:cNvSpPr>
          <p:nvPr>
            <p:ph type="ctrTitle" hasCustomPrompt="1"/>
          </p:nvPr>
        </p:nvSpPr>
        <p:spPr>
          <a:xfrm>
            <a:off x="632125" y="1771876"/>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25" name="Text Placeholder 2">
            <a:extLst>
              <a:ext uri="{FF2B5EF4-FFF2-40B4-BE49-F238E27FC236}">
                <a16:creationId xmlns:a16="http://schemas.microsoft.com/office/drawing/2014/main" id="{D0A8471E-2BBA-AE3D-CE56-68CCA2519DA0}"/>
              </a:ext>
            </a:extLst>
          </p:cNvPr>
          <p:cNvSpPr>
            <a:spLocks noGrp="1"/>
          </p:cNvSpPr>
          <p:nvPr>
            <p:ph type="body" sz="quarter" idx="16" hasCustomPrompt="1"/>
          </p:nvPr>
        </p:nvSpPr>
        <p:spPr>
          <a:xfrm>
            <a:off x="63212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6" name="Text Placeholder 2">
            <a:extLst>
              <a:ext uri="{FF2B5EF4-FFF2-40B4-BE49-F238E27FC236}">
                <a16:creationId xmlns:a16="http://schemas.microsoft.com/office/drawing/2014/main" id="{748B7AD2-C316-D1F7-99FE-EF6B9A10F889}"/>
              </a:ext>
            </a:extLst>
          </p:cNvPr>
          <p:cNvSpPr>
            <a:spLocks noGrp="1"/>
          </p:cNvSpPr>
          <p:nvPr>
            <p:ph type="body" sz="quarter" idx="30" hasCustomPrompt="1"/>
          </p:nvPr>
        </p:nvSpPr>
        <p:spPr>
          <a:xfrm>
            <a:off x="632125" y="2813068"/>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8" name="Text Placeholder 2">
            <a:extLst>
              <a:ext uri="{FF2B5EF4-FFF2-40B4-BE49-F238E27FC236}">
                <a16:creationId xmlns:a16="http://schemas.microsoft.com/office/drawing/2014/main" id="{B3D1F05A-245C-2C85-24CE-BAD42CCB0C2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2701795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8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Image Large Captio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A62B9F0-3EE9-0046-B656-7796BE0520F4}"/>
              </a:ext>
            </a:extLst>
          </p:cNvPr>
          <p:cNvSpPr>
            <a:spLocks noGrp="1"/>
          </p:cNvSpPr>
          <p:nvPr>
            <p:ph type="ctrTitle" hasCustomPrompt="1"/>
          </p:nvPr>
        </p:nvSpPr>
        <p:spPr>
          <a:xfrm>
            <a:off x="979707" y="4324906"/>
            <a:ext cx="10232588" cy="1955628"/>
          </a:xfrm>
          <a:prstGeom prst="rect">
            <a:avLst/>
          </a:prstGeom>
        </p:spPr>
        <p:txBody>
          <a:bodyPr anchor="ctr"/>
          <a:lstStyle>
            <a:lvl1pPr marL="0" indent="0" algn="ctr">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goes here</a:t>
            </a:r>
            <a:endParaRPr lang="en-US" dirty="0"/>
          </a:p>
        </p:txBody>
      </p:sp>
      <p:sp>
        <p:nvSpPr>
          <p:cNvPr id="6" name="Picture Placeholder 2">
            <a:extLst>
              <a:ext uri="{FF2B5EF4-FFF2-40B4-BE49-F238E27FC236}">
                <a16:creationId xmlns:a16="http://schemas.microsoft.com/office/drawing/2014/main" id="{EF1594EA-D397-6C41-A885-CC4BB73C61CA}"/>
              </a:ext>
            </a:extLst>
          </p:cNvPr>
          <p:cNvSpPr>
            <a:spLocks noGrp="1"/>
          </p:cNvSpPr>
          <p:nvPr>
            <p:ph type="pic" sz="quarter" idx="10" hasCustomPrompt="1"/>
          </p:nvPr>
        </p:nvSpPr>
        <p:spPr>
          <a:xfrm>
            <a:off x="1" y="0"/>
            <a:ext cx="12192000" cy="4324904"/>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spTree>
    <p:extLst>
      <p:ext uri="{BB962C8B-B14F-4D97-AF65-F5344CB8AC3E}">
        <p14:creationId xmlns:p14="http://schemas.microsoft.com/office/powerpoint/2010/main" val="31962983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ky Image Large Caption">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A62B9F0-3EE9-0046-B656-7796BE0520F4}"/>
              </a:ext>
            </a:extLst>
          </p:cNvPr>
          <p:cNvSpPr>
            <a:spLocks noGrp="1"/>
          </p:cNvSpPr>
          <p:nvPr>
            <p:ph type="ctrTitle" hasCustomPrompt="1"/>
          </p:nvPr>
        </p:nvSpPr>
        <p:spPr>
          <a:xfrm>
            <a:off x="979707" y="4324906"/>
            <a:ext cx="10232588" cy="1955628"/>
          </a:xfrm>
          <a:prstGeom prst="rect">
            <a:avLst/>
          </a:prstGeom>
        </p:spPr>
        <p:txBody>
          <a:bodyPr anchor="ctr"/>
          <a:lstStyle>
            <a:lvl1pPr marL="0" indent="0" algn="ctr">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goes here</a:t>
            </a:r>
            <a:endParaRPr lang="en-US" dirty="0"/>
          </a:p>
        </p:txBody>
      </p:sp>
      <p:sp>
        <p:nvSpPr>
          <p:cNvPr id="6" name="Picture Placeholder 2">
            <a:extLst>
              <a:ext uri="{FF2B5EF4-FFF2-40B4-BE49-F238E27FC236}">
                <a16:creationId xmlns:a16="http://schemas.microsoft.com/office/drawing/2014/main" id="{EF1594EA-D397-6C41-A885-CC4BB73C61CA}"/>
              </a:ext>
            </a:extLst>
          </p:cNvPr>
          <p:cNvSpPr>
            <a:spLocks noGrp="1"/>
          </p:cNvSpPr>
          <p:nvPr>
            <p:ph type="pic" sz="quarter" idx="10" hasCustomPrompt="1"/>
          </p:nvPr>
        </p:nvSpPr>
        <p:spPr>
          <a:xfrm>
            <a:off x="1" y="0"/>
            <a:ext cx="12192000" cy="4324904"/>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spTree>
    <p:extLst>
      <p:ext uri="{BB962C8B-B14F-4D97-AF65-F5344CB8AC3E}">
        <p14:creationId xmlns:p14="http://schemas.microsoft.com/office/powerpoint/2010/main" val="32644272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Image Full">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45C13F8A-9C96-BC4F-A27C-6AF68C9B9A84}"/>
              </a:ext>
            </a:extLst>
          </p:cNvPr>
          <p:cNvSpPr>
            <a:spLocks noGrp="1"/>
          </p:cNvSpPr>
          <p:nvPr>
            <p:ph type="pic" sz="quarter" idx="10" hasCustomPrompt="1"/>
          </p:nvPr>
        </p:nvSpPr>
        <p:spPr>
          <a:xfrm>
            <a:off x="1" y="0"/>
            <a:ext cx="12192000" cy="5992432"/>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spTree>
    <p:extLst>
      <p:ext uri="{BB962C8B-B14F-4D97-AF65-F5344CB8AC3E}">
        <p14:creationId xmlns:p14="http://schemas.microsoft.com/office/powerpoint/2010/main" val="33851120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ky Image Full">
    <p:bg>
      <p:bgPr>
        <a:solidFill>
          <a:schemeClr val="accent1"/>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45C13F8A-9C96-BC4F-A27C-6AF68C9B9A84}"/>
              </a:ext>
            </a:extLst>
          </p:cNvPr>
          <p:cNvSpPr>
            <a:spLocks noGrp="1"/>
          </p:cNvSpPr>
          <p:nvPr>
            <p:ph type="pic" sz="quarter" idx="10" hasCustomPrompt="1"/>
          </p:nvPr>
        </p:nvSpPr>
        <p:spPr>
          <a:xfrm>
            <a:off x="1" y="0"/>
            <a:ext cx="12192000" cy="5992432"/>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spTree>
    <p:extLst>
      <p:ext uri="{BB962C8B-B14F-4D97-AF65-F5344CB8AC3E}">
        <p14:creationId xmlns:p14="http://schemas.microsoft.com/office/powerpoint/2010/main" val="29625436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Half page image caption">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6786035" y="431802"/>
            <a:ext cx="5405967" cy="5201356"/>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9" name="Text Placeholder 8"/>
          <p:cNvSpPr>
            <a:spLocks noGrp="1"/>
          </p:cNvSpPr>
          <p:nvPr>
            <p:ph type="body" sz="quarter" idx="11"/>
          </p:nvPr>
        </p:nvSpPr>
        <p:spPr>
          <a:xfrm>
            <a:off x="6786035" y="5893686"/>
            <a:ext cx="4745567" cy="227716"/>
          </a:xfrm>
          <a:prstGeom prst="rect">
            <a:avLst/>
          </a:prstGeom>
        </p:spPr>
        <p:txBody>
          <a:bodyPr lIns="0" tIns="0" rIns="0" bIns="0"/>
          <a:lstStyle>
            <a:lvl1pPr marL="0" indent="0">
              <a:buNone/>
              <a:defRPr sz="1600">
                <a:solidFill>
                  <a:schemeClr val="tx1"/>
                </a:solidFill>
              </a:defRPr>
            </a:lvl1pPr>
          </a:lstStyle>
          <a:p>
            <a:pPr lvl="0"/>
            <a:r>
              <a:rPr lang="en-US"/>
              <a:t>Click to edit Master text styles</a:t>
            </a:r>
          </a:p>
        </p:txBody>
      </p:sp>
      <p:sp>
        <p:nvSpPr>
          <p:cNvPr id="13" name="Title 1">
            <a:extLst>
              <a:ext uri="{FF2B5EF4-FFF2-40B4-BE49-F238E27FC236}">
                <a16:creationId xmlns:a16="http://schemas.microsoft.com/office/drawing/2014/main" id="{ED0CF905-953D-514D-A5C8-5787B32C1E08}"/>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6" name="Text Placeholder 2">
            <a:extLst>
              <a:ext uri="{FF2B5EF4-FFF2-40B4-BE49-F238E27FC236}">
                <a16:creationId xmlns:a16="http://schemas.microsoft.com/office/drawing/2014/main" id="{1590B87F-2616-792A-8A7A-058FE3E9E64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6248743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7" pos="4275">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ky Half page image caption">
    <p:bg>
      <p:bgPr>
        <a:solidFill>
          <a:schemeClr val="accent1"/>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6786035" y="431802"/>
            <a:ext cx="5405967" cy="5201356"/>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9" name="Text Placeholder 8"/>
          <p:cNvSpPr>
            <a:spLocks noGrp="1"/>
          </p:cNvSpPr>
          <p:nvPr>
            <p:ph type="body" sz="quarter" idx="11"/>
          </p:nvPr>
        </p:nvSpPr>
        <p:spPr>
          <a:xfrm>
            <a:off x="6786035" y="5893686"/>
            <a:ext cx="4745567" cy="227716"/>
          </a:xfrm>
          <a:prstGeom prst="rect">
            <a:avLst/>
          </a:prstGeom>
        </p:spPr>
        <p:txBody>
          <a:bodyPr lIns="0" tIns="0" rIns="0" bIns="0"/>
          <a:lstStyle>
            <a:lvl1pPr marL="0" indent="0">
              <a:buNone/>
              <a:defRPr sz="1600">
                <a:solidFill>
                  <a:schemeClr val="bg1"/>
                </a:solidFill>
              </a:defRPr>
            </a:lvl1pPr>
          </a:lstStyle>
          <a:p>
            <a:pPr lvl="0"/>
            <a:r>
              <a:rPr lang="en-US"/>
              <a:t>Click to edit Master text styles</a:t>
            </a:r>
          </a:p>
        </p:txBody>
      </p:sp>
      <p:sp>
        <p:nvSpPr>
          <p:cNvPr id="13" name="Title 1">
            <a:extLst>
              <a:ext uri="{FF2B5EF4-FFF2-40B4-BE49-F238E27FC236}">
                <a16:creationId xmlns:a16="http://schemas.microsoft.com/office/drawing/2014/main" id="{ED0CF905-953D-514D-A5C8-5787B32C1E08}"/>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6" name="Text Placeholder 2">
            <a:extLst>
              <a:ext uri="{FF2B5EF4-FFF2-40B4-BE49-F238E27FC236}">
                <a16:creationId xmlns:a16="http://schemas.microsoft.com/office/drawing/2014/main" id="{1590B87F-2616-792A-8A7A-058FE3E9E64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1777044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7" pos="4275">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Half page imag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64A223E-4FAB-424A-BE75-6FA1B39C4DB5}"/>
              </a:ext>
            </a:extLst>
          </p:cNvPr>
          <p:cNvSpPr>
            <a:spLocks noGrp="1"/>
          </p:cNvSpPr>
          <p:nvPr>
            <p:ph type="ctrTitle" hasCustomPrompt="1"/>
          </p:nvPr>
        </p:nvSpPr>
        <p:spPr>
          <a:xfrm>
            <a:off x="626050" y="2209802"/>
            <a:ext cx="5025988"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96003" y="431800"/>
            <a:ext cx="6096000" cy="6045200"/>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6" name="Text Placeholder 2">
            <a:extLst>
              <a:ext uri="{FF2B5EF4-FFF2-40B4-BE49-F238E27FC236}">
                <a16:creationId xmlns:a16="http://schemas.microsoft.com/office/drawing/2014/main" id="{9160C303-0E0A-0956-D717-7DF1839453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5745995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ky Half page image">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64A223E-4FAB-424A-BE75-6FA1B39C4DB5}"/>
              </a:ext>
            </a:extLst>
          </p:cNvPr>
          <p:cNvSpPr>
            <a:spLocks noGrp="1"/>
          </p:cNvSpPr>
          <p:nvPr>
            <p:ph type="ctrTitle" hasCustomPrompt="1"/>
          </p:nvPr>
        </p:nvSpPr>
        <p:spPr>
          <a:xfrm>
            <a:off x="626050" y="2209802"/>
            <a:ext cx="5025988"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96003" y="431800"/>
            <a:ext cx="6096000" cy="6045200"/>
          </a:xfrm>
          <a:prstGeom prst="rect">
            <a:avLst/>
          </a:prstGeom>
        </p:spPr>
        <p:txBody>
          <a:bodyPr anchor="ctr" anchorCtr="0"/>
          <a:lstStyle>
            <a:lvl1pPr marL="0" indent="0" algn="ctr">
              <a:buNone/>
              <a:defRPr>
                <a:solidFill>
                  <a:schemeClr val="bg1"/>
                </a:solidFill>
              </a:defRPr>
            </a:lvl1pPr>
          </a:lstStyle>
          <a:p>
            <a:r>
              <a:rPr lang="en-US"/>
              <a:t>Click icon to add picture</a:t>
            </a:r>
            <a:endParaRPr lang="en-US" dirty="0"/>
          </a:p>
        </p:txBody>
      </p:sp>
      <p:sp>
        <p:nvSpPr>
          <p:cNvPr id="6" name="Text Placeholder 2">
            <a:extLst>
              <a:ext uri="{FF2B5EF4-FFF2-40B4-BE49-F238E27FC236}">
                <a16:creationId xmlns:a16="http://schemas.microsoft.com/office/drawing/2014/main" id="{9160C303-0E0A-0956-D717-7DF1839453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40817671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Half page image text">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5" y="431800"/>
            <a:ext cx="6104467" cy="6045200"/>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1" name="Title 1">
            <a:extLst>
              <a:ext uri="{FF2B5EF4-FFF2-40B4-BE49-F238E27FC236}">
                <a16:creationId xmlns:a16="http://schemas.microsoft.com/office/drawing/2014/main" id="{421E50EE-B08A-1619-635E-A2F7D64943D1}"/>
              </a:ext>
            </a:extLst>
          </p:cNvPr>
          <p:cNvSpPr>
            <a:spLocks noGrp="1"/>
          </p:cNvSpPr>
          <p:nvPr>
            <p:ph type="ctrTitle" hasCustomPrompt="1"/>
          </p:nvPr>
        </p:nvSpPr>
        <p:spPr>
          <a:xfrm>
            <a:off x="632125" y="1760885"/>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12" name="Text Placeholder 2">
            <a:extLst>
              <a:ext uri="{FF2B5EF4-FFF2-40B4-BE49-F238E27FC236}">
                <a16:creationId xmlns:a16="http://schemas.microsoft.com/office/drawing/2014/main" id="{A9C9E047-3B79-01FB-2668-552BA3E030C5}"/>
              </a:ext>
            </a:extLst>
          </p:cNvPr>
          <p:cNvSpPr>
            <a:spLocks noGrp="1"/>
          </p:cNvSpPr>
          <p:nvPr>
            <p:ph type="body" sz="quarter" idx="16" hasCustomPrompt="1"/>
          </p:nvPr>
        </p:nvSpPr>
        <p:spPr>
          <a:xfrm>
            <a:off x="632125" y="2372473"/>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3" name="Text Placeholder 2">
            <a:extLst>
              <a:ext uri="{FF2B5EF4-FFF2-40B4-BE49-F238E27FC236}">
                <a16:creationId xmlns:a16="http://schemas.microsoft.com/office/drawing/2014/main" id="{59B16207-AF3E-950B-D412-7CB2B8BB687D}"/>
              </a:ext>
            </a:extLst>
          </p:cNvPr>
          <p:cNvSpPr>
            <a:spLocks noGrp="1"/>
          </p:cNvSpPr>
          <p:nvPr>
            <p:ph type="body" sz="quarter" idx="30" hasCustomPrompt="1"/>
          </p:nvPr>
        </p:nvSpPr>
        <p:spPr>
          <a:xfrm>
            <a:off x="632125" y="2803020"/>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4" name="Text Placeholder 2">
            <a:extLst>
              <a:ext uri="{FF2B5EF4-FFF2-40B4-BE49-F238E27FC236}">
                <a16:creationId xmlns:a16="http://schemas.microsoft.com/office/drawing/2014/main" id="{39E0DAAB-B12B-D73A-BFD5-E3645B1EFF04}"/>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21" name="Text Placeholder 2">
            <a:extLst>
              <a:ext uri="{FF2B5EF4-FFF2-40B4-BE49-F238E27FC236}">
                <a16:creationId xmlns:a16="http://schemas.microsoft.com/office/drawing/2014/main" id="{D575CD87-CAFE-A05B-6B97-0E87969006E4}"/>
              </a:ext>
            </a:extLst>
          </p:cNvPr>
          <p:cNvSpPr>
            <a:spLocks noGrp="1"/>
          </p:cNvSpPr>
          <p:nvPr>
            <p:ph type="body" sz="quarter" idx="33" hasCustomPrompt="1"/>
          </p:nvPr>
        </p:nvSpPr>
        <p:spPr>
          <a:xfrm>
            <a:off x="632125" y="4216904"/>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2" name="Text Placeholder 2">
            <a:extLst>
              <a:ext uri="{FF2B5EF4-FFF2-40B4-BE49-F238E27FC236}">
                <a16:creationId xmlns:a16="http://schemas.microsoft.com/office/drawing/2014/main" id="{A9674B6B-6A39-1F78-81F7-17B4220675D4}"/>
              </a:ext>
            </a:extLst>
          </p:cNvPr>
          <p:cNvSpPr>
            <a:spLocks noGrp="1"/>
          </p:cNvSpPr>
          <p:nvPr>
            <p:ph type="body" sz="quarter" idx="34" hasCustomPrompt="1"/>
          </p:nvPr>
        </p:nvSpPr>
        <p:spPr>
          <a:xfrm>
            <a:off x="632125" y="4647451"/>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Tree>
    <p:extLst>
      <p:ext uri="{BB962C8B-B14F-4D97-AF65-F5344CB8AC3E}">
        <p14:creationId xmlns:p14="http://schemas.microsoft.com/office/powerpoint/2010/main" val="30386271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Half page image text icons">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5" y="431800"/>
            <a:ext cx="6104467" cy="6045200"/>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9" name="Title 1">
            <a:extLst>
              <a:ext uri="{FF2B5EF4-FFF2-40B4-BE49-F238E27FC236}">
                <a16:creationId xmlns:a16="http://schemas.microsoft.com/office/drawing/2014/main" id="{453354D0-16E5-6249-964F-2F9A7EBF7C36}"/>
              </a:ext>
            </a:extLst>
          </p:cNvPr>
          <p:cNvSpPr>
            <a:spLocks noGrp="1"/>
          </p:cNvSpPr>
          <p:nvPr>
            <p:ph type="ctrTitle" hasCustomPrompt="1"/>
          </p:nvPr>
        </p:nvSpPr>
        <p:spPr>
          <a:xfrm>
            <a:off x="1727148"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13" name="Picture Placeholder 2">
            <a:extLst>
              <a:ext uri="{FF2B5EF4-FFF2-40B4-BE49-F238E27FC236}">
                <a16:creationId xmlns:a16="http://schemas.microsoft.com/office/drawing/2014/main" id="{DB316346-3BC8-EF4A-BBC3-4B56BAC5B9A5}"/>
              </a:ext>
            </a:extLst>
          </p:cNvPr>
          <p:cNvSpPr>
            <a:spLocks noGrp="1"/>
          </p:cNvSpPr>
          <p:nvPr>
            <p:ph type="pic" sz="quarter" idx="24" hasCustomPrompt="1"/>
          </p:nvPr>
        </p:nvSpPr>
        <p:spPr>
          <a:xfrm>
            <a:off x="632127" y="2362201"/>
            <a:ext cx="722541" cy="675271"/>
          </a:xfrm>
          <a:prstGeom prst="rect">
            <a:avLst/>
          </a:prstGeom>
          <a:solidFill>
            <a:schemeClr val="bg2">
              <a:alpha val="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14" name="Picture Placeholder 2">
            <a:extLst>
              <a:ext uri="{FF2B5EF4-FFF2-40B4-BE49-F238E27FC236}">
                <a16:creationId xmlns:a16="http://schemas.microsoft.com/office/drawing/2014/main" id="{3FD419D2-A5E0-5441-8593-FDCDFEAFC54B}"/>
              </a:ext>
            </a:extLst>
          </p:cNvPr>
          <p:cNvSpPr>
            <a:spLocks noGrp="1"/>
          </p:cNvSpPr>
          <p:nvPr>
            <p:ph type="pic" sz="quarter" idx="25" hasCustomPrompt="1"/>
          </p:nvPr>
        </p:nvSpPr>
        <p:spPr>
          <a:xfrm>
            <a:off x="632127" y="4206631"/>
            <a:ext cx="722541" cy="675271"/>
          </a:xfrm>
          <a:prstGeom prst="rect">
            <a:avLst/>
          </a:prstGeom>
          <a:solidFill>
            <a:schemeClr val="bg2">
              <a:alpha val="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15" name="Text Placeholder 2">
            <a:extLst>
              <a:ext uri="{FF2B5EF4-FFF2-40B4-BE49-F238E27FC236}">
                <a16:creationId xmlns:a16="http://schemas.microsoft.com/office/drawing/2014/main" id="{B5E5EDE7-AAAF-8C40-8D1E-D24E33A2ADF4}"/>
              </a:ext>
            </a:extLst>
          </p:cNvPr>
          <p:cNvSpPr>
            <a:spLocks noGrp="1"/>
          </p:cNvSpPr>
          <p:nvPr>
            <p:ph type="body" sz="quarter" idx="16" hasCustomPrompt="1"/>
          </p:nvPr>
        </p:nvSpPr>
        <p:spPr>
          <a:xfrm>
            <a:off x="1727148" y="236220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7" name="Text Placeholder 2">
            <a:extLst>
              <a:ext uri="{FF2B5EF4-FFF2-40B4-BE49-F238E27FC236}">
                <a16:creationId xmlns:a16="http://schemas.microsoft.com/office/drawing/2014/main" id="{458D6C5F-0B29-8A4E-A858-26BECF27D154}"/>
              </a:ext>
            </a:extLst>
          </p:cNvPr>
          <p:cNvSpPr>
            <a:spLocks noGrp="1"/>
          </p:cNvSpPr>
          <p:nvPr>
            <p:ph type="body" sz="quarter" idx="20" hasCustomPrompt="1"/>
          </p:nvPr>
        </p:nvSpPr>
        <p:spPr>
          <a:xfrm>
            <a:off x="1727148" y="420663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9" name="Text Placeholder 2">
            <a:extLst>
              <a:ext uri="{FF2B5EF4-FFF2-40B4-BE49-F238E27FC236}">
                <a16:creationId xmlns:a16="http://schemas.microsoft.com/office/drawing/2014/main" id="{C414CF6E-DEBF-5A4C-8822-AC1C0D5EE905}"/>
              </a:ext>
            </a:extLst>
          </p:cNvPr>
          <p:cNvSpPr>
            <a:spLocks noGrp="1"/>
          </p:cNvSpPr>
          <p:nvPr>
            <p:ph type="body" sz="quarter" idx="32" hasCustomPrompt="1"/>
          </p:nvPr>
        </p:nvSpPr>
        <p:spPr>
          <a:xfrm>
            <a:off x="1727148" y="4625586"/>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0" name="Text Placeholder 2">
            <a:extLst>
              <a:ext uri="{FF2B5EF4-FFF2-40B4-BE49-F238E27FC236}">
                <a16:creationId xmlns:a16="http://schemas.microsoft.com/office/drawing/2014/main" id="{E10C3C35-F284-9842-AF8E-B4C121DB854F}"/>
              </a:ext>
            </a:extLst>
          </p:cNvPr>
          <p:cNvSpPr>
            <a:spLocks noGrp="1"/>
          </p:cNvSpPr>
          <p:nvPr>
            <p:ph type="body" sz="quarter" idx="31" hasCustomPrompt="1"/>
          </p:nvPr>
        </p:nvSpPr>
        <p:spPr>
          <a:xfrm>
            <a:off x="1727148" y="2792747"/>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2" name="Text Placeholder 2">
            <a:extLst>
              <a:ext uri="{FF2B5EF4-FFF2-40B4-BE49-F238E27FC236}">
                <a16:creationId xmlns:a16="http://schemas.microsoft.com/office/drawing/2014/main" id="{530ECFE8-BB22-2C91-22E4-8B647E6289E0}"/>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1333170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5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Half page chart">
    <p:spTree>
      <p:nvGrpSpPr>
        <p:cNvPr id="1" name=""/>
        <p:cNvGrpSpPr/>
        <p:nvPr/>
      </p:nvGrpSpPr>
      <p:grpSpPr>
        <a:xfrm>
          <a:off x="0" y="0"/>
          <a:ext cx="0" cy="0"/>
          <a:chOff x="0" y="0"/>
          <a:chExt cx="0" cy="0"/>
        </a:xfrm>
      </p:grpSpPr>
      <p:sp>
        <p:nvSpPr>
          <p:cNvPr id="6" name="Chart Placeholder 5"/>
          <p:cNvSpPr>
            <a:spLocks noGrp="1"/>
          </p:cNvSpPr>
          <p:nvPr>
            <p:ph type="chart" sz="quarter" idx="10"/>
          </p:nvPr>
        </p:nvSpPr>
        <p:spPr>
          <a:xfrm>
            <a:off x="6786035" y="431803"/>
            <a:ext cx="4796367" cy="6045199"/>
          </a:xfrm>
          <a:prstGeom prst="rect">
            <a:avLst/>
          </a:prstGeom>
        </p:spPr>
        <p:txBody>
          <a:bodyPr anchor="ctr" anchorCtr="0"/>
          <a:lstStyle>
            <a:lvl1pPr marL="0" indent="0" algn="ctr">
              <a:buNone/>
              <a:defRPr>
                <a:solidFill>
                  <a:schemeClr val="tx1"/>
                </a:solidFill>
              </a:defRPr>
            </a:lvl1pPr>
          </a:lstStyle>
          <a:p>
            <a:r>
              <a:rPr lang="en-US"/>
              <a:t>Click icon to add chart</a:t>
            </a:r>
            <a:endParaRPr lang="en-US" dirty="0"/>
          </a:p>
        </p:txBody>
      </p:sp>
      <p:sp>
        <p:nvSpPr>
          <p:cNvPr id="4" name="Title 1">
            <a:extLst>
              <a:ext uri="{FF2B5EF4-FFF2-40B4-BE49-F238E27FC236}">
                <a16:creationId xmlns:a16="http://schemas.microsoft.com/office/drawing/2014/main" id="{7C0FB4A9-9785-254F-982E-7E82B77BF549}"/>
              </a:ext>
            </a:extLst>
          </p:cNvPr>
          <p:cNvSpPr>
            <a:spLocks noGrp="1"/>
          </p:cNvSpPr>
          <p:nvPr>
            <p:ph type="ctrTitle" hasCustomPrompt="1"/>
          </p:nvPr>
        </p:nvSpPr>
        <p:spPr>
          <a:xfrm>
            <a:off x="636096"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7" name="Text Placeholder 2">
            <a:extLst>
              <a:ext uri="{FF2B5EF4-FFF2-40B4-BE49-F238E27FC236}">
                <a16:creationId xmlns:a16="http://schemas.microsoft.com/office/drawing/2014/main" id="{25F9E7A7-281F-24AD-2948-98640334E32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9878347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Map">
    <p:spTree>
      <p:nvGrpSpPr>
        <p:cNvPr id="1" name=""/>
        <p:cNvGrpSpPr/>
        <p:nvPr/>
      </p:nvGrpSpPr>
      <p:grpSpPr>
        <a:xfrm>
          <a:off x="0" y="0"/>
          <a:ext cx="0" cy="0"/>
          <a:chOff x="0" y="0"/>
          <a:chExt cx="0" cy="0"/>
        </a:xfrm>
      </p:grpSpPr>
      <p:sp>
        <p:nvSpPr>
          <p:cNvPr id="239" name="Text Placeholder 2">
            <a:extLst>
              <a:ext uri="{FF2B5EF4-FFF2-40B4-BE49-F238E27FC236}">
                <a16:creationId xmlns:a16="http://schemas.microsoft.com/office/drawing/2014/main" id="{0432F0B5-AA18-A142-8000-0B8E86D9192F}"/>
              </a:ext>
            </a:extLst>
          </p:cNvPr>
          <p:cNvSpPr>
            <a:spLocks noGrp="1"/>
          </p:cNvSpPr>
          <p:nvPr>
            <p:ph type="body" sz="quarter" idx="15" hasCustomPrompt="1"/>
          </p:nvPr>
        </p:nvSpPr>
        <p:spPr>
          <a:xfrm>
            <a:off x="632125" y="4261989"/>
            <a:ext cx="2587813" cy="1859411"/>
          </a:xfrm>
          <a:prstGeom prst="rect">
            <a:avLst/>
          </a:prstGeom>
        </p:spPr>
        <p:txBody>
          <a:bodyPr lIns="0" tIns="0" rIns="0" bIns="0"/>
          <a:lstStyle>
            <a:lvl1pPr marL="0" marR="0" indent="0" algn="l" defTabSz="912276" rtl="0" eaLnBrk="1" fontAlgn="base" latinLnBrk="0" hangingPunct="1">
              <a:lnSpc>
                <a:spcPts val="1467"/>
              </a:lnSpc>
              <a:spcBef>
                <a:spcPts val="0"/>
              </a:spcBef>
              <a:spcAft>
                <a:spcPts val="800"/>
              </a:spcAft>
              <a:buClr>
                <a:schemeClr val="tx2"/>
              </a:buClr>
              <a:buSzPct val="90000"/>
              <a:buFont typeface="Arial" panose="020B0604020202020204" pitchFamily="34" charset="0"/>
              <a:buNone/>
              <a:tabLst/>
              <a:defRPr sz="1067" b="0" i="1"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This map is fully editable. Double-click </a:t>
            </a:r>
            <a:br>
              <a:rPr lang="en-GB" dirty="0"/>
            </a:br>
            <a:r>
              <a:rPr lang="en-GB" dirty="0"/>
              <a:t>or ungroup to edit individual countries. </a:t>
            </a:r>
            <a:br>
              <a:rPr lang="en-GB" dirty="0"/>
            </a:br>
            <a:br>
              <a:rPr lang="en-GB" dirty="0"/>
            </a:br>
            <a:r>
              <a:rPr lang="en-GB" dirty="0"/>
              <a:t>Disclaimer: This map is sourced from the current UN map. It represents only the approximate relative location of boundaries and is not authoritative. This is for informational purposes and is not prepared or suitable for legal, engineering or survey purposes.  </a:t>
            </a:r>
          </a:p>
          <a:p>
            <a:pPr lvl="0"/>
            <a:endParaRPr lang="en-GB" dirty="0"/>
          </a:p>
        </p:txBody>
      </p:sp>
      <p:sp>
        <p:nvSpPr>
          <p:cNvPr id="6" name="Text Placeholder 6">
            <a:extLst>
              <a:ext uri="{FF2B5EF4-FFF2-40B4-BE49-F238E27FC236}">
                <a16:creationId xmlns:a16="http://schemas.microsoft.com/office/drawing/2014/main" id="{CF248584-E96B-60F6-5CB7-077CEF8F3BDE}"/>
              </a:ext>
            </a:extLst>
          </p:cNvPr>
          <p:cNvSpPr>
            <a:spLocks noGrp="1"/>
          </p:cNvSpPr>
          <p:nvPr>
            <p:ph type="body" sz="quarter" idx="23"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7" name="Text Placeholder 2">
            <a:extLst>
              <a:ext uri="{FF2B5EF4-FFF2-40B4-BE49-F238E27FC236}">
                <a16:creationId xmlns:a16="http://schemas.microsoft.com/office/drawing/2014/main" id="{37AD3E42-A8B0-11B1-2428-C383D019513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8074079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Org chart 1">
    <p:bg>
      <p:bgPr>
        <a:solidFill>
          <a:schemeClr val="bg2"/>
        </a:solidFill>
        <a:effectLst/>
      </p:bgPr>
    </p:bg>
    <p:spTree>
      <p:nvGrpSpPr>
        <p:cNvPr id="1" name=""/>
        <p:cNvGrpSpPr/>
        <p:nvPr/>
      </p:nvGrpSpPr>
      <p:grpSpPr>
        <a:xfrm>
          <a:off x="0" y="0"/>
          <a:ext cx="0" cy="0"/>
          <a:chOff x="0" y="0"/>
          <a:chExt cx="0" cy="0"/>
        </a:xfrm>
      </p:grpSpPr>
      <p:sp>
        <p:nvSpPr>
          <p:cNvPr id="76" name="Text Placeholder 7">
            <a:extLst>
              <a:ext uri="{FF2B5EF4-FFF2-40B4-BE49-F238E27FC236}">
                <a16:creationId xmlns:a16="http://schemas.microsoft.com/office/drawing/2014/main" id="{E17737D0-FC6B-7145-AB20-DD008328E7AF}"/>
              </a:ext>
            </a:extLst>
          </p:cNvPr>
          <p:cNvSpPr>
            <a:spLocks noGrp="1"/>
          </p:cNvSpPr>
          <p:nvPr>
            <p:ph type="body" sz="quarter" idx="21" hasCustomPrompt="1"/>
          </p:nvPr>
        </p:nvSpPr>
        <p:spPr>
          <a:xfrm>
            <a:off x="632127" y="1349831"/>
            <a:ext cx="2490219"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8" name="Picture Placeholder 3">
            <a:extLst>
              <a:ext uri="{FF2B5EF4-FFF2-40B4-BE49-F238E27FC236}">
                <a16:creationId xmlns:a16="http://schemas.microsoft.com/office/drawing/2014/main" id="{A7181BD4-D32F-9345-AF80-E1B50A790230}"/>
              </a:ext>
            </a:extLst>
          </p:cNvPr>
          <p:cNvSpPr>
            <a:spLocks noGrp="1"/>
          </p:cNvSpPr>
          <p:nvPr>
            <p:ph type="pic" sz="quarter" idx="23"/>
          </p:nvPr>
        </p:nvSpPr>
        <p:spPr>
          <a:xfrm>
            <a:off x="696827" y="1917045"/>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79" name="Picture Placeholder 3">
            <a:extLst>
              <a:ext uri="{FF2B5EF4-FFF2-40B4-BE49-F238E27FC236}">
                <a16:creationId xmlns:a16="http://schemas.microsoft.com/office/drawing/2014/main" id="{8B41B35C-4335-694B-BF5C-EFF21B146926}"/>
              </a:ext>
            </a:extLst>
          </p:cNvPr>
          <p:cNvSpPr>
            <a:spLocks noGrp="1"/>
          </p:cNvSpPr>
          <p:nvPr>
            <p:ph type="pic" sz="quarter" idx="24"/>
          </p:nvPr>
        </p:nvSpPr>
        <p:spPr>
          <a:xfrm>
            <a:off x="696827" y="253519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0" name="Picture Placeholder 3">
            <a:extLst>
              <a:ext uri="{FF2B5EF4-FFF2-40B4-BE49-F238E27FC236}">
                <a16:creationId xmlns:a16="http://schemas.microsoft.com/office/drawing/2014/main" id="{866CFDD6-B03C-D145-9DE2-DE5127549723}"/>
              </a:ext>
            </a:extLst>
          </p:cNvPr>
          <p:cNvSpPr>
            <a:spLocks noGrp="1"/>
          </p:cNvSpPr>
          <p:nvPr>
            <p:ph type="pic" sz="quarter" idx="25"/>
          </p:nvPr>
        </p:nvSpPr>
        <p:spPr>
          <a:xfrm>
            <a:off x="696827" y="3153354"/>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1" name="Picture Placeholder 3">
            <a:extLst>
              <a:ext uri="{FF2B5EF4-FFF2-40B4-BE49-F238E27FC236}">
                <a16:creationId xmlns:a16="http://schemas.microsoft.com/office/drawing/2014/main" id="{7E9D6FF4-058B-8046-ABE9-38E11FFC6001}"/>
              </a:ext>
            </a:extLst>
          </p:cNvPr>
          <p:cNvSpPr>
            <a:spLocks noGrp="1"/>
          </p:cNvSpPr>
          <p:nvPr>
            <p:ph type="pic" sz="quarter" idx="26"/>
          </p:nvPr>
        </p:nvSpPr>
        <p:spPr>
          <a:xfrm>
            <a:off x="696827" y="377150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2" name="Picture Placeholder 3">
            <a:extLst>
              <a:ext uri="{FF2B5EF4-FFF2-40B4-BE49-F238E27FC236}">
                <a16:creationId xmlns:a16="http://schemas.microsoft.com/office/drawing/2014/main" id="{7D143D2C-F993-FD4D-A334-8C81C2918C4C}"/>
              </a:ext>
            </a:extLst>
          </p:cNvPr>
          <p:cNvSpPr>
            <a:spLocks noGrp="1"/>
          </p:cNvSpPr>
          <p:nvPr>
            <p:ph type="pic" sz="quarter" idx="27"/>
          </p:nvPr>
        </p:nvSpPr>
        <p:spPr>
          <a:xfrm>
            <a:off x="696827" y="4389663"/>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3" name="Picture Placeholder 3">
            <a:extLst>
              <a:ext uri="{FF2B5EF4-FFF2-40B4-BE49-F238E27FC236}">
                <a16:creationId xmlns:a16="http://schemas.microsoft.com/office/drawing/2014/main" id="{989569BD-3B1E-2F43-AD8E-12EEFDBDB542}"/>
              </a:ext>
            </a:extLst>
          </p:cNvPr>
          <p:cNvSpPr>
            <a:spLocks noGrp="1"/>
          </p:cNvSpPr>
          <p:nvPr>
            <p:ph type="pic" sz="quarter" idx="28"/>
          </p:nvPr>
        </p:nvSpPr>
        <p:spPr>
          <a:xfrm>
            <a:off x="696827" y="5007818"/>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4" name="Picture Placeholder 3">
            <a:extLst>
              <a:ext uri="{FF2B5EF4-FFF2-40B4-BE49-F238E27FC236}">
                <a16:creationId xmlns:a16="http://schemas.microsoft.com/office/drawing/2014/main" id="{BEB04B58-EE83-374A-AB3A-FD4D12C64DD5}"/>
              </a:ext>
            </a:extLst>
          </p:cNvPr>
          <p:cNvSpPr>
            <a:spLocks noGrp="1"/>
          </p:cNvSpPr>
          <p:nvPr>
            <p:ph type="pic" sz="quarter" idx="29"/>
          </p:nvPr>
        </p:nvSpPr>
        <p:spPr>
          <a:xfrm>
            <a:off x="696827" y="5625970"/>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5" name="Text Placeholder 7">
            <a:extLst>
              <a:ext uri="{FF2B5EF4-FFF2-40B4-BE49-F238E27FC236}">
                <a16:creationId xmlns:a16="http://schemas.microsoft.com/office/drawing/2014/main" id="{8AAC0B54-C96C-C441-8863-1932E37ACBAD}"/>
              </a:ext>
            </a:extLst>
          </p:cNvPr>
          <p:cNvSpPr>
            <a:spLocks noGrp="1"/>
          </p:cNvSpPr>
          <p:nvPr>
            <p:ph type="body" sz="quarter" idx="30" hasCustomPrompt="1"/>
          </p:nvPr>
        </p:nvSpPr>
        <p:spPr>
          <a:xfrm>
            <a:off x="1235089" y="1967221"/>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6" name="Text Placeholder 7">
            <a:extLst>
              <a:ext uri="{FF2B5EF4-FFF2-40B4-BE49-F238E27FC236}">
                <a16:creationId xmlns:a16="http://schemas.microsoft.com/office/drawing/2014/main" id="{0F089C13-C00D-1746-A5D0-6C1948F1A73E}"/>
              </a:ext>
            </a:extLst>
          </p:cNvPr>
          <p:cNvSpPr>
            <a:spLocks noGrp="1"/>
          </p:cNvSpPr>
          <p:nvPr>
            <p:ph type="body" sz="quarter" idx="31" hasCustomPrompt="1"/>
          </p:nvPr>
        </p:nvSpPr>
        <p:spPr>
          <a:xfrm>
            <a:off x="1235089" y="2584612"/>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7" name="Text Placeholder 7">
            <a:extLst>
              <a:ext uri="{FF2B5EF4-FFF2-40B4-BE49-F238E27FC236}">
                <a16:creationId xmlns:a16="http://schemas.microsoft.com/office/drawing/2014/main" id="{3AB30254-5518-6C40-BF50-3E9FAE4EDF85}"/>
              </a:ext>
            </a:extLst>
          </p:cNvPr>
          <p:cNvSpPr>
            <a:spLocks noGrp="1"/>
          </p:cNvSpPr>
          <p:nvPr>
            <p:ph type="body" sz="quarter" idx="32" hasCustomPrompt="1"/>
          </p:nvPr>
        </p:nvSpPr>
        <p:spPr>
          <a:xfrm>
            <a:off x="1235089" y="320200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8" name="Text Placeholder 7">
            <a:extLst>
              <a:ext uri="{FF2B5EF4-FFF2-40B4-BE49-F238E27FC236}">
                <a16:creationId xmlns:a16="http://schemas.microsoft.com/office/drawing/2014/main" id="{0811A6CF-DD21-8D4C-9C08-8AF894110913}"/>
              </a:ext>
            </a:extLst>
          </p:cNvPr>
          <p:cNvSpPr>
            <a:spLocks noGrp="1"/>
          </p:cNvSpPr>
          <p:nvPr>
            <p:ph type="body" sz="quarter" idx="33" hasCustomPrompt="1"/>
          </p:nvPr>
        </p:nvSpPr>
        <p:spPr>
          <a:xfrm>
            <a:off x="1235089" y="381939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9" name="Text Placeholder 7">
            <a:extLst>
              <a:ext uri="{FF2B5EF4-FFF2-40B4-BE49-F238E27FC236}">
                <a16:creationId xmlns:a16="http://schemas.microsoft.com/office/drawing/2014/main" id="{D21AD92C-4C78-7443-BE76-29C48973EDB2}"/>
              </a:ext>
            </a:extLst>
          </p:cNvPr>
          <p:cNvSpPr>
            <a:spLocks noGrp="1"/>
          </p:cNvSpPr>
          <p:nvPr>
            <p:ph type="body" sz="quarter" idx="34" hasCustomPrompt="1"/>
          </p:nvPr>
        </p:nvSpPr>
        <p:spPr>
          <a:xfrm>
            <a:off x="1235089" y="4436784"/>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0" name="Text Placeholder 7">
            <a:extLst>
              <a:ext uri="{FF2B5EF4-FFF2-40B4-BE49-F238E27FC236}">
                <a16:creationId xmlns:a16="http://schemas.microsoft.com/office/drawing/2014/main" id="{C2B48CD5-A321-6E4E-A37C-2F205EF929FB}"/>
              </a:ext>
            </a:extLst>
          </p:cNvPr>
          <p:cNvSpPr>
            <a:spLocks noGrp="1"/>
          </p:cNvSpPr>
          <p:nvPr>
            <p:ph type="body" sz="quarter" idx="35" hasCustomPrompt="1"/>
          </p:nvPr>
        </p:nvSpPr>
        <p:spPr>
          <a:xfrm>
            <a:off x="1235089" y="5054175"/>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1" name="Text Placeholder 7">
            <a:extLst>
              <a:ext uri="{FF2B5EF4-FFF2-40B4-BE49-F238E27FC236}">
                <a16:creationId xmlns:a16="http://schemas.microsoft.com/office/drawing/2014/main" id="{D1F05418-8D4D-C748-A3F2-A4480B3CD983}"/>
              </a:ext>
            </a:extLst>
          </p:cNvPr>
          <p:cNvSpPr>
            <a:spLocks noGrp="1"/>
          </p:cNvSpPr>
          <p:nvPr>
            <p:ph type="body" sz="quarter" idx="36" hasCustomPrompt="1"/>
          </p:nvPr>
        </p:nvSpPr>
        <p:spPr>
          <a:xfrm>
            <a:off x="1235089" y="567156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8" name="Text Placeholder 7">
            <a:extLst>
              <a:ext uri="{FF2B5EF4-FFF2-40B4-BE49-F238E27FC236}">
                <a16:creationId xmlns:a16="http://schemas.microsoft.com/office/drawing/2014/main" id="{F7397E79-89BD-7149-B996-8FADDB83B5EC}"/>
              </a:ext>
            </a:extLst>
          </p:cNvPr>
          <p:cNvSpPr>
            <a:spLocks noGrp="1"/>
          </p:cNvSpPr>
          <p:nvPr>
            <p:ph type="body" sz="quarter" idx="37" hasCustomPrompt="1"/>
          </p:nvPr>
        </p:nvSpPr>
        <p:spPr>
          <a:xfrm>
            <a:off x="9203831" y="1349831"/>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9" name="Picture Placeholder 3">
            <a:extLst>
              <a:ext uri="{FF2B5EF4-FFF2-40B4-BE49-F238E27FC236}">
                <a16:creationId xmlns:a16="http://schemas.microsoft.com/office/drawing/2014/main" id="{65977F0B-74CE-E44C-93B2-249490598A1B}"/>
              </a:ext>
            </a:extLst>
          </p:cNvPr>
          <p:cNvSpPr>
            <a:spLocks noGrp="1"/>
          </p:cNvSpPr>
          <p:nvPr>
            <p:ph type="pic" sz="quarter" idx="38"/>
          </p:nvPr>
        </p:nvSpPr>
        <p:spPr>
          <a:xfrm>
            <a:off x="9286023" y="1917045"/>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0" name="Picture Placeholder 3">
            <a:extLst>
              <a:ext uri="{FF2B5EF4-FFF2-40B4-BE49-F238E27FC236}">
                <a16:creationId xmlns:a16="http://schemas.microsoft.com/office/drawing/2014/main" id="{219BB1E5-9F99-5143-A2D1-EABF082DCA12}"/>
              </a:ext>
            </a:extLst>
          </p:cNvPr>
          <p:cNvSpPr>
            <a:spLocks noGrp="1"/>
          </p:cNvSpPr>
          <p:nvPr>
            <p:ph type="pic" sz="quarter" idx="39"/>
          </p:nvPr>
        </p:nvSpPr>
        <p:spPr>
          <a:xfrm>
            <a:off x="9286023" y="253519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1" name="Picture Placeholder 3">
            <a:extLst>
              <a:ext uri="{FF2B5EF4-FFF2-40B4-BE49-F238E27FC236}">
                <a16:creationId xmlns:a16="http://schemas.microsoft.com/office/drawing/2014/main" id="{916A17DF-2388-4B4F-9CF8-7379304305A8}"/>
              </a:ext>
            </a:extLst>
          </p:cNvPr>
          <p:cNvSpPr>
            <a:spLocks noGrp="1"/>
          </p:cNvSpPr>
          <p:nvPr>
            <p:ph type="pic" sz="quarter" idx="40"/>
          </p:nvPr>
        </p:nvSpPr>
        <p:spPr>
          <a:xfrm>
            <a:off x="9286023" y="3153354"/>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2" name="Picture Placeholder 3">
            <a:extLst>
              <a:ext uri="{FF2B5EF4-FFF2-40B4-BE49-F238E27FC236}">
                <a16:creationId xmlns:a16="http://schemas.microsoft.com/office/drawing/2014/main" id="{DC933AF6-FC67-8444-94EE-A70793FE14EC}"/>
              </a:ext>
            </a:extLst>
          </p:cNvPr>
          <p:cNvSpPr>
            <a:spLocks noGrp="1"/>
          </p:cNvSpPr>
          <p:nvPr>
            <p:ph type="pic" sz="quarter" idx="41"/>
          </p:nvPr>
        </p:nvSpPr>
        <p:spPr>
          <a:xfrm>
            <a:off x="9286023" y="377150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3" name="Picture Placeholder 3">
            <a:extLst>
              <a:ext uri="{FF2B5EF4-FFF2-40B4-BE49-F238E27FC236}">
                <a16:creationId xmlns:a16="http://schemas.microsoft.com/office/drawing/2014/main" id="{CB399D5E-7F31-A24F-A1DE-A37A559BF962}"/>
              </a:ext>
            </a:extLst>
          </p:cNvPr>
          <p:cNvSpPr>
            <a:spLocks noGrp="1"/>
          </p:cNvSpPr>
          <p:nvPr>
            <p:ph type="pic" sz="quarter" idx="42"/>
          </p:nvPr>
        </p:nvSpPr>
        <p:spPr>
          <a:xfrm>
            <a:off x="9286023" y="4389663"/>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4" name="Picture Placeholder 3">
            <a:extLst>
              <a:ext uri="{FF2B5EF4-FFF2-40B4-BE49-F238E27FC236}">
                <a16:creationId xmlns:a16="http://schemas.microsoft.com/office/drawing/2014/main" id="{B965FBBE-9194-2143-8B08-05E031CD6DBF}"/>
              </a:ext>
            </a:extLst>
          </p:cNvPr>
          <p:cNvSpPr>
            <a:spLocks noGrp="1"/>
          </p:cNvSpPr>
          <p:nvPr>
            <p:ph type="pic" sz="quarter" idx="43"/>
          </p:nvPr>
        </p:nvSpPr>
        <p:spPr>
          <a:xfrm>
            <a:off x="9286023" y="5007818"/>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5" name="Picture Placeholder 3">
            <a:extLst>
              <a:ext uri="{FF2B5EF4-FFF2-40B4-BE49-F238E27FC236}">
                <a16:creationId xmlns:a16="http://schemas.microsoft.com/office/drawing/2014/main" id="{49F35041-77CA-1848-B269-74C604CA7E40}"/>
              </a:ext>
            </a:extLst>
          </p:cNvPr>
          <p:cNvSpPr>
            <a:spLocks noGrp="1"/>
          </p:cNvSpPr>
          <p:nvPr>
            <p:ph type="pic" sz="quarter" idx="44"/>
          </p:nvPr>
        </p:nvSpPr>
        <p:spPr>
          <a:xfrm>
            <a:off x="9286022" y="5625970"/>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6" name="Text Placeholder 7">
            <a:extLst>
              <a:ext uri="{FF2B5EF4-FFF2-40B4-BE49-F238E27FC236}">
                <a16:creationId xmlns:a16="http://schemas.microsoft.com/office/drawing/2014/main" id="{7523ABB3-75D2-EB4B-8C6E-3820D8F4D52B}"/>
              </a:ext>
            </a:extLst>
          </p:cNvPr>
          <p:cNvSpPr>
            <a:spLocks noGrp="1"/>
          </p:cNvSpPr>
          <p:nvPr>
            <p:ph type="body" sz="quarter" idx="45" hasCustomPrompt="1"/>
          </p:nvPr>
        </p:nvSpPr>
        <p:spPr>
          <a:xfrm>
            <a:off x="9824285" y="1967221"/>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7" name="Text Placeholder 7">
            <a:extLst>
              <a:ext uri="{FF2B5EF4-FFF2-40B4-BE49-F238E27FC236}">
                <a16:creationId xmlns:a16="http://schemas.microsoft.com/office/drawing/2014/main" id="{31960E30-9C67-F74E-B253-1DE44672EE81}"/>
              </a:ext>
            </a:extLst>
          </p:cNvPr>
          <p:cNvSpPr>
            <a:spLocks noGrp="1"/>
          </p:cNvSpPr>
          <p:nvPr>
            <p:ph type="body" sz="quarter" idx="46" hasCustomPrompt="1"/>
          </p:nvPr>
        </p:nvSpPr>
        <p:spPr>
          <a:xfrm>
            <a:off x="9824285" y="2584612"/>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8" name="Text Placeholder 7">
            <a:extLst>
              <a:ext uri="{FF2B5EF4-FFF2-40B4-BE49-F238E27FC236}">
                <a16:creationId xmlns:a16="http://schemas.microsoft.com/office/drawing/2014/main" id="{D198513C-EECB-854A-B6A3-42BC9E6FB8C4}"/>
              </a:ext>
            </a:extLst>
          </p:cNvPr>
          <p:cNvSpPr>
            <a:spLocks noGrp="1"/>
          </p:cNvSpPr>
          <p:nvPr>
            <p:ph type="body" sz="quarter" idx="47" hasCustomPrompt="1"/>
          </p:nvPr>
        </p:nvSpPr>
        <p:spPr>
          <a:xfrm>
            <a:off x="9824285" y="320200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9" name="Text Placeholder 7">
            <a:extLst>
              <a:ext uri="{FF2B5EF4-FFF2-40B4-BE49-F238E27FC236}">
                <a16:creationId xmlns:a16="http://schemas.microsoft.com/office/drawing/2014/main" id="{D7710000-DF90-134E-97A1-21653758D218}"/>
              </a:ext>
            </a:extLst>
          </p:cNvPr>
          <p:cNvSpPr>
            <a:spLocks noGrp="1"/>
          </p:cNvSpPr>
          <p:nvPr>
            <p:ph type="body" sz="quarter" idx="48" hasCustomPrompt="1"/>
          </p:nvPr>
        </p:nvSpPr>
        <p:spPr>
          <a:xfrm>
            <a:off x="9824285" y="381939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0" name="Text Placeholder 7">
            <a:extLst>
              <a:ext uri="{FF2B5EF4-FFF2-40B4-BE49-F238E27FC236}">
                <a16:creationId xmlns:a16="http://schemas.microsoft.com/office/drawing/2014/main" id="{22BB9ACD-30E4-4842-B8B6-F65E21604C23}"/>
              </a:ext>
            </a:extLst>
          </p:cNvPr>
          <p:cNvSpPr>
            <a:spLocks noGrp="1"/>
          </p:cNvSpPr>
          <p:nvPr>
            <p:ph type="body" sz="quarter" idx="49" hasCustomPrompt="1"/>
          </p:nvPr>
        </p:nvSpPr>
        <p:spPr>
          <a:xfrm>
            <a:off x="9824285" y="4436784"/>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1" name="Text Placeholder 7">
            <a:extLst>
              <a:ext uri="{FF2B5EF4-FFF2-40B4-BE49-F238E27FC236}">
                <a16:creationId xmlns:a16="http://schemas.microsoft.com/office/drawing/2014/main" id="{F1A7767C-FCA9-9742-8B5C-0539AFAAB5B0}"/>
              </a:ext>
            </a:extLst>
          </p:cNvPr>
          <p:cNvSpPr>
            <a:spLocks noGrp="1"/>
          </p:cNvSpPr>
          <p:nvPr>
            <p:ph type="body" sz="quarter" idx="50" hasCustomPrompt="1"/>
          </p:nvPr>
        </p:nvSpPr>
        <p:spPr>
          <a:xfrm>
            <a:off x="9824285" y="5054175"/>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2" name="Text Placeholder 7">
            <a:extLst>
              <a:ext uri="{FF2B5EF4-FFF2-40B4-BE49-F238E27FC236}">
                <a16:creationId xmlns:a16="http://schemas.microsoft.com/office/drawing/2014/main" id="{C3DF1340-33D8-624D-A201-67A4FB45E295}"/>
              </a:ext>
            </a:extLst>
          </p:cNvPr>
          <p:cNvSpPr>
            <a:spLocks noGrp="1"/>
          </p:cNvSpPr>
          <p:nvPr>
            <p:ph type="body" sz="quarter" idx="51" hasCustomPrompt="1"/>
          </p:nvPr>
        </p:nvSpPr>
        <p:spPr>
          <a:xfrm>
            <a:off x="9824285" y="567156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3" name="Text Placeholder 7">
            <a:extLst>
              <a:ext uri="{FF2B5EF4-FFF2-40B4-BE49-F238E27FC236}">
                <a16:creationId xmlns:a16="http://schemas.microsoft.com/office/drawing/2014/main" id="{9A8C8EBC-B967-3441-9C50-E663A1873548}"/>
              </a:ext>
            </a:extLst>
          </p:cNvPr>
          <p:cNvSpPr>
            <a:spLocks noGrp="1"/>
          </p:cNvSpPr>
          <p:nvPr>
            <p:ph type="body" sz="quarter" idx="52" hasCustomPrompt="1"/>
          </p:nvPr>
        </p:nvSpPr>
        <p:spPr>
          <a:xfrm>
            <a:off x="6340767" y="1349831"/>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4" name="Picture Placeholder 3">
            <a:extLst>
              <a:ext uri="{FF2B5EF4-FFF2-40B4-BE49-F238E27FC236}">
                <a16:creationId xmlns:a16="http://schemas.microsoft.com/office/drawing/2014/main" id="{85D84EFE-A9F0-F949-8B06-B05A3CF9FC86}"/>
              </a:ext>
            </a:extLst>
          </p:cNvPr>
          <p:cNvSpPr>
            <a:spLocks noGrp="1"/>
          </p:cNvSpPr>
          <p:nvPr>
            <p:ph type="pic" sz="quarter" idx="53"/>
          </p:nvPr>
        </p:nvSpPr>
        <p:spPr>
          <a:xfrm>
            <a:off x="6422959" y="1917045"/>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5" name="Picture Placeholder 3">
            <a:extLst>
              <a:ext uri="{FF2B5EF4-FFF2-40B4-BE49-F238E27FC236}">
                <a16:creationId xmlns:a16="http://schemas.microsoft.com/office/drawing/2014/main" id="{8EFF426A-2289-1D42-9B4B-084B41BA8E48}"/>
              </a:ext>
            </a:extLst>
          </p:cNvPr>
          <p:cNvSpPr>
            <a:spLocks noGrp="1"/>
          </p:cNvSpPr>
          <p:nvPr>
            <p:ph type="pic" sz="quarter" idx="54"/>
          </p:nvPr>
        </p:nvSpPr>
        <p:spPr>
          <a:xfrm>
            <a:off x="6422959" y="253519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6" name="Picture Placeholder 3">
            <a:extLst>
              <a:ext uri="{FF2B5EF4-FFF2-40B4-BE49-F238E27FC236}">
                <a16:creationId xmlns:a16="http://schemas.microsoft.com/office/drawing/2014/main" id="{0A50ED24-F3A8-5A4B-9ABA-EE3E81B5D8D3}"/>
              </a:ext>
            </a:extLst>
          </p:cNvPr>
          <p:cNvSpPr>
            <a:spLocks noGrp="1"/>
          </p:cNvSpPr>
          <p:nvPr>
            <p:ph type="pic" sz="quarter" idx="55"/>
          </p:nvPr>
        </p:nvSpPr>
        <p:spPr>
          <a:xfrm>
            <a:off x="6422959" y="3153354"/>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7" name="Picture Placeholder 3">
            <a:extLst>
              <a:ext uri="{FF2B5EF4-FFF2-40B4-BE49-F238E27FC236}">
                <a16:creationId xmlns:a16="http://schemas.microsoft.com/office/drawing/2014/main" id="{86391241-E295-F04A-8D4F-B3CC3531A58C}"/>
              </a:ext>
            </a:extLst>
          </p:cNvPr>
          <p:cNvSpPr>
            <a:spLocks noGrp="1"/>
          </p:cNvSpPr>
          <p:nvPr>
            <p:ph type="pic" sz="quarter" idx="56"/>
          </p:nvPr>
        </p:nvSpPr>
        <p:spPr>
          <a:xfrm>
            <a:off x="6422959" y="377150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8" name="Picture Placeholder 3">
            <a:extLst>
              <a:ext uri="{FF2B5EF4-FFF2-40B4-BE49-F238E27FC236}">
                <a16:creationId xmlns:a16="http://schemas.microsoft.com/office/drawing/2014/main" id="{5800B324-271D-A144-994E-8EEC38FAD6E2}"/>
              </a:ext>
            </a:extLst>
          </p:cNvPr>
          <p:cNvSpPr>
            <a:spLocks noGrp="1"/>
          </p:cNvSpPr>
          <p:nvPr>
            <p:ph type="pic" sz="quarter" idx="57"/>
          </p:nvPr>
        </p:nvSpPr>
        <p:spPr>
          <a:xfrm>
            <a:off x="6422959" y="4389663"/>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9" name="Picture Placeholder 3">
            <a:extLst>
              <a:ext uri="{FF2B5EF4-FFF2-40B4-BE49-F238E27FC236}">
                <a16:creationId xmlns:a16="http://schemas.microsoft.com/office/drawing/2014/main" id="{2B710327-3253-2A41-8C63-5C40B8CE1260}"/>
              </a:ext>
            </a:extLst>
          </p:cNvPr>
          <p:cNvSpPr>
            <a:spLocks noGrp="1"/>
          </p:cNvSpPr>
          <p:nvPr>
            <p:ph type="pic" sz="quarter" idx="58"/>
          </p:nvPr>
        </p:nvSpPr>
        <p:spPr>
          <a:xfrm>
            <a:off x="6422959" y="5007818"/>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0" name="Picture Placeholder 3">
            <a:extLst>
              <a:ext uri="{FF2B5EF4-FFF2-40B4-BE49-F238E27FC236}">
                <a16:creationId xmlns:a16="http://schemas.microsoft.com/office/drawing/2014/main" id="{73578B84-B907-EE47-BD2B-152CC5042C2F}"/>
              </a:ext>
            </a:extLst>
          </p:cNvPr>
          <p:cNvSpPr>
            <a:spLocks noGrp="1"/>
          </p:cNvSpPr>
          <p:nvPr>
            <p:ph type="pic" sz="quarter" idx="59"/>
          </p:nvPr>
        </p:nvSpPr>
        <p:spPr>
          <a:xfrm>
            <a:off x="6422957" y="5625970"/>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1" name="Text Placeholder 7">
            <a:extLst>
              <a:ext uri="{FF2B5EF4-FFF2-40B4-BE49-F238E27FC236}">
                <a16:creationId xmlns:a16="http://schemas.microsoft.com/office/drawing/2014/main" id="{B19546DA-147A-E247-8549-A1603BB54EA3}"/>
              </a:ext>
            </a:extLst>
          </p:cNvPr>
          <p:cNvSpPr>
            <a:spLocks noGrp="1"/>
          </p:cNvSpPr>
          <p:nvPr>
            <p:ph type="body" sz="quarter" idx="60" hasCustomPrompt="1"/>
          </p:nvPr>
        </p:nvSpPr>
        <p:spPr>
          <a:xfrm>
            <a:off x="6961220" y="1967221"/>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2" name="Text Placeholder 7">
            <a:extLst>
              <a:ext uri="{FF2B5EF4-FFF2-40B4-BE49-F238E27FC236}">
                <a16:creationId xmlns:a16="http://schemas.microsoft.com/office/drawing/2014/main" id="{18BADDE2-0D41-7F49-94A6-68B4FC423185}"/>
              </a:ext>
            </a:extLst>
          </p:cNvPr>
          <p:cNvSpPr>
            <a:spLocks noGrp="1"/>
          </p:cNvSpPr>
          <p:nvPr>
            <p:ph type="body" sz="quarter" idx="61" hasCustomPrompt="1"/>
          </p:nvPr>
        </p:nvSpPr>
        <p:spPr>
          <a:xfrm>
            <a:off x="6961220" y="2584612"/>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3" name="Text Placeholder 7">
            <a:extLst>
              <a:ext uri="{FF2B5EF4-FFF2-40B4-BE49-F238E27FC236}">
                <a16:creationId xmlns:a16="http://schemas.microsoft.com/office/drawing/2014/main" id="{7E6CE366-201D-8B40-BA7D-4A11C575FF36}"/>
              </a:ext>
            </a:extLst>
          </p:cNvPr>
          <p:cNvSpPr>
            <a:spLocks noGrp="1"/>
          </p:cNvSpPr>
          <p:nvPr>
            <p:ph type="body" sz="quarter" idx="62" hasCustomPrompt="1"/>
          </p:nvPr>
        </p:nvSpPr>
        <p:spPr>
          <a:xfrm>
            <a:off x="6961220" y="320200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4" name="Text Placeholder 7">
            <a:extLst>
              <a:ext uri="{FF2B5EF4-FFF2-40B4-BE49-F238E27FC236}">
                <a16:creationId xmlns:a16="http://schemas.microsoft.com/office/drawing/2014/main" id="{465604B6-8FCF-4B40-8A9B-0F5C655A7EE7}"/>
              </a:ext>
            </a:extLst>
          </p:cNvPr>
          <p:cNvSpPr>
            <a:spLocks noGrp="1"/>
          </p:cNvSpPr>
          <p:nvPr>
            <p:ph type="body" sz="quarter" idx="63" hasCustomPrompt="1"/>
          </p:nvPr>
        </p:nvSpPr>
        <p:spPr>
          <a:xfrm>
            <a:off x="6961220" y="381939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5" name="Text Placeholder 7">
            <a:extLst>
              <a:ext uri="{FF2B5EF4-FFF2-40B4-BE49-F238E27FC236}">
                <a16:creationId xmlns:a16="http://schemas.microsoft.com/office/drawing/2014/main" id="{D608FA58-EAB0-4D46-9359-1EB2C7A651E9}"/>
              </a:ext>
            </a:extLst>
          </p:cNvPr>
          <p:cNvSpPr>
            <a:spLocks noGrp="1"/>
          </p:cNvSpPr>
          <p:nvPr>
            <p:ph type="body" sz="quarter" idx="64" hasCustomPrompt="1"/>
          </p:nvPr>
        </p:nvSpPr>
        <p:spPr>
          <a:xfrm>
            <a:off x="6961220" y="4436784"/>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6" name="Text Placeholder 7">
            <a:extLst>
              <a:ext uri="{FF2B5EF4-FFF2-40B4-BE49-F238E27FC236}">
                <a16:creationId xmlns:a16="http://schemas.microsoft.com/office/drawing/2014/main" id="{66A1D58A-319D-484B-B270-C19908CCE522}"/>
              </a:ext>
            </a:extLst>
          </p:cNvPr>
          <p:cNvSpPr>
            <a:spLocks noGrp="1"/>
          </p:cNvSpPr>
          <p:nvPr>
            <p:ph type="body" sz="quarter" idx="65" hasCustomPrompt="1"/>
          </p:nvPr>
        </p:nvSpPr>
        <p:spPr>
          <a:xfrm>
            <a:off x="6961220" y="5054175"/>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7" name="Text Placeholder 7">
            <a:extLst>
              <a:ext uri="{FF2B5EF4-FFF2-40B4-BE49-F238E27FC236}">
                <a16:creationId xmlns:a16="http://schemas.microsoft.com/office/drawing/2014/main" id="{445DAC0C-999B-824E-8AA3-C28ED112E896}"/>
              </a:ext>
            </a:extLst>
          </p:cNvPr>
          <p:cNvSpPr>
            <a:spLocks noGrp="1"/>
          </p:cNvSpPr>
          <p:nvPr>
            <p:ph type="body" sz="quarter" idx="66" hasCustomPrompt="1"/>
          </p:nvPr>
        </p:nvSpPr>
        <p:spPr>
          <a:xfrm>
            <a:off x="6961220" y="567156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8" name="Text Placeholder 7">
            <a:extLst>
              <a:ext uri="{FF2B5EF4-FFF2-40B4-BE49-F238E27FC236}">
                <a16:creationId xmlns:a16="http://schemas.microsoft.com/office/drawing/2014/main" id="{3EE18008-A4F6-524A-9AF5-F1EA61E66A83}"/>
              </a:ext>
            </a:extLst>
          </p:cNvPr>
          <p:cNvSpPr>
            <a:spLocks noGrp="1"/>
          </p:cNvSpPr>
          <p:nvPr>
            <p:ph type="body" sz="quarter" idx="67" hasCustomPrompt="1"/>
          </p:nvPr>
        </p:nvSpPr>
        <p:spPr>
          <a:xfrm>
            <a:off x="3491401" y="1349831"/>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9" name="Picture Placeholder 3">
            <a:extLst>
              <a:ext uri="{FF2B5EF4-FFF2-40B4-BE49-F238E27FC236}">
                <a16:creationId xmlns:a16="http://schemas.microsoft.com/office/drawing/2014/main" id="{C606DDCF-1093-3C40-9DA4-C8FA9DDF68A6}"/>
              </a:ext>
            </a:extLst>
          </p:cNvPr>
          <p:cNvSpPr>
            <a:spLocks noGrp="1"/>
          </p:cNvSpPr>
          <p:nvPr>
            <p:ph type="pic" sz="quarter" idx="68"/>
          </p:nvPr>
        </p:nvSpPr>
        <p:spPr>
          <a:xfrm>
            <a:off x="3573593" y="1917045"/>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0" name="Picture Placeholder 3">
            <a:extLst>
              <a:ext uri="{FF2B5EF4-FFF2-40B4-BE49-F238E27FC236}">
                <a16:creationId xmlns:a16="http://schemas.microsoft.com/office/drawing/2014/main" id="{7D435CA4-D726-254B-8C0D-14AABA90391A}"/>
              </a:ext>
            </a:extLst>
          </p:cNvPr>
          <p:cNvSpPr>
            <a:spLocks noGrp="1"/>
          </p:cNvSpPr>
          <p:nvPr>
            <p:ph type="pic" sz="quarter" idx="69"/>
          </p:nvPr>
        </p:nvSpPr>
        <p:spPr>
          <a:xfrm>
            <a:off x="3573593" y="253519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1" name="Picture Placeholder 3">
            <a:extLst>
              <a:ext uri="{FF2B5EF4-FFF2-40B4-BE49-F238E27FC236}">
                <a16:creationId xmlns:a16="http://schemas.microsoft.com/office/drawing/2014/main" id="{0BD6C709-0DC1-2C44-B6B5-6FF36E6A3BE5}"/>
              </a:ext>
            </a:extLst>
          </p:cNvPr>
          <p:cNvSpPr>
            <a:spLocks noGrp="1"/>
          </p:cNvSpPr>
          <p:nvPr>
            <p:ph type="pic" sz="quarter" idx="70"/>
          </p:nvPr>
        </p:nvSpPr>
        <p:spPr>
          <a:xfrm>
            <a:off x="3573593" y="3153354"/>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2" name="Picture Placeholder 3">
            <a:extLst>
              <a:ext uri="{FF2B5EF4-FFF2-40B4-BE49-F238E27FC236}">
                <a16:creationId xmlns:a16="http://schemas.microsoft.com/office/drawing/2014/main" id="{DC8D87A0-3C79-C546-A435-B78B1F5D3A4F}"/>
              </a:ext>
            </a:extLst>
          </p:cNvPr>
          <p:cNvSpPr>
            <a:spLocks noGrp="1"/>
          </p:cNvSpPr>
          <p:nvPr>
            <p:ph type="pic" sz="quarter" idx="71"/>
          </p:nvPr>
        </p:nvSpPr>
        <p:spPr>
          <a:xfrm>
            <a:off x="3573593" y="377150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3" name="Picture Placeholder 3">
            <a:extLst>
              <a:ext uri="{FF2B5EF4-FFF2-40B4-BE49-F238E27FC236}">
                <a16:creationId xmlns:a16="http://schemas.microsoft.com/office/drawing/2014/main" id="{A02C95F8-AB0D-6943-BE11-975298CD5587}"/>
              </a:ext>
            </a:extLst>
          </p:cNvPr>
          <p:cNvSpPr>
            <a:spLocks noGrp="1"/>
          </p:cNvSpPr>
          <p:nvPr>
            <p:ph type="pic" sz="quarter" idx="72"/>
          </p:nvPr>
        </p:nvSpPr>
        <p:spPr>
          <a:xfrm>
            <a:off x="3573593" y="4389663"/>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4" name="Picture Placeholder 3">
            <a:extLst>
              <a:ext uri="{FF2B5EF4-FFF2-40B4-BE49-F238E27FC236}">
                <a16:creationId xmlns:a16="http://schemas.microsoft.com/office/drawing/2014/main" id="{7F865E1B-0FE7-0D46-BDD2-A9C595992E87}"/>
              </a:ext>
            </a:extLst>
          </p:cNvPr>
          <p:cNvSpPr>
            <a:spLocks noGrp="1"/>
          </p:cNvSpPr>
          <p:nvPr>
            <p:ph type="pic" sz="quarter" idx="73"/>
          </p:nvPr>
        </p:nvSpPr>
        <p:spPr>
          <a:xfrm>
            <a:off x="3573593" y="5007818"/>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5" name="Picture Placeholder 3">
            <a:extLst>
              <a:ext uri="{FF2B5EF4-FFF2-40B4-BE49-F238E27FC236}">
                <a16:creationId xmlns:a16="http://schemas.microsoft.com/office/drawing/2014/main" id="{445B5578-E099-1041-967A-4DC54DB24B51}"/>
              </a:ext>
            </a:extLst>
          </p:cNvPr>
          <p:cNvSpPr>
            <a:spLocks noGrp="1"/>
          </p:cNvSpPr>
          <p:nvPr>
            <p:ph type="pic" sz="quarter" idx="74"/>
          </p:nvPr>
        </p:nvSpPr>
        <p:spPr>
          <a:xfrm>
            <a:off x="3573591" y="5625970"/>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6" name="Text Placeholder 7">
            <a:extLst>
              <a:ext uri="{FF2B5EF4-FFF2-40B4-BE49-F238E27FC236}">
                <a16:creationId xmlns:a16="http://schemas.microsoft.com/office/drawing/2014/main" id="{211687FD-DB71-0342-A587-F03CA82E1912}"/>
              </a:ext>
            </a:extLst>
          </p:cNvPr>
          <p:cNvSpPr>
            <a:spLocks noGrp="1"/>
          </p:cNvSpPr>
          <p:nvPr>
            <p:ph type="body" sz="quarter" idx="75" hasCustomPrompt="1"/>
          </p:nvPr>
        </p:nvSpPr>
        <p:spPr>
          <a:xfrm>
            <a:off x="4111853" y="1967221"/>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7" name="Text Placeholder 7">
            <a:extLst>
              <a:ext uri="{FF2B5EF4-FFF2-40B4-BE49-F238E27FC236}">
                <a16:creationId xmlns:a16="http://schemas.microsoft.com/office/drawing/2014/main" id="{C6266F2D-D76E-4B44-93DD-A34796AC023B}"/>
              </a:ext>
            </a:extLst>
          </p:cNvPr>
          <p:cNvSpPr>
            <a:spLocks noGrp="1"/>
          </p:cNvSpPr>
          <p:nvPr>
            <p:ph type="body" sz="quarter" idx="76" hasCustomPrompt="1"/>
          </p:nvPr>
        </p:nvSpPr>
        <p:spPr>
          <a:xfrm>
            <a:off x="4111853" y="2584612"/>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8" name="Text Placeholder 7">
            <a:extLst>
              <a:ext uri="{FF2B5EF4-FFF2-40B4-BE49-F238E27FC236}">
                <a16:creationId xmlns:a16="http://schemas.microsoft.com/office/drawing/2014/main" id="{EED47149-409B-B14D-8718-6D51AE3D3AB5}"/>
              </a:ext>
            </a:extLst>
          </p:cNvPr>
          <p:cNvSpPr>
            <a:spLocks noGrp="1"/>
          </p:cNvSpPr>
          <p:nvPr>
            <p:ph type="body" sz="quarter" idx="77" hasCustomPrompt="1"/>
          </p:nvPr>
        </p:nvSpPr>
        <p:spPr>
          <a:xfrm>
            <a:off x="4111853" y="320200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9" name="Text Placeholder 7">
            <a:extLst>
              <a:ext uri="{FF2B5EF4-FFF2-40B4-BE49-F238E27FC236}">
                <a16:creationId xmlns:a16="http://schemas.microsoft.com/office/drawing/2014/main" id="{4E84D3C7-B3A4-CC48-9855-4938E4E118AD}"/>
              </a:ext>
            </a:extLst>
          </p:cNvPr>
          <p:cNvSpPr>
            <a:spLocks noGrp="1"/>
          </p:cNvSpPr>
          <p:nvPr>
            <p:ph type="body" sz="quarter" idx="78" hasCustomPrompt="1"/>
          </p:nvPr>
        </p:nvSpPr>
        <p:spPr>
          <a:xfrm>
            <a:off x="4111853" y="381939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0" name="Text Placeholder 7">
            <a:extLst>
              <a:ext uri="{FF2B5EF4-FFF2-40B4-BE49-F238E27FC236}">
                <a16:creationId xmlns:a16="http://schemas.microsoft.com/office/drawing/2014/main" id="{DC0C48EA-7A34-944B-8132-DF37F09318AE}"/>
              </a:ext>
            </a:extLst>
          </p:cNvPr>
          <p:cNvSpPr>
            <a:spLocks noGrp="1"/>
          </p:cNvSpPr>
          <p:nvPr>
            <p:ph type="body" sz="quarter" idx="79" hasCustomPrompt="1"/>
          </p:nvPr>
        </p:nvSpPr>
        <p:spPr>
          <a:xfrm>
            <a:off x="4111853" y="4436784"/>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1" name="Text Placeholder 7">
            <a:extLst>
              <a:ext uri="{FF2B5EF4-FFF2-40B4-BE49-F238E27FC236}">
                <a16:creationId xmlns:a16="http://schemas.microsoft.com/office/drawing/2014/main" id="{7ACADDD2-9A10-6942-8259-473273FBB069}"/>
              </a:ext>
            </a:extLst>
          </p:cNvPr>
          <p:cNvSpPr>
            <a:spLocks noGrp="1"/>
          </p:cNvSpPr>
          <p:nvPr>
            <p:ph type="body" sz="quarter" idx="80" hasCustomPrompt="1"/>
          </p:nvPr>
        </p:nvSpPr>
        <p:spPr>
          <a:xfrm>
            <a:off x="4111853" y="5054175"/>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2" name="Text Placeholder 7">
            <a:extLst>
              <a:ext uri="{FF2B5EF4-FFF2-40B4-BE49-F238E27FC236}">
                <a16:creationId xmlns:a16="http://schemas.microsoft.com/office/drawing/2014/main" id="{B7475A50-9DE6-6F44-B7FA-C3C7928FF283}"/>
              </a:ext>
            </a:extLst>
          </p:cNvPr>
          <p:cNvSpPr>
            <a:spLocks noGrp="1"/>
          </p:cNvSpPr>
          <p:nvPr>
            <p:ph type="body" sz="quarter" idx="81" hasCustomPrompt="1"/>
          </p:nvPr>
        </p:nvSpPr>
        <p:spPr>
          <a:xfrm>
            <a:off x="4111853" y="567156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4" name="Text Placeholder 6">
            <a:extLst>
              <a:ext uri="{FF2B5EF4-FFF2-40B4-BE49-F238E27FC236}">
                <a16:creationId xmlns:a16="http://schemas.microsoft.com/office/drawing/2014/main" id="{58C553A7-8A31-870C-101B-0A204C3890FC}"/>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65" name="Text Placeholder 2">
            <a:extLst>
              <a:ext uri="{FF2B5EF4-FFF2-40B4-BE49-F238E27FC236}">
                <a16:creationId xmlns:a16="http://schemas.microsoft.com/office/drawing/2014/main" id="{7469A137-485B-5AAB-AAF4-554238BF1365}"/>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9881083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Org chart 2">
    <p:bg>
      <p:bgPr>
        <a:solidFill>
          <a:schemeClr val="bg2"/>
        </a:solidFill>
        <a:effectLst/>
      </p:bgPr>
    </p:bg>
    <p:spTree>
      <p:nvGrpSpPr>
        <p:cNvPr id="1" name=""/>
        <p:cNvGrpSpPr/>
        <p:nvPr/>
      </p:nvGrpSpPr>
      <p:grpSpPr>
        <a:xfrm>
          <a:off x="0" y="0"/>
          <a:ext cx="0" cy="0"/>
          <a:chOff x="0" y="0"/>
          <a:chExt cx="0" cy="0"/>
        </a:xfrm>
      </p:grpSpPr>
      <p:sp>
        <p:nvSpPr>
          <p:cNvPr id="76" name="Text Placeholder 7">
            <a:extLst>
              <a:ext uri="{FF2B5EF4-FFF2-40B4-BE49-F238E27FC236}">
                <a16:creationId xmlns:a16="http://schemas.microsoft.com/office/drawing/2014/main" id="{E17737D0-FC6B-7145-AB20-DD008328E7AF}"/>
              </a:ext>
            </a:extLst>
          </p:cNvPr>
          <p:cNvSpPr>
            <a:spLocks noGrp="1"/>
          </p:cNvSpPr>
          <p:nvPr>
            <p:ph type="body" sz="quarter" idx="21" hasCustomPrompt="1"/>
          </p:nvPr>
        </p:nvSpPr>
        <p:spPr>
          <a:xfrm>
            <a:off x="614635" y="1171748"/>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8" name="Picture Placeholder 3">
            <a:extLst>
              <a:ext uri="{FF2B5EF4-FFF2-40B4-BE49-F238E27FC236}">
                <a16:creationId xmlns:a16="http://schemas.microsoft.com/office/drawing/2014/main" id="{A7181BD4-D32F-9345-AF80-E1B50A790230}"/>
              </a:ext>
            </a:extLst>
          </p:cNvPr>
          <p:cNvSpPr>
            <a:spLocks noGrp="1"/>
          </p:cNvSpPr>
          <p:nvPr>
            <p:ph type="pic" sz="quarter" idx="23"/>
          </p:nvPr>
        </p:nvSpPr>
        <p:spPr>
          <a:xfrm>
            <a:off x="724227" y="1578211"/>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79" name="Picture Placeholder 3">
            <a:extLst>
              <a:ext uri="{FF2B5EF4-FFF2-40B4-BE49-F238E27FC236}">
                <a16:creationId xmlns:a16="http://schemas.microsoft.com/office/drawing/2014/main" id="{8B41B35C-4335-694B-BF5C-EFF21B146926}"/>
              </a:ext>
            </a:extLst>
          </p:cNvPr>
          <p:cNvSpPr>
            <a:spLocks noGrp="1"/>
          </p:cNvSpPr>
          <p:nvPr>
            <p:ph type="pic" sz="quarter" idx="24"/>
          </p:nvPr>
        </p:nvSpPr>
        <p:spPr>
          <a:xfrm>
            <a:off x="724227" y="216610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0" name="Picture Placeholder 3">
            <a:extLst>
              <a:ext uri="{FF2B5EF4-FFF2-40B4-BE49-F238E27FC236}">
                <a16:creationId xmlns:a16="http://schemas.microsoft.com/office/drawing/2014/main" id="{866CFDD6-B03C-D145-9DE2-DE5127549723}"/>
              </a:ext>
            </a:extLst>
          </p:cNvPr>
          <p:cNvSpPr>
            <a:spLocks noGrp="1"/>
          </p:cNvSpPr>
          <p:nvPr>
            <p:ph type="pic" sz="quarter" idx="25"/>
          </p:nvPr>
        </p:nvSpPr>
        <p:spPr>
          <a:xfrm>
            <a:off x="724227" y="2754000"/>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1" name="Picture Placeholder 3">
            <a:extLst>
              <a:ext uri="{FF2B5EF4-FFF2-40B4-BE49-F238E27FC236}">
                <a16:creationId xmlns:a16="http://schemas.microsoft.com/office/drawing/2014/main" id="{7E9D6FF4-058B-8046-ABE9-38E11FFC6001}"/>
              </a:ext>
            </a:extLst>
          </p:cNvPr>
          <p:cNvSpPr>
            <a:spLocks noGrp="1"/>
          </p:cNvSpPr>
          <p:nvPr>
            <p:ph type="pic" sz="quarter" idx="26"/>
          </p:nvPr>
        </p:nvSpPr>
        <p:spPr>
          <a:xfrm>
            <a:off x="724227" y="334189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2" name="Picture Placeholder 3">
            <a:extLst>
              <a:ext uri="{FF2B5EF4-FFF2-40B4-BE49-F238E27FC236}">
                <a16:creationId xmlns:a16="http://schemas.microsoft.com/office/drawing/2014/main" id="{7D143D2C-F993-FD4D-A334-8C81C2918C4C}"/>
              </a:ext>
            </a:extLst>
          </p:cNvPr>
          <p:cNvSpPr>
            <a:spLocks noGrp="1"/>
          </p:cNvSpPr>
          <p:nvPr>
            <p:ph type="pic" sz="quarter" idx="27"/>
          </p:nvPr>
        </p:nvSpPr>
        <p:spPr>
          <a:xfrm>
            <a:off x="724227" y="392978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3" name="Picture Placeholder 3">
            <a:extLst>
              <a:ext uri="{FF2B5EF4-FFF2-40B4-BE49-F238E27FC236}">
                <a16:creationId xmlns:a16="http://schemas.microsoft.com/office/drawing/2014/main" id="{989569BD-3B1E-2F43-AD8E-12EEFDBDB542}"/>
              </a:ext>
            </a:extLst>
          </p:cNvPr>
          <p:cNvSpPr>
            <a:spLocks noGrp="1"/>
          </p:cNvSpPr>
          <p:nvPr>
            <p:ph type="pic" sz="quarter" idx="28"/>
          </p:nvPr>
        </p:nvSpPr>
        <p:spPr>
          <a:xfrm>
            <a:off x="724227" y="4517684"/>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4" name="Picture Placeholder 3">
            <a:extLst>
              <a:ext uri="{FF2B5EF4-FFF2-40B4-BE49-F238E27FC236}">
                <a16:creationId xmlns:a16="http://schemas.microsoft.com/office/drawing/2014/main" id="{BEB04B58-EE83-374A-AB3A-FD4D12C64DD5}"/>
              </a:ext>
            </a:extLst>
          </p:cNvPr>
          <p:cNvSpPr>
            <a:spLocks noGrp="1"/>
          </p:cNvSpPr>
          <p:nvPr>
            <p:ph type="pic" sz="quarter" idx="29"/>
          </p:nvPr>
        </p:nvSpPr>
        <p:spPr>
          <a:xfrm>
            <a:off x="724224" y="510557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5" name="Text Placeholder 7">
            <a:extLst>
              <a:ext uri="{FF2B5EF4-FFF2-40B4-BE49-F238E27FC236}">
                <a16:creationId xmlns:a16="http://schemas.microsoft.com/office/drawing/2014/main" id="{8AAC0B54-C96C-C441-8863-1932E37ACBAD}"/>
              </a:ext>
            </a:extLst>
          </p:cNvPr>
          <p:cNvSpPr>
            <a:spLocks noGrp="1"/>
          </p:cNvSpPr>
          <p:nvPr>
            <p:ph type="body" sz="quarter" idx="30" hasCustomPrompt="1"/>
          </p:nvPr>
        </p:nvSpPr>
        <p:spPr>
          <a:xfrm>
            <a:off x="1235089" y="16009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6" name="Text Placeholder 7">
            <a:extLst>
              <a:ext uri="{FF2B5EF4-FFF2-40B4-BE49-F238E27FC236}">
                <a16:creationId xmlns:a16="http://schemas.microsoft.com/office/drawing/2014/main" id="{0F089C13-C00D-1746-A5D0-6C1948F1A73E}"/>
              </a:ext>
            </a:extLst>
          </p:cNvPr>
          <p:cNvSpPr>
            <a:spLocks noGrp="1"/>
          </p:cNvSpPr>
          <p:nvPr>
            <p:ph type="body" sz="quarter" idx="31" hasCustomPrompt="1"/>
          </p:nvPr>
        </p:nvSpPr>
        <p:spPr>
          <a:xfrm>
            <a:off x="1235089" y="21882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7" name="Text Placeholder 7">
            <a:extLst>
              <a:ext uri="{FF2B5EF4-FFF2-40B4-BE49-F238E27FC236}">
                <a16:creationId xmlns:a16="http://schemas.microsoft.com/office/drawing/2014/main" id="{3AB30254-5518-6C40-BF50-3E9FAE4EDF85}"/>
              </a:ext>
            </a:extLst>
          </p:cNvPr>
          <p:cNvSpPr>
            <a:spLocks noGrp="1"/>
          </p:cNvSpPr>
          <p:nvPr>
            <p:ph type="body" sz="quarter" idx="32" hasCustomPrompt="1"/>
          </p:nvPr>
        </p:nvSpPr>
        <p:spPr>
          <a:xfrm>
            <a:off x="1235089" y="277546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8" name="Text Placeholder 7">
            <a:extLst>
              <a:ext uri="{FF2B5EF4-FFF2-40B4-BE49-F238E27FC236}">
                <a16:creationId xmlns:a16="http://schemas.microsoft.com/office/drawing/2014/main" id="{0811A6CF-DD21-8D4C-9C08-8AF894110913}"/>
              </a:ext>
            </a:extLst>
          </p:cNvPr>
          <p:cNvSpPr>
            <a:spLocks noGrp="1"/>
          </p:cNvSpPr>
          <p:nvPr>
            <p:ph type="body" sz="quarter" idx="33" hasCustomPrompt="1"/>
          </p:nvPr>
        </p:nvSpPr>
        <p:spPr>
          <a:xfrm>
            <a:off x="1235089" y="336270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9" name="Text Placeholder 7">
            <a:extLst>
              <a:ext uri="{FF2B5EF4-FFF2-40B4-BE49-F238E27FC236}">
                <a16:creationId xmlns:a16="http://schemas.microsoft.com/office/drawing/2014/main" id="{D21AD92C-4C78-7443-BE76-29C48973EDB2}"/>
              </a:ext>
            </a:extLst>
          </p:cNvPr>
          <p:cNvSpPr>
            <a:spLocks noGrp="1"/>
          </p:cNvSpPr>
          <p:nvPr>
            <p:ph type="body" sz="quarter" idx="34" hasCustomPrompt="1"/>
          </p:nvPr>
        </p:nvSpPr>
        <p:spPr>
          <a:xfrm>
            <a:off x="1235089" y="394994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0" name="Text Placeholder 7">
            <a:extLst>
              <a:ext uri="{FF2B5EF4-FFF2-40B4-BE49-F238E27FC236}">
                <a16:creationId xmlns:a16="http://schemas.microsoft.com/office/drawing/2014/main" id="{C2B48CD5-A321-6E4E-A37C-2F205EF929FB}"/>
              </a:ext>
            </a:extLst>
          </p:cNvPr>
          <p:cNvSpPr>
            <a:spLocks noGrp="1"/>
          </p:cNvSpPr>
          <p:nvPr>
            <p:ph type="body" sz="quarter" idx="35" hasCustomPrompt="1"/>
          </p:nvPr>
        </p:nvSpPr>
        <p:spPr>
          <a:xfrm>
            <a:off x="1235089" y="45371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1" name="Text Placeholder 7">
            <a:extLst>
              <a:ext uri="{FF2B5EF4-FFF2-40B4-BE49-F238E27FC236}">
                <a16:creationId xmlns:a16="http://schemas.microsoft.com/office/drawing/2014/main" id="{D1F05418-8D4D-C748-A3F2-A4480B3CD983}"/>
              </a:ext>
            </a:extLst>
          </p:cNvPr>
          <p:cNvSpPr>
            <a:spLocks noGrp="1"/>
          </p:cNvSpPr>
          <p:nvPr>
            <p:ph type="body" sz="quarter" idx="36" hasCustomPrompt="1"/>
          </p:nvPr>
        </p:nvSpPr>
        <p:spPr>
          <a:xfrm>
            <a:off x="1235089" y="51244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8" name="Text Placeholder 7">
            <a:extLst>
              <a:ext uri="{FF2B5EF4-FFF2-40B4-BE49-F238E27FC236}">
                <a16:creationId xmlns:a16="http://schemas.microsoft.com/office/drawing/2014/main" id="{F7397E79-89BD-7149-B996-8FADDB83B5EC}"/>
              </a:ext>
            </a:extLst>
          </p:cNvPr>
          <p:cNvSpPr>
            <a:spLocks noGrp="1"/>
          </p:cNvSpPr>
          <p:nvPr>
            <p:ph type="body" sz="quarter" idx="37" hasCustomPrompt="1"/>
          </p:nvPr>
        </p:nvSpPr>
        <p:spPr>
          <a:xfrm>
            <a:off x="9203831" y="1171748"/>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9" name="Picture Placeholder 3">
            <a:extLst>
              <a:ext uri="{FF2B5EF4-FFF2-40B4-BE49-F238E27FC236}">
                <a16:creationId xmlns:a16="http://schemas.microsoft.com/office/drawing/2014/main" id="{65977F0B-74CE-E44C-93B2-249490598A1B}"/>
              </a:ext>
            </a:extLst>
          </p:cNvPr>
          <p:cNvSpPr>
            <a:spLocks noGrp="1"/>
          </p:cNvSpPr>
          <p:nvPr>
            <p:ph type="pic" sz="quarter" idx="38"/>
          </p:nvPr>
        </p:nvSpPr>
        <p:spPr>
          <a:xfrm>
            <a:off x="9313421" y="1578211"/>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0" name="Picture Placeholder 3">
            <a:extLst>
              <a:ext uri="{FF2B5EF4-FFF2-40B4-BE49-F238E27FC236}">
                <a16:creationId xmlns:a16="http://schemas.microsoft.com/office/drawing/2014/main" id="{219BB1E5-9F99-5143-A2D1-EABF082DCA12}"/>
              </a:ext>
            </a:extLst>
          </p:cNvPr>
          <p:cNvSpPr>
            <a:spLocks noGrp="1"/>
          </p:cNvSpPr>
          <p:nvPr>
            <p:ph type="pic" sz="quarter" idx="39"/>
          </p:nvPr>
        </p:nvSpPr>
        <p:spPr>
          <a:xfrm>
            <a:off x="9313421" y="216610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1" name="Picture Placeholder 3">
            <a:extLst>
              <a:ext uri="{FF2B5EF4-FFF2-40B4-BE49-F238E27FC236}">
                <a16:creationId xmlns:a16="http://schemas.microsoft.com/office/drawing/2014/main" id="{916A17DF-2388-4B4F-9CF8-7379304305A8}"/>
              </a:ext>
            </a:extLst>
          </p:cNvPr>
          <p:cNvSpPr>
            <a:spLocks noGrp="1"/>
          </p:cNvSpPr>
          <p:nvPr>
            <p:ph type="pic" sz="quarter" idx="40"/>
          </p:nvPr>
        </p:nvSpPr>
        <p:spPr>
          <a:xfrm>
            <a:off x="9313421" y="2754000"/>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2" name="Picture Placeholder 3">
            <a:extLst>
              <a:ext uri="{FF2B5EF4-FFF2-40B4-BE49-F238E27FC236}">
                <a16:creationId xmlns:a16="http://schemas.microsoft.com/office/drawing/2014/main" id="{DC933AF6-FC67-8444-94EE-A70793FE14EC}"/>
              </a:ext>
            </a:extLst>
          </p:cNvPr>
          <p:cNvSpPr>
            <a:spLocks noGrp="1"/>
          </p:cNvSpPr>
          <p:nvPr>
            <p:ph type="pic" sz="quarter" idx="41"/>
          </p:nvPr>
        </p:nvSpPr>
        <p:spPr>
          <a:xfrm>
            <a:off x="9313421" y="334189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3" name="Picture Placeholder 3">
            <a:extLst>
              <a:ext uri="{FF2B5EF4-FFF2-40B4-BE49-F238E27FC236}">
                <a16:creationId xmlns:a16="http://schemas.microsoft.com/office/drawing/2014/main" id="{CB399D5E-7F31-A24F-A1DE-A37A559BF962}"/>
              </a:ext>
            </a:extLst>
          </p:cNvPr>
          <p:cNvSpPr>
            <a:spLocks noGrp="1"/>
          </p:cNvSpPr>
          <p:nvPr>
            <p:ph type="pic" sz="quarter" idx="42"/>
          </p:nvPr>
        </p:nvSpPr>
        <p:spPr>
          <a:xfrm>
            <a:off x="9313421" y="392978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4" name="Picture Placeholder 3">
            <a:extLst>
              <a:ext uri="{FF2B5EF4-FFF2-40B4-BE49-F238E27FC236}">
                <a16:creationId xmlns:a16="http://schemas.microsoft.com/office/drawing/2014/main" id="{B965FBBE-9194-2143-8B08-05E031CD6DBF}"/>
              </a:ext>
            </a:extLst>
          </p:cNvPr>
          <p:cNvSpPr>
            <a:spLocks noGrp="1"/>
          </p:cNvSpPr>
          <p:nvPr>
            <p:ph type="pic" sz="quarter" idx="43"/>
          </p:nvPr>
        </p:nvSpPr>
        <p:spPr>
          <a:xfrm>
            <a:off x="9313421" y="4517684"/>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5" name="Picture Placeholder 3">
            <a:extLst>
              <a:ext uri="{FF2B5EF4-FFF2-40B4-BE49-F238E27FC236}">
                <a16:creationId xmlns:a16="http://schemas.microsoft.com/office/drawing/2014/main" id="{49F35041-77CA-1848-B269-74C604CA7E40}"/>
              </a:ext>
            </a:extLst>
          </p:cNvPr>
          <p:cNvSpPr>
            <a:spLocks noGrp="1"/>
          </p:cNvSpPr>
          <p:nvPr>
            <p:ph type="pic" sz="quarter" idx="44"/>
          </p:nvPr>
        </p:nvSpPr>
        <p:spPr>
          <a:xfrm>
            <a:off x="9313421" y="510557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6" name="Text Placeholder 7">
            <a:extLst>
              <a:ext uri="{FF2B5EF4-FFF2-40B4-BE49-F238E27FC236}">
                <a16:creationId xmlns:a16="http://schemas.microsoft.com/office/drawing/2014/main" id="{7523ABB3-75D2-EB4B-8C6E-3820D8F4D52B}"/>
              </a:ext>
            </a:extLst>
          </p:cNvPr>
          <p:cNvSpPr>
            <a:spLocks noGrp="1"/>
          </p:cNvSpPr>
          <p:nvPr>
            <p:ph type="body" sz="quarter" idx="45" hasCustomPrompt="1"/>
          </p:nvPr>
        </p:nvSpPr>
        <p:spPr>
          <a:xfrm>
            <a:off x="9824285" y="16009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7" name="Text Placeholder 7">
            <a:extLst>
              <a:ext uri="{FF2B5EF4-FFF2-40B4-BE49-F238E27FC236}">
                <a16:creationId xmlns:a16="http://schemas.microsoft.com/office/drawing/2014/main" id="{31960E30-9C67-F74E-B253-1DE44672EE81}"/>
              </a:ext>
            </a:extLst>
          </p:cNvPr>
          <p:cNvSpPr>
            <a:spLocks noGrp="1"/>
          </p:cNvSpPr>
          <p:nvPr>
            <p:ph type="body" sz="quarter" idx="46" hasCustomPrompt="1"/>
          </p:nvPr>
        </p:nvSpPr>
        <p:spPr>
          <a:xfrm>
            <a:off x="9824285" y="21882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8" name="Text Placeholder 7">
            <a:extLst>
              <a:ext uri="{FF2B5EF4-FFF2-40B4-BE49-F238E27FC236}">
                <a16:creationId xmlns:a16="http://schemas.microsoft.com/office/drawing/2014/main" id="{D198513C-EECB-854A-B6A3-42BC9E6FB8C4}"/>
              </a:ext>
            </a:extLst>
          </p:cNvPr>
          <p:cNvSpPr>
            <a:spLocks noGrp="1"/>
          </p:cNvSpPr>
          <p:nvPr>
            <p:ph type="body" sz="quarter" idx="47" hasCustomPrompt="1"/>
          </p:nvPr>
        </p:nvSpPr>
        <p:spPr>
          <a:xfrm>
            <a:off x="9824285" y="277546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9" name="Text Placeholder 7">
            <a:extLst>
              <a:ext uri="{FF2B5EF4-FFF2-40B4-BE49-F238E27FC236}">
                <a16:creationId xmlns:a16="http://schemas.microsoft.com/office/drawing/2014/main" id="{D7710000-DF90-134E-97A1-21653758D218}"/>
              </a:ext>
            </a:extLst>
          </p:cNvPr>
          <p:cNvSpPr>
            <a:spLocks noGrp="1"/>
          </p:cNvSpPr>
          <p:nvPr>
            <p:ph type="body" sz="quarter" idx="48" hasCustomPrompt="1"/>
          </p:nvPr>
        </p:nvSpPr>
        <p:spPr>
          <a:xfrm>
            <a:off x="9824285" y="336270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0" name="Text Placeholder 7">
            <a:extLst>
              <a:ext uri="{FF2B5EF4-FFF2-40B4-BE49-F238E27FC236}">
                <a16:creationId xmlns:a16="http://schemas.microsoft.com/office/drawing/2014/main" id="{22BB9ACD-30E4-4842-B8B6-F65E21604C23}"/>
              </a:ext>
            </a:extLst>
          </p:cNvPr>
          <p:cNvSpPr>
            <a:spLocks noGrp="1"/>
          </p:cNvSpPr>
          <p:nvPr>
            <p:ph type="body" sz="quarter" idx="49" hasCustomPrompt="1"/>
          </p:nvPr>
        </p:nvSpPr>
        <p:spPr>
          <a:xfrm>
            <a:off x="9824285" y="394994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1" name="Text Placeholder 7">
            <a:extLst>
              <a:ext uri="{FF2B5EF4-FFF2-40B4-BE49-F238E27FC236}">
                <a16:creationId xmlns:a16="http://schemas.microsoft.com/office/drawing/2014/main" id="{F1A7767C-FCA9-9742-8B5C-0539AFAAB5B0}"/>
              </a:ext>
            </a:extLst>
          </p:cNvPr>
          <p:cNvSpPr>
            <a:spLocks noGrp="1"/>
          </p:cNvSpPr>
          <p:nvPr>
            <p:ph type="body" sz="quarter" idx="50" hasCustomPrompt="1"/>
          </p:nvPr>
        </p:nvSpPr>
        <p:spPr>
          <a:xfrm>
            <a:off x="9824285" y="45371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2" name="Text Placeholder 7">
            <a:extLst>
              <a:ext uri="{FF2B5EF4-FFF2-40B4-BE49-F238E27FC236}">
                <a16:creationId xmlns:a16="http://schemas.microsoft.com/office/drawing/2014/main" id="{C3DF1340-33D8-624D-A201-67A4FB45E295}"/>
              </a:ext>
            </a:extLst>
          </p:cNvPr>
          <p:cNvSpPr>
            <a:spLocks noGrp="1"/>
          </p:cNvSpPr>
          <p:nvPr>
            <p:ph type="body" sz="quarter" idx="51" hasCustomPrompt="1"/>
          </p:nvPr>
        </p:nvSpPr>
        <p:spPr>
          <a:xfrm>
            <a:off x="9824285" y="51244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3" name="Text Placeholder 7">
            <a:extLst>
              <a:ext uri="{FF2B5EF4-FFF2-40B4-BE49-F238E27FC236}">
                <a16:creationId xmlns:a16="http://schemas.microsoft.com/office/drawing/2014/main" id="{9A8C8EBC-B967-3441-9C50-E663A1873548}"/>
              </a:ext>
            </a:extLst>
          </p:cNvPr>
          <p:cNvSpPr>
            <a:spLocks noGrp="1"/>
          </p:cNvSpPr>
          <p:nvPr>
            <p:ph type="body" sz="quarter" idx="52" hasCustomPrompt="1"/>
          </p:nvPr>
        </p:nvSpPr>
        <p:spPr>
          <a:xfrm>
            <a:off x="6340767" y="1171748"/>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4" name="Picture Placeholder 3">
            <a:extLst>
              <a:ext uri="{FF2B5EF4-FFF2-40B4-BE49-F238E27FC236}">
                <a16:creationId xmlns:a16="http://schemas.microsoft.com/office/drawing/2014/main" id="{85D84EFE-A9F0-F949-8B06-B05A3CF9FC86}"/>
              </a:ext>
            </a:extLst>
          </p:cNvPr>
          <p:cNvSpPr>
            <a:spLocks noGrp="1"/>
          </p:cNvSpPr>
          <p:nvPr>
            <p:ph type="pic" sz="quarter" idx="53"/>
          </p:nvPr>
        </p:nvSpPr>
        <p:spPr>
          <a:xfrm>
            <a:off x="6450356" y="1578211"/>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5" name="Picture Placeholder 3">
            <a:extLst>
              <a:ext uri="{FF2B5EF4-FFF2-40B4-BE49-F238E27FC236}">
                <a16:creationId xmlns:a16="http://schemas.microsoft.com/office/drawing/2014/main" id="{8EFF426A-2289-1D42-9B4B-084B41BA8E48}"/>
              </a:ext>
            </a:extLst>
          </p:cNvPr>
          <p:cNvSpPr>
            <a:spLocks noGrp="1"/>
          </p:cNvSpPr>
          <p:nvPr>
            <p:ph type="pic" sz="quarter" idx="54"/>
          </p:nvPr>
        </p:nvSpPr>
        <p:spPr>
          <a:xfrm>
            <a:off x="6450356" y="216610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6" name="Picture Placeholder 3">
            <a:extLst>
              <a:ext uri="{FF2B5EF4-FFF2-40B4-BE49-F238E27FC236}">
                <a16:creationId xmlns:a16="http://schemas.microsoft.com/office/drawing/2014/main" id="{0A50ED24-F3A8-5A4B-9ABA-EE3E81B5D8D3}"/>
              </a:ext>
            </a:extLst>
          </p:cNvPr>
          <p:cNvSpPr>
            <a:spLocks noGrp="1"/>
          </p:cNvSpPr>
          <p:nvPr>
            <p:ph type="pic" sz="quarter" idx="55"/>
          </p:nvPr>
        </p:nvSpPr>
        <p:spPr>
          <a:xfrm>
            <a:off x="6450356" y="2754000"/>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7" name="Picture Placeholder 3">
            <a:extLst>
              <a:ext uri="{FF2B5EF4-FFF2-40B4-BE49-F238E27FC236}">
                <a16:creationId xmlns:a16="http://schemas.microsoft.com/office/drawing/2014/main" id="{86391241-E295-F04A-8D4F-B3CC3531A58C}"/>
              </a:ext>
            </a:extLst>
          </p:cNvPr>
          <p:cNvSpPr>
            <a:spLocks noGrp="1"/>
          </p:cNvSpPr>
          <p:nvPr>
            <p:ph type="pic" sz="quarter" idx="56"/>
          </p:nvPr>
        </p:nvSpPr>
        <p:spPr>
          <a:xfrm>
            <a:off x="6450356" y="334189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8" name="Picture Placeholder 3">
            <a:extLst>
              <a:ext uri="{FF2B5EF4-FFF2-40B4-BE49-F238E27FC236}">
                <a16:creationId xmlns:a16="http://schemas.microsoft.com/office/drawing/2014/main" id="{5800B324-271D-A144-994E-8EEC38FAD6E2}"/>
              </a:ext>
            </a:extLst>
          </p:cNvPr>
          <p:cNvSpPr>
            <a:spLocks noGrp="1"/>
          </p:cNvSpPr>
          <p:nvPr>
            <p:ph type="pic" sz="quarter" idx="57"/>
          </p:nvPr>
        </p:nvSpPr>
        <p:spPr>
          <a:xfrm>
            <a:off x="6450356" y="392978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9" name="Picture Placeholder 3">
            <a:extLst>
              <a:ext uri="{FF2B5EF4-FFF2-40B4-BE49-F238E27FC236}">
                <a16:creationId xmlns:a16="http://schemas.microsoft.com/office/drawing/2014/main" id="{2B710327-3253-2A41-8C63-5C40B8CE1260}"/>
              </a:ext>
            </a:extLst>
          </p:cNvPr>
          <p:cNvSpPr>
            <a:spLocks noGrp="1"/>
          </p:cNvSpPr>
          <p:nvPr>
            <p:ph type="pic" sz="quarter" idx="58"/>
          </p:nvPr>
        </p:nvSpPr>
        <p:spPr>
          <a:xfrm>
            <a:off x="6450356" y="4517684"/>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0" name="Picture Placeholder 3">
            <a:extLst>
              <a:ext uri="{FF2B5EF4-FFF2-40B4-BE49-F238E27FC236}">
                <a16:creationId xmlns:a16="http://schemas.microsoft.com/office/drawing/2014/main" id="{73578B84-B907-EE47-BD2B-152CC5042C2F}"/>
              </a:ext>
            </a:extLst>
          </p:cNvPr>
          <p:cNvSpPr>
            <a:spLocks noGrp="1"/>
          </p:cNvSpPr>
          <p:nvPr>
            <p:ph type="pic" sz="quarter" idx="59"/>
          </p:nvPr>
        </p:nvSpPr>
        <p:spPr>
          <a:xfrm>
            <a:off x="6450356" y="510557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1" name="Text Placeholder 7">
            <a:extLst>
              <a:ext uri="{FF2B5EF4-FFF2-40B4-BE49-F238E27FC236}">
                <a16:creationId xmlns:a16="http://schemas.microsoft.com/office/drawing/2014/main" id="{B19546DA-147A-E247-8549-A1603BB54EA3}"/>
              </a:ext>
            </a:extLst>
          </p:cNvPr>
          <p:cNvSpPr>
            <a:spLocks noGrp="1"/>
          </p:cNvSpPr>
          <p:nvPr>
            <p:ph type="body" sz="quarter" idx="60" hasCustomPrompt="1"/>
          </p:nvPr>
        </p:nvSpPr>
        <p:spPr>
          <a:xfrm>
            <a:off x="6961220" y="16009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2" name="Text Placeholder 7">
            <a:extLst>
              <a:ext uri="{FF2B5EF4-FFF2-40B4-BE49-F238E27FC236}">
                <a16:creationId xmlns:a16="http://schemas.microsoft.com/office/drawing/2014/main" id="{18BADDE2-0D41-7F49-94A6-68B4FC423185}"/>
              </a:ext>
            </a:extLst>
          </p:cNvPr>
          <p:cNvSpPr>
            <a:spLocks noGrp="1"/>
          </p:cNvSpPr>
          <p:nvPr>
            <p:ph type="body" sz="quarter" idx="61" hasCustomPrompt="1"/>
          </p:nvPr>
        </p:nvSpPr>
        <p:spPr>
          <a:xfrm>
            <a:off x="6961220" y="21882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3" name="Text Placeholder 7">
            <a:extLst>
              <a:ext uri="{FF2B5EF4-FFF2-40B4-BE49-F238E27FC236}">
                <a16:creationId xmlns:a16="http://schemas.microsoft.com/office/drawing/2014/main" id="{7E6CE366-201D-8B40-BA7D-4A11C575FF36}"/>
              </a:ext>
            </a:extLst>
          </p:cNvPr>
          <p:cNvSpPr>
            <a:spLocks noGrp="1"/>
          </p:cNvSpPr>
          <p:nvPr>
            <p:ph type="body" sz="quarter" idx="62" hasCustomPrompt="1"/>
          </p:nvPr>
        </p:nvSpPr>
        <p:spPr>
          <a:xfrm>
            <a:off x="6961220" y="277546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4" name="Text Placeholder 7">
            <a:extLst>
              <a:ext uri="{FF2B5EF4-FFF2-40B4-BE49-F238E27FC236}">
                <a16:creationId xmlns:a16="http://schemas.microsoft.com/office/drawing/2014/main" id="{465604B6-8FCF-4B40-8A9B-0F5C655A7EE7}"/>
              </a:ext>
            </a:extLst>
          </p:cNvPr>
          <p:cNvSpPr>
            <a:spLocks noGrp="1"/>
          </p:cNvSpPr>
          <p:nvPr>
            <p:ph type="body" sz="quarter" idx="63" hasCustomPrompt="1"/>
          </p:nvPr>
        </p:nvSpPr>
        <p:spPr>
          <a:xfrm>
            <a:off x="6961220" y="336270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5" name="Text Placeholder 7">
            <a:extLst>
              <a:ext uri="{FF2B5EF4-FFF2-40B4-BE49-F238E27FC236}">
                <a16:creationId xmlns:a16="http://schemas.microsoft.com/office/drawing/2014/main" id="{D608FA58-EAB0-4D46-9359-1EB2C7A651E9}"/>
              </a:ext>
            </a:extLst>
          </p:cNvPr>
          <p:cNvSpPr>
            <a:spLocks noGrp="1"/>
          </p:cNvSpPr>
          <p:nvPr>
            <p:ph type="body" sz="quarter" idx="64" hasCustomPrompt="1"/>
          </p:nvPr>
        </p:nvSpPr>
        <p:spPr>
          <a:xfrm>
            <a:off x="6961220" y="394994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6" name="Text Placeholder 7">
            <a:extLst>
              <a:ext uri="{FF2B5EF4-FFF2-40B4-BE49-F238E27FC236}">
                <a16:creationId xmlns:a16="http://schemas.microsoft.com/office/drawing/2014/main" id="{66A1D58A-319D-484B-B270-C19908CCE522}"/>
              </a:ext>
            </a:extLst>
          </p:cNvPr>
          <p:cNvSpPr>
            <a:spLocks noGrp="1"/>
          </p:cNvSpPr>
          <p:nvPr>
            <p:ph type="body" sz="quarter" idx="65" hasCustomPrompt="1"/>
          </p:nvPr>
        </p:nvSpPr>
        <p:spPr>
          <a:xfrm>
            <a:off x="6961220" y="45371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7" name="Text Placeholder 7">
            <a:extLst>
              <a:ext uri="{FF2B5EF4-FFF2-40B4-BE49-F238E27FC236}">
                <a16:creationId xmlns:a16="http://schemas.microsoft.com/office/drawing/2014/main" id="{445DAC0C-999B-824E-8AA3-C28ED112E896}"/>
              </a:ext>
            </a:extLst>
          </p:cNvPr>
          <p:cNvSpPr>
            <a:spLocks noGrp="1"/>
          </p:cNvSpPr>
          <p:nvPr>
            <p:ph type="body" sz="quarter" idx="66" hasCustomPrompt="1"/>
          </p:nvPr>
        </p:nvSpPr>
        <p:spPr>
          <a:xfrm>
            <a:off x="6961220" y="51244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8" name="Text Placeholder 7">
            <a:extLst>
              <a:ext uri="{FF2B5EF4-FFF2-40B4-BE49-F238E27FC236}">
                <a16:creationId xmlns:a16="http://schemas.microsoft.com/office/drawing/2014/main" id="{3EE18008-A4F6-524A-9AF5-F1EA61E66A83}"/>
              </a:ext>
            </a:extLst>
          </p:cNvPr>
          <p:cNvSpPr>
            <a:spLocks noGrp="1"/>
          </p:cNvSpPr>
          <p:nvPr>
            <p:ph type="body" sz="quarter" idx="67" hasCustomPrompt="1"/>
          </p:nvPr>
        </p:nvSpPr>
        <p:spPr>
          <a:xfrm>
            <a:off x="3491401" y="1171748"/>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9" name="Picture Placeholder 3">
            <a:extLst>
              <a:ext uri="{FF2B5EF4-FFF2-40B4-BE49-F238E27FC236}">
                <a16:creationId xmlns:a16="http://schemas.microsoft.com/office/drawing/2014/main" id="{C606DDCF-1093-3C40-9DA4-C8FA9DDF68A6}"/>
              </a:ext>
            </a:extLst>
          </p:cNvPr>
          <p:cNvSpPr>
            <a:spLocks noGrp="1"/>
          </p:cNvSpPr>
          <p:nvPr>
            <p:ph type="pic" sz="quarter" idx="68"/>
          </p:nvPr>
        </p:nvSpPr>
        <p:spPr>
          <a:xfrm>
            <a:off x="3600989" y="1578211"/>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0" name="Picture Placeholder 3">
            <a:extLst>
              <a:ext uri="{FF2B5EF4-FFF2-40B4-BE49-F238E27FC236}">
                <a16:creationId xmlns:a16="http://schemas.microsoft.com/office/drawing/2014/main" id="{7D435CA4-D726-254B-8C0D-14AABA90391A}"/>
              </a:ext>
            </a:extLst>
          </p:cNvPr>
          <p:cNvSpPr>
            <a:spLocks noGrp="1"/>
          </p:cNvSpPr>
          <p:nvPr>
            <p:ph type="pic" sz="quarter" idx="69"/>
          </p:nvPr>
        </p:nvSpPr>
        <p:spPr>
          <a:xfrm>
            <a:off x="3600989" y="216610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1" name="Picture Placeholder 3">
            <a:extLst>
              <a:ext uri="{FF2B5EF4-FFF2-40B4-BE49-F238E27FC236}">
                <a16:creationId xmlns:a16="http://schemas.microsoft.com/office/drawing/2014/main" id="{0BD6C709-0DC1-2C44-B6B5-6FF36E6A3BE5}"/>
              </a:ext>
            </a:extLst>
          </p:cNvPr>
          <p:cNvSpPr>
            <a:spLocks noGrp="1"/>
          </p:cNvSpPr>
          <p:nvPr>
            <p:ph type="pic" sz="quarter" idx="70"/>
          </p:nvPr>
        </p:nvSpPr>
        <p:spPr>
          <a:xfrm>
            <a:off x="3600989" y="2754000"/>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2" name="Picture Placeholder 3">
            <a:extLst>
              <a:ext uri="{FF2B5EF4-FFF2-40B4-BE49-F238E27FC236}">
                <a16:creationId xmlns:a16="http://schemas.microsoft.com/office/drawing/2014/main" id="{DC8D87A0-3C79-C546-A435-B78B1F5D3A4F}"/>
              </a:ext>
            </a:extLst>
          </p:cNvPr>
          <p:cNvSpPr>
            <a:spLocks noGrp="1"/>
          </p:cNvSpPr>
          <p:nvPr>
            <p:ph type="pic" sz="quarter" idx="71"/>
          </p:nvPr>
        </p:nvSpPr>
        <p:spPr>
          <a:xfrm>
            <a:off x="3600989" y="334189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3" name="Picture Placeholder 3">
            <a:extLst>
              <a:ext uri="{FF2B5EF4-FFF2-40B4-BE49-F238E27FC236}">
                <a16:creationId xmlns:a16="http://schemas.microsoft.com/office/drawing/2014/main" id="{A02C95F8-AB0D-6943-BE11-975298CD5587}"/>
              </a:ext>
            </a:extLst>
          </p:cNvPr>
          <p:cNvSpPr>
            <a:spLocks noGrp="1"/>
          </p:cNvSpPr>
          <p:nvPr>
            <p:ph type="pic" sz="quarter" idx="72"/>
          </p:nvPr>
        </p:nvSpPr>
        <p:spPr>
          <a:xfrm>
            <a:off x="3600989" y="392978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4" name="Picture Placeholder 3">
            <a:extLst>
              <a:ext uri="{FF2B5EF4-FFF2-40B4-BE49-F238E27FC236}">
                <a16:creationId xmlns:a16="http://schemas.microsoft.com/office/drawing/2014/main" id="{7F865E1B-0FE7-0D46-BDD2-A9C595992E87}"/>
              </a:ext>
            </a:extLst>
          </p:cNvPr>
          <p:cNvSpPr>
            <a:spLocks noGrp="1"/>
          </p:cNvSpPr>
          <p:nvPr>
            <p:ph type="pic" sz="quarter" idx="73"/>
          </p:nvPr>
        </p:nvSpPr>
        <p:spPr>
          <a:xfrm>
            <a:off x="3600989" y="4517684"/>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5" name="Picture Placeholder 3">
            <a:extLst>
              <a:ext uri="{FF2B5EF4-FFF2-40B4-BE49-F238E27FC236}">
                <a16:creationId xmlns:a16="http://schemas.microsoft.com/office/drawing/2014/main" id="{445B5578-E099-1041-967A-4DC54DB24B51}"/>
              </a:ext>
            </a:extLst>
          </p:cNvPr>
          <p:cNvSpPr>
            <a:spLocks noGrp="1"/>
          </p:cNvSpPr>
          <p:nvPr>
            <p:ph type="pic" sz="quarter" idx="74"/>
          </p:nvPr>
        </p:nvSpPr>
        <p:spPr>
          <a:xfrm>
            <a:off x="3600988" y="510557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6" name="Text Placeholder 7">
            <a:extLst>
              <a:ext uri="{FF2B5EF4-FFF2-40B4-BE49-F238E27FC236}">
                <a16:creationId xmlns:a16="http://schemas.microsoft.com/office/drawing/2014/main" id="{211687FD-DB71-0342-A587-F03CA82E1912}"/>
              </a:ext>
            </a:extLst>
          </p:cNvPr>
          <p:cNvSpPr>
            <a:spLocks noGrp="1"/>
          </p:cNvSpPr>
          <p:nvPr>
            <p:ph type="body" sz="quarter" idx="75" hasCustomPrompt="1"/>
          </p:nvPr>
        </p:nvSpPr>
        <p:spPr>
          <a:xfrm>
            <a:off x="4111853" y="16009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7" name="Text Placeholder 7">
            <a:extLst>
              <a:ext uri="{FF2B5EF4-FFF2-40B4-BE49-F238E27FC236}">
                <a16:creationId xmlns:a16="http://schemas.microsoft.com/office/drawing/2014/main" id="{C6266F2D-D76E-4B44-93DD-A34796AC023B}"/>
              </a:ext>
            </a:extLst>
          </p:cNvPr>
          <p:cNvSpPr>
            <a:spLocks noGrp="1"/>
          </p:cNvSpPr>
          <p:nvPr>
            <p:ph type="body" sz="quarter" idx="76" hasCustomPrompt="1"/>
          </p:nvPr>
        </p:nvSpPr>
        <p:spPr>
          <a:xfrm>
            <a:off x="4111853" y="21882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8" name="Text Placeholder 7">
            <a:extLst>
              <a:ext uri="{FF2B5EF4-FFF2-40B4-BE49-F238E27FC236}">
                <a16:creationId xmlns:a16="http://schemas.microsoft.com/office/drawing/2014/main" id="{EED47149-409B-B14D-8718-6D51AE3D3AB5}"/>
              </a:ext>
            </a:extLst>
          </p:cNvPr>
          <p:cNvSpPr>
            <a:spLocks noGrp="1"/>
          </p:cNvSpPr>
          <p:nvPr>
            <p:ph type="body" sz="quarter" idx="77" hasCustomPrompt="1"/>
          </p:nvPr>
        </p:nvSpPr>
        <p:spPr>
          <a:xfrm>
            <a:off x="4111853" y="277546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9" name="Text Placeholder 7">
            <a:extLst>
              <a:ext uri="{FF2B5EF4-FFF2-40B4-BE49-F238E27FC236}">
                <a16:creationId xmlns:a16="http://schemas.microsoft.com/office/drawing/2014/main" id="{4E84D3C7-B3A4-CC48-9855-4938E4E118AD}"/>
              </a:ext>
            </a:extLst>
          </p:cNvPr>
          <p:cNvSpPr>
            <a:spLocks noGrp="1"/>
          </p:cNvSpPr>
          <p:nvPr>
            <p:ph type="body" sz="quarter" idx="78" hasCustomPrompt="1"/>
          </p:nvPr>
        </p:nvSpPr>
        <p:spPr>
          <a:xfrm>
            <a:off x="4111853" y="336270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0" name="Text Placeholder 7">
            <a:extLst>
              <a:ext uri="{FF2B5EF4-FFF2-40B4-BE49-F238E27FC236}">
                <a16:creationId xmlns:a16="http://schemas.microsoft.com/office/drawing/2014/main" id="{DC0C48EA-7A34-944B-8132-DF37F09318AE}"/>
              </a:ext>
            </a:extLst>
          </p:cNvPr>
          <p:cNvSpPr>
            <a:spLocks noGrp="1"/>
          </p:cNvSpPr>
          <p:nvPr>
            <p:ph type="body" sz="quarter" idx="79" hasCustomPrompt="1"/>
          </p:nvPr>
        </p:nvSpPr>
        <p:spPr>
          <a:xfrm>
            <a:off x="4111853" y="394994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1" name="Text Placeholder 7">
            <a:extLst>
              <a:ext uri="{FF2B5EF4-FFF2-40B4-BE49-F238E27FC236}">
                <a16:creationId xmlns:a16="http://schemas.microsoft.com/office/drawing/2014/main" id="{7ACADDD2-9A10-6942-8259-473273FBB069}"/>
              </a:ext>
            </a:extLst>
          </p:cNvPr>
          <p:cNvSpPr>
            <a:spLocks noGrp="1"/>
          </p:cNvSpPr>
          <p:nvPr>
            <p:ph type="body" sz="quarter" idx="80" hasCustomPrompt="1"/>
          </p:nvPr>
        </p:nvSpPr>
        <p:spPr>
          <a:xfrm>
            <a:off x="4111853" y="45371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2" name="Text Placeholder 7">
            <a:extLst>
              <a:ext uri="{FF2B5EF4-FFF2-40B4-BE49-F238E27FC236}">
                <a16:creationId xmlns:a16="http://schemas.microsoft.com/office/drawing/2014/main" id="{B7475A50-9DE6-6F44-B7FA-C3C7928FF283}"/>
              </a:ext>
            </a:extLst>
          </p:cNvPr>
          <p:cNvSpPr>
            <a:spLocks noGrp="1"/>
          </p:cNvSpPr>
          <p:nvPr>
            <p:ph type="body" sz="quarter" idx="81" hasCustomPrompt="1"/>
          </p:nvPr>
        </p:nvSpPr>
        <p:spPr>
          <a:xfrm>
            <a:off x="4111853" y="51244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4" name="Picture Placeholder 3">
            <a:extLst>
              <a:ext uri="{FF2B5EF4-FFF2-40B4-BE49-F238E27FC236}">
                <a16:creationId xmlns:a16="http://schemas.microsoft.com/office/drawing/2014/main" id="{12FBBD29-DE96-1B40-80B4-0F0231B1AC5D}"/>
              </a:ext>
            </a:extLst>
          </p:cNvPr>
          <p:cNvSpPr>
            <a:spLocks noGrp="1"/>
          </p:cNvSpPr>
          <p:nvPr>
            <p:ph type="pic" sz="quarter" idx="82"/>
          </p:nvPr>
        </p:nvSpPr>
        <p:spPr>
          <a:xfrm>
            <a:off x="724224" y="5693473"/>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5" name="Text Placeholder 7">
            <a:extLst>
              <a:ext uri="{FF2B5EF4-FFF2-40B4-BE49-F238E27FC236}">
                <a16:creationId xmlns:a16="http://schemas.microsoft.com/office/drawing/2014/main" id="{39F508A9-3E93-DC43-B332-68A35B7D24FA}"/>
              </a:ext>
            </a:extLst>
          </p:cNvPr>
          <p:cNvSpPr>
            <a:spLocks noGrp="1"/>
          </p:cNvSpPr>
          <p:nvPr>
            <p:ph type="body" sz="quarter" idx="83" hasCustomPrompt="1"/>
          </p:nvPr>
        </p:nvSpPr>
        <p:spPr>
          <a:xfrm>
            <a:off x="1235089" y="5711668"/>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6" name="Picture Placeholder 3">
            <a:extLst>
              <a:ext uri="{FF2B5EF4-FFF2-40B4-BE49-F238E27FC236}">
                <a16:creationId xmlns:a16="http://schemas.microsoft.com/office/drawing/2014/main" id="{6840C14B-D589-C94B-B8F9-28CFE94FABCE}"/>
              </a:ext>
            </a:extLst>
          </p:cNvPr>
          <p:cNvSpPr>
            <a:spLocks noGrp="1"/>
          </p:cNvSpPr>
          <p:nvPr>
            <p:ph type="pic" sz="quarter" idx="84"/>
          </p:nvPr>
        </p:nvSpPr>
        <p:spPr>
          <a:xfrm>
            <a:off x="9313421" y="5693473"/>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7" name="Text Placeholder 7">
            <a:extLst>
              <a:ext uri="{FF2B5EF4-FFF2-40B4-BE49-F238E27FC236}">
                <a16:creationId xmlns:a16="http://schemas.microsoft.com/office/drawing/2014/main" id="{6F63A7A9-9CFA-0F4D-8695-447FE1CB25B8}"/>
              </a:ext>
            </a:extLst>
          </p:cNvPr>
          <p:cNvSpPr>
            <a:spLocks noGrp="1"/>
          </p:cNvSpPr>
          <p:nvPr>
            <p:ph type="body" sz="quarter" idx="85" hasCustomPrompt="1"/>
          </p:nvPr>
        </p:nvSpPr>
        <p:spPr>
          <a:xfrm>
            <a:off x="9824285" y="5711668"/>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8" name="Picture Placeholder 3">
            <a:extLst>
              <a:ext uri="{FF2B5EF4-FFF2-40B4-BE49-F238E27FC236}">
                <a16:creationId xmlns:a16="http://schemas.microsoft.com/office/drawing/2014/main" id="{39551C59-03A2-B642-967F-11FFE636352F}"/>
              </a:ext>
            </a:extLst>
          </p:cNvPr>
          <p:cNvSpPr>
            <a:spLocks noGrp="1"/>
          </p:cNvSpPr>
          <p:nvPr>
            <p:ph type="pic" sz="quarter" idx="86"/>
          </p:nvPr>
        </p:nvSpPr>
        <p:spPr>
          <a:xfrm>
            <a:off x="6450356" y="5693473"/>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9" name="Text Placeholder 7">
            <a:extLst>
              <a:ext uri="{FF2B5EF4-FFF2-40B4-BE49-F238E27FC236}">
                <a16:creationId xmlns:a16="http://schemas.microsoft.com/office/drawing/2014/main" id="{C02837D7-FC31-B34E-9191-971D6AEF1BA0}"/>
              </a:ext>
            </a:extLst>
          </p:cNvPr>
          <p:cNvSpPr>
            <a:spLocks noGrp="1"/>
          </p:cNvSpPr>
          <p:nvPr>
            <p:ph type="body" sz="quarter" idx="87" hasCustomPrompt="1"/>
          </p:nvPr>
        </p:nvSpPr>
        <p:spPr>
          <a:xfrm>
            <a:off x="6961220" y="5711668"/>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0" name="Picture Placeholder 3">
            <a:extLst>
              <a:ext uri="{FF2B5EF4-FFF2-40B4-BE49-F238E27FC236}">
                <a16:creationId xmlns:a16="http://schemas.microsoft.com/office/drawing/2014/main" id="{0A9A16C4-5950-FE46-8970-C4FE824F08F2}"/>
              </a:ext>
            </a:extLst>
          </p:cNvPr>
          <p:cNvSpPr>
            <a:spLocks noGrp="1"/>
          </p:cNvSpPr>
          <p:nvPr>
            <p:ph type="pic" sz="quarter" idx="88"/>
          </p:nvPr>
        </p:nvSpPr>
        <p:spPr>
          <a:xfrm>
            <a:off x="3600988" y="5693473"/>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71" name="Text Placeholder 7">
            <a:extLst>
              <a:ext uri="{FF2B5EF4-FFF2-40B4-BE49-F238E27FC236}">
                <a16:creationId xmlns:a16="http://schemas.microsoft.com/office/drawing/2014/main" id="{F0A4E703-0CB6-8D41-8B11-CDC79E494EEE}"/>
              </a:ext>
            </a:extLst>
          </p:cNvPr>
          <p:cNvSpPr>
            <a:spLocks noGrp="1"/>
          </p:cNvSpPr>
          <p:nvPr>
            <p:ph type="body" sz="quarter" idx="89" hasCustomPrompt="1"/>
          </p:nvPr>
        </p:nvSpPr>
        <p:spPr>
          <a:xfrm>
            <a:off x="4111853" y="5711668"/>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4" name="Text Placeholder 6">
            <a:extLst>
              <a:ext uri="{FF2B5EF4-FFF2-40B4-BE49-F238E27FC236}">
                <a16:creationId xmlns:a16="http://schemas.microsoft.com/office/drawing/2014/main" id="{1E10DC83-CCB3-2596-F842-884E3BF17A47}"/>
              </a:ext>
            </a:extLst>
          </p:cNvPr>
          <p:cNvSpPr>
            <a:spLocks noGrp="1"/>
          </p:cNvSpPr>
          <p:nvPr>
            <p:ph type="body" sz="quarter" idx="90"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29495307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Org chart 3">
    <p:bg>
      <p:bgPr>
        <a:solidFill>
          <a:schemeClr val="bg2"/>
        </a:solidFill>
        <a:effectLst/>
      </p:bgPr>
    </p:bg>
    <p:spTree>
      <p:nvGrpSpPr>
        <p:cNvPr id="1" name=""/>
        <p:cNvGrpSpPr/>
        <p:nvPr/>
      </p:nvGrpSpPr>
      <p:grpSpPr>
        <a:xfrm>
          <a:off x="0" y="0"/>
          <a:ext cx="0" cy="0"/>
          <a:chOff x="0" y="0"/>
          <a:chExt cx="0" cy="0"/>
        </a:xfrm>
      </p:grpSpPr>
      <p:sp>
        <p:nvSpPr>
          <p:cNvPr id="76" name="Text Placeholder 7">
            <a:extLst>
              <a:ext uri="{FF2B5EF4-FFF2-40B4-BE49-F238E27FC236}">
                <a16:creationId xmlns:a16="http://schemas.microsoft.com/office/drawing/2014/main" id="{E17737D0-FC6B-7145-AB20-DD008328E7AF}"/>
              </a:ext>
            </a:extLst>
          </p:cNvPr>
          <p:cNvSpPr>
            <a:spLocks noGrp="1"/>
          </p:cNvSpPr>
          <p:nvPr>
            <p:ph type="body" sz="quarter" idx="21" hasCustomPrompt="1"/>
          </p:nvPr>
        </p:nvSpPr>
        <p:spPr>
          <a:xfrm>
            <a:off x="632126" y="1029572"/>
            <a:ext cx="2517617"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8" name="Picture Placeholder 3">
            <a:extLst>
              <a:ext uri="{FF2B5EF4-FFF2-40B4-BE49-F238E27FC236}">
                <a16:creationId xmlns:a16="http://schemas.microsoft.com/office/drawing/2014/main" id="{A7181BD4-D32F-9345-AF80-E1B50A790230}"/>
              </a:ext>
            </a:extLst>
          </p:cNvPr>
          <p:cNvSpPr>
            <a:spLocks noGrp="1"/>
          </p:cNvSpPr>
          <p:nvPr>
            <p:ph type="pic" sz="quarter" idx="23"/>
          </p:nvPr>
        </p:nvSpPr>
        <p:spPr>
          <a:xfrm>
            <a:off x="711691" y="1479553"/>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79" name="Picture Placeholder 3">
            <a:extLst>
              <a:ext uri="{FF2B5EF4-FFF2-40B4-BE49-F238E27FC236}">
                <a16:creationId xmlns:a16="http://schemas.microsoft.com/office/drawing/2014/main" id="{8B41B35C-4335-694B-BF5C-EFF21B146926}"/>
              </a:ext>
            </a:extLst>
          </p:cNvPr>
          <p:cNvSpPr>
            <a:spLocks noGrp="1"/>
          </p:cNvSpPr>
          <p:nvPr>
            <p:ph type="pic" sz="quarter" idx="24"/>
          </p:nvPr>
        </p:nvSpPr>
        <p:spPr>
          <a:xfrm>
            <a:off x="711691" y="200432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0" name="Picture Placeholder 3">
            <a:extLst>
              <a:ext uri="{FF2B5EF4-FFF2-40B4-BE49-F238E27FC236}">
                <a16:creationId xmlns:a16="http://schemas.microsoft.com/office/drawing/2014/main" id="{866CFDD6-B03C-D145-9DE2-DE5127549723}"/>
              </a:ext>
            </a:extLst>
          </p:cNvPr>
          <p:cNvSpPr>
            <a:spLocks noGrp="1"/>
          </p:cNvSpPr>
          <p:nvPr>
            <p:ph type="pic" sz="quarter" idx="25"/>
          </p:nvPr>
        </p:nvSpPr>
        <p:spPr>
          <a:xfrm>
            <a:off x="711691" y="252908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1" name="Picture Placeholder 3">
            <a:extLst>
              <a:ext uri="{FF2B5EF4-FFF2-40B4-BE49-F238E27FC236}">
                <a16:creationId xmlns:a16="http://schemas.microsoft.com/office/drawing/2014/main" id="{7E9D6FF4-058B-8046-ABE9-38E11FFC6001}"/>
              </a:ext>
            </a:extLst>
          </p:cNvPr>
          <p:cNvSpPr>
            <a:spLocks noGrp="1"/>
          </p:cNvSpPr>
          <p:nvPr>
            <p:ph type="pic" sz="quarter" idx="26"/>
          </p:nvPr>
        </p:nvSpPr>
        <p:spPr>
          <a:xfrm>
            <a:off x="711691" y="3053849"/>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2" name="Picture Placeholder 3">
            <a:extLst>
              <a:ext uri="{FF2B5EF4-FFF2-40B4-BE49-F238E27FC236}">
                <a16:creationId xmlns:a16="http://schemas.microsoft.com/office/drawing/2014/main" id="{7D143D2C-F993-FD4D-A334-8C81C2918C4C}"/>
              </a:ext>
            </a:extLst>
          </p:cNvPr>
          <p:cNvSpPr>
            <a:spLocks noGrp="1"/>
          </p:cNvSpPr>
          <p:nvPr>
            <p:ph type="pic" sz="quarter" idx="27"/>
          </p:nvPr>
        </p:nvSpPr>
        <p:spPr>
          <a:xfrm>
            <a:off x="711691" y="3578614"/>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3" name="Picture Placeholder 3">
            <a:extLst>
              <a:ext uri="{FF2B5EF4-FFF2-40B4-BE49-F238E27FC236}">
                <a16:creationId xmlns:a16="http://schemas.microsoft.com/office/drawing/2014/main" id="{989569BD-3B1E-2F43-AD8E-12EEFDBDB542}"/>
              </a:ext>
            </a:extLst>
          </p:cNvPr>
          <p:cNvSpPr>
            <a:spLocks noGrp="1"/>
          </p:cNvSpPr>
          <p:nvPr>
            <p:ph type="pic" sz="quarter" idx="28"/>
          </p:nvPr>
        </p:nvSpPr>
        <p:spPr>
          <a:xfrm>
            <a:off x="711691" y="410338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4" name="Picture Placeholder 3">
            <a:extLst>
              <a:ext uri="{FF2B5EF4-FFF2-40B4-BE49-F238E27FC236}">
                <a16:creationId xmlns:a16="http://schemas.microsoft.com/office/drawing/2014/main" id="{BEB04B58-EE83-374A-AB3A-FD4D12C64DD5}"/>
              </a:ext>
            </a:extLst>
          </p:cNvPr>
          <p:cNvSpPr>
            <a:spLocks noGrp="1"/>
          </p:cNvSpPr>
          <p:nvPr>
            <p:ph type="pic" sz="quarter" idx="29"/>
          </p:nvPr>
        </p:nvSpPr>
        <p:spPr>
          <a:xfrm>
            <a:off x="711690" y="462814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5" name="Text Placeholder 7">
            <a:extLst>
              <a:ext uri="{FF2B5EF4-FFF2-40B4-BE49-F238E27FC236}">
                <a16:creationId xmlns:a16="http://schemas.microsoft.com/office/drawing/2014/main" id="{8AAC0B54-C96C-C441-8863-1932E37ACBAD}"/>
              </a:ext>
            </a:extLst>
          </p:cNvPr>
          <p:cNvSpPr>
            <a:spLocks noGrp="1"/>
          </p:cNvSpPr>
          <p:nvPr>
            <p:ph type="body" sz="quarter" idx="30" hasCustomPrompt="1"/>
          </p:nvPr>
        </p:nvSpPr>
        <p:spPr>
          <a:xfrm>
            <a:off x="1108119"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6" name="Text Placeholder 7">
            <a:extLst>
              <a:ext uri="{FF2B5EF4-FFF2-40B4-BE49-F238E27FC236}">
                <a16:creationId xmlns:a16="http://schemas.microsoft.com/office/drawing/2014/main" id="{0F089C13-C00D-1746-A5D0-6C1948F1A73E}"/>
              </a:ext>
            </a:extLst>
          </p:cNvPr>
          <p:cNvSpPr>
            <a:spLocks noGrp="1"/>
          </p:cNvSpPr>
          <p:nvPr>
            <p:ph type="body" sz="quarter" idx="31" hasCustomPrompt="1"/>
          </p:nvPr>
        </p:nvSpPr>
        <p:spPr>
          <a:xfrm>
            <a:off x="1108119"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7" name="Text Placeholder 7">
            <a:extLst>
              <a:ext uri="{FF2B5EF4-FFF2-40B4-BE49-F238E27FC236}">
                <a16:creationId xmlns:a16="http://schemas.microsoft.com/office/drawing/2014/main" id="{3AB30254-5518-6C40-BF50-3E9FAE4EDF85}"/>
              </a:ext>
            </a:extLst>
          </p:cNvPr>
          <p:cNvSpPr>
            <a:spLocks noGrp="1"/>
          </p:cNvSpPr>
          <p:nvPr>
            <p:ph type="body" sz="quarter" idx="32" hasCustomPrompt="1"/>
          </p:nvPr>
        </p:nvSpPr>
        <p:spPr>
          <a:xfrm>
            <a:off x="1108119"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8" name="Text Placeholder 7">
            <a:extLst>
              <a:ext uri="{FF2B5EF4-FFF2-40B4-BE49-F238E27FC236}">
                <a16:creationId xmlns:a16="http://schemas.microsoft.com/office/drawing/2014/main" id="{0811A6CF-DD21-8D4C-9C08-8AF894110913}"/>
              </a:ext>
            </a:extLst>
          </p:cNvPr>
          <p:cNvSpPr>
            <a:spLocks noGrp="1"/>
          </p:cNvSpPr>
          <p:nvPr>
            <p:ph type="body" sz="quarter" idx="33" hasCustomPrompt="1"/>
          </p:nvPr>
        </p:nvSpPr>
        <p:spPr>
          <a:xfrm>
            <a:off x="1108119"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9" name="Text Placeholder 7">
            <a:extLst>
              <a:ext uri="{FF2B5EF4-FFF2-40B4-BE49-F238E27FC236}">
                <a16:creationId xmlns:a16="http://schemas.microsoft.com/office/drawing/2014/main" id="{D21AD92C-4C78-7443-BE76-29C48973EDB2}"/>
              </a:ext>
            </a:extLst>
          </p:cNvPr>
          <p:cNvSpPr>
            <a:spLocks noGrp="1"/>
          </p:cNvSpPr>
          <p:nvPr>
            <p:ph type="body" sz="quarter" idx="34" hasCustomPrompt="1"/>
          </p:nvPr>
        </p:nvSpPr>
        <p:spPr>
          <a:xfrm>
            <a:off x="1108119"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0" name="Text Placeholder 7">
            <a:extLst>
              <a:ext uri="{FF2B5EF4-FFF2-40B4-BE49-F238E27FC236}">
                <a16:creationId xmlns:a16="http://schemas.microsoft.com/office/drawing/2014/main" id="{C2B48CD5-A321-6E4E-A37C-2F205EF929FB}"/>
              </a:ext>
            </a:extLst>
          </p:cNvPr>
          <p:cNvSpPr>
            <a:spLocks noGrp="1"/>
          </p:cNvSpPr>
          <p:nvPr>
            <p:ph type="body" sz="quarter" idx="35" hasCustomPrompt="1"/>
          </p:nvPr>
        </p:nvSpPr>
        <p:spPr>
          <a:xfrm>
            <a:off x="1108119"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1" name="Text Placeholder 7">
            <a:extLst>
              <a:ext uri="{FF2B5EF4-FFF2-40B4-BE49-F238E27FC236}">
                <a16:creationId xmlns:a16="http://schemas.microsoft.com/office/drawing/2014/main" id="{D1F05418-8D4D-C748-A3F2-A4480B3CD983}"/>
              </a:ext>
            </a:extLst>
          </p:cNvPr>
          <p:cNvSpPr>
            <a:spLocks noGrp="1"/>
          </p:cNvSpPr>
          <p:nvPr>
            <p:ph type="body" sz="quarter" idx="36" hasCustomPrompt="1"/>
          </p:nvPr>
        </p:nvSpPr>
        <p:spPr>
          <a:xfrm>
            <a:off x="1108119"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8" name="Text Placeholder 7">
            <a:extLst>
              <a:ext uri="{FF2B5EF4-FFF2-40B4-BE49-F238E27FC236}">
                <a16:creationId xmlns:a16="http://schemas.microsoft.com/office/drawing/2014/main" id="{F7397E79-89BD-7149-B996-8FADDB83B5EC}"/>
              </a:ext>
            </a:extLst>
          </p:cNvPr>
          <p:cNvSpPr>
            <a:spLocks noGrp="1"/>
          </p:cNvSpPr>
          <p:nvPr>
            <p:ph type="body" sz="quarter" idx="37" hasCustomPrompt="1"/>
          </p:nvPr>
        </p:nvSpPr>
        <p:spPr>
          <a:xfrm>
            <a:off x="9203831"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9" name="Picture Placeholder 3">
            <a:extLst>
              <a:ext uri="{FF2B5EF4-FFF2-40B4-BE49-F238E27FC236}">
                <a16:creationId xmlns:a16="http://schemas.microsoft.com/office/drawing/2014/main" id="{65977F0B-74CE-E44C-93B2-249490598A1B}"/>
              </a:ext>
            </a:extLst>
          </p:cNvPr>
          <p:cNvSpPr>
            <a:spLocks noGrp="1"/>
          </p:cNvSpPr>
          <p:nvPr>
            <p:ph type="pic" sz="quarter" idx="38"/>
          </p:nvPr>
        </p:nvSpPr>
        <p:spPr>
          <a:xfrm>
            <a:off x="9300887" y="1479553"/>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0" name="Picture Placeholder 3">
            <a:extLst>
              <a:ext uri="{FF2B5EF4-FFF2-40B4-BE49-F238E27FC236}">
                <a16:creationId xmlns:a16="http://schemas.microsoft.com/office/drawing/2014/main" id="{219BB1E5-9F99-5143-A2D1-EABF082DCA12}"/>
              </a:ext>
            </a:extLst>
          </p:cNvPr>
          <p:cNvSpPr>
            <a:spLocks noGrp="1"/>
          </p:cNvSpPr>
          <p:nvPr>
            <p:ph type="pic" sz="quarter" idx="39"/>
          </p:nvPr>
        </p:nvSpPr>
        <p:spPr>
          <a:xfrm>
            <a:off x="9300887" y="200432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1" name="Picture Placeholder 3">
            <a:extLst>
              <a:ext uri="{FF2B5EF4-FFF2-40B4-BE49-F238E27FC236}">
                <a16:creationId xmlns:a16="http://schemas.microsoft.com/office/drawing/2014/main" id="{916A17DF-2388-4B4F-9CF8-7379304305A8}"/>
              </a:ext>
            </a:extLst>
          </p:cNvPr>
          <p:cNvSpPr>
            <a:spLocks noGrp="1"/>
          </p:cNvSpPr>
          <p:nvPr>
            <p:ph type="pic" sz="quarter" idx="40"/>
          </p:nvPr>
        </p:nvSpPr>
        <p:spPr>
          <a:xfrm>
            <a:off x="9300887" y="252908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2" name="Picture Placeholder 3">
            <a:extLst>
              <a:ext uri="{FF2B5EF4-FFF2-40B4-BE49-F238E27FC236}">
                <a16:creationId xmlns:a16="http://schemas.microsoft.com/office/drawing/2014/main" id="{DC933AF6-FC67-8444-94EE-A70793FE14EC}"/>
              </a:ext>
            </a:extLst>
          </p:cNvPr>
          <p:cNvSpPr>
            <a:spLocks noGrp="1"/>
          </p:cNvSpPr>
          <p:nvPr>
            <p:ph type="pic" sz="quarter" idx="41"/>
          </p:nvPr>
        </p:nvSpPr>
        <p:spPr>
          <a:xfrm>
            <a:off x="9300887" y="3053849"/>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3" name="Picture Placeholder 3">
            <a:extLst>
              <a:ext uri="{FF2B5EF4-FFF2-40B4-BE49-F238E27FC236}">
                <a16:creationId xmlns:a16="http://schemas.microsoft.com/office/drawing/2014/main" id="{CB399D5E-7F31-A24F-A1DE-A37A559BF962}"/>
              </a:ext>
            </a:extLst>
          </p:cNvPr>
          <p:cNvSpPr>
            <a:spLocks noGrp="1"/>
          </p:cNvSpPr>
          <p:nvPr>
            <p:ph type="pic" sz="quarter" idx="42"/>
          </p:nvPr>
        </p:nvSpPr>
        <p:spPr>
          <a:xfrm>
            <a:off x="9300887" y="3578614"/>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4" name="Picture Placeholder 3">
            <a:extLst>
              <a:ext uri="{FF2B5EF4-FFF2-40B4-BE49-F238E27FC236}">
                <a16:creationId xmlns:a16="http://schemas.microsoft.com/office/drawing/2014/main" id="{B965FBBE-9194-2143-8B08-05E031CD6DBF}"/>
              </a:ext>
            </a:extLst>
          </p:cNvPr>
          <p:cNvSpPr>
            <a:spLocks noGrp="1"/>
          </p:cNvSpPr>
          <p:nvPr>
            <p:ph type="pic" sz="quarter" idx="43"/>
          </p:nvPr>
        </p:nvSpPr>
        <p:spPr>
          <a:xfrm>
            <a:off x="9300887" y="410338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5" name="Picture Placeholder 3">
            <a:extLst>
              <a:ext uri="{FF2B5EF4-FFF2-40B4-BE49-F238E27FC236}">
                <a16:creationId xmlns:a16="http://schemas.microsoft.com/office/drawing/2014/main" id="{49F35041-77CA-1848-B269-74C604CA7E40}"/>
              </a:ext>
            </a:extLst>
          </p:cNvPr>
          <p:cNvSpPr>
            <a:spLocks noGrp="1"/>
          </p:cNvSpPr>
          <p:nvPr>
            <p:ph type="pic" sz="quarter" idx="44"/>
          </p:nvPr>
        </p:nvSpPr>
        <p:spPr>
          <a:xfrm>
            <a:off x="9300886" y="462814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6" name="Text Placeholder 7">
            <a:extLst>
              <a:ext uri="{FF2B5EF4-FFF2-40B4-BE49-F238E27FC236}">
                <a16:creationId xmlns:a16="http://schemas.microsoft.com/office/drawing/2014/main" id="{7523ABB3-75D2-EB4B-8C6E-3820D8F4D52B}"/>
              </a:ext>
            </a:extLst>
          </p:cNvPr>
          <p:cNvSpPr>
            <a:spLocks noGrp="1"/>
          </p:cNvSpPr>
          <p:nvPr>
            <p:ph type="body" sz="quarter" idx="45" hasCustomPrompt="1"/>
          </p:nvPr>
        </p:nvSpPr>
        <p:spPr>
          <a:xfrm>
            <a:off x="9697315"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7" name="Text Placeholder 7">
            <a:extLst>
              <a:ext uri="{FF2B5EF4-FFF2-40B4-BE49-F238E27FC236}">
                <a16:creationId xmlns:a16="http://schemas.microsoft.com/office/drawing/2014/main" id="{31960E30-9C67-F74E-B253-1DE44672EE81}"/>
              </a:ext>
            </a:extLst>
          </p:cNvPr>
          <p:cNvSpPr>
            <a:spLocks noGrp="1"/>
          </p:cNvSpPr>
          <p:nvPr>
            <p:ph type="body" sz="quarter" idx="46" hasCustomPrompt="1"/>
          </p:nvPr>
        </p:nvSpPr>
        <p:spPr>
          <a:xfrm>
            <a:off x="9697315"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8" name="Text Placeholder 7">
            <a:extLst>
              <a:ext uri="{FF2B5EF4-FFF2-40B4-BE49-F238E27FC236}">
                <a16:creationId xmlns:a16="http://schemas.microsoft.com/office/drawing/2014/main" id="{D198513C-EECB-854A-B6A3-42BC9E6FB8C4}"/>
              </a:ext>
            </a:extLst>
          </p:cNvPr>
          <p:cNvSpPr>
            <a:spLocks noGrp="1"/>
          </p:cNvSpPr>
          <p:nvPr>
            <p:ph type="body" sz="quarter" idx="47" hasCustomPrompt="1"/>
          </p:nvPr>
        </p:nvSpPr>
        <p:spPr>
          <a:xfrm>
            <a:off x="9697315"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9" name="Text Placeholder 7">
            <a:extLst>
              <a:ext uri="{FF2B5EF4-FFF2-40B4-BE49-F238E27FC236}">
                <a16:creationId xmlns:a16="http://schemas.microsoft.com/office/drawing/2014/main" id="{D7710000-DF90-134E-97A1-21653758D218}"/>
              </a:ext>
            </a:extLst>
          </p:cNvPr>
          <p:cNvSpPr>
            <a:spLocks noGrp="1"/>
          </p:cNvSpPr>
          <p:nvPr>
            <p:ph type="body" sz="quarter" idx="48" hasCustomPrompt="1"/>
          </p:nvPr>
        </p:nvSpPr>
        <p:spPr>
          <a:xfrm>
            <a:off x="9697315"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0" name="Text Placeholder 7">
            <a:extLst>
              <a:ext uri="{FF2B5EF4-FFF2-40B4-BE49-F238E27FC236}">
                <a16:creationId xmlns:a16="http://schemas.microsoft.com/office/drawing/2014/main" id="{22BB9ACD-30E4-4842-B8B6-F65E21604C23}"/>
              </a:ext>
            </a:extLst>
          </p:cNvPr>
          <p:cNvSpPr>
            <a:spLocks noGrp="1"/>
          </p:cNvSpPr>
          <p:nvPr>
            <p:ph type="body" sz="quarter" idx="49" hasCustomPrompt="1"/>
          </p:nvPr>
        </p:nvSpPr>
        <p:spPr>
          <a:xfrm>
            <a:off x="9697315"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1" name="Text Placeholder 7">
            <a:extLst>
              <a:ext uri="{FF2B5EF4-FFF2-40B4-BE49-F238E27FC236}">
                <a16:creationId xmlns:a16="http://schemas.microsoft.com/office/drawing/2014/main" id="{F1A7767C-FCA9-9742-8B5C-0539AFAAB5B0}"/>
              </a:ext>
            </a:extLst>
          </p:cNvPr>
          <p:cNvSpPr>
            <a:spLocks noGrp="1"/>
          </p:cNvSpPr>
          <p:nvPr>
            <p:ph type="body" sz="quarter" idx="50" hasCustomPrompt="1"/>
          </p:nvPr>
        </p:nvSpPr>
        <p:spPr>
          <a:xfrm>
            <a:off x="9697315"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2" name="Text Placeholder 7">
            <a:extLst>
              <a:ext uri="{FF2B5EF4-FFF2-40B4-BE49-F238E27FC236}">
                <a16:creationId xmlns:a16="http://schemas.microsoft.com/office/drawing/2014/main" id="{C3DF1340-33D8-624D-A201-67A4FB45E295}"/>
              </a:ext>
            </a:extLst>
          </p:cNvPr>
          <p:cNvSpPr>
            <a:spLocks noGrp="1"/>
          </p:cNvSpPr>
          <p:nvPr>
            <p:ph type="body" sz="quarter" idx="51" hasCustomPrompt="1"/>
          </p:nvPr>
        </p:nvSpPr>
        <p:spPr>
          <a:xfrm>
            <a:off x="9697315"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3" name="Text Placeholder 7">
            <a:extLst>
              <a:ext uri="{FF2B5EF4-FFF2-40B4-BE49-F238E27FC236}">
                <a16:creationId xmlns:a16="http://schemas.microsoft.com/office/drawing/2014/main" id="{9A8C8EBC-B967-3441-9C50-E663A1873548}"/>
              </a:ext>
            </a:extLst>
          </p:cNvPr>
          <p:cNvSpPr>
            <a:spLocks noGrp="1"/>
          </p:cNvSpPr>
          <p:nvPr>
            <p:ph type="body" sz="quarter" idx="52" hasCustomPrompt="1"/>
          </p:nvPr>
        </p:nvSpPr>
        <p:spPr>
          <a:xfrm>
            <a:off x="6340767"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4" name="Picture Placeholder 3">
            <a:extLst>
              <a:ext uri="{FF2B5EF4-FFF2-40B4-BE49-F238E27FC236}">
                <a16:creationId xmlns:a16="http://schemas.microsoft.com/office/drawing/2014/main" id="{85D84EFE-A9F0-F949-8B06-B05A3CF9FC86}"/>
              </a:ext>
            </a:extLst>
          </p:cNvPr>
          <p:cNvSpPr>
            <a:spLocks noGrp="1"/>
          </p:cNvSpPr>
          <p:nvPr>
            <p:ph type="pic" sz="quarter" idx="53"/>
          </p:nvPr>
        </p:nvSpPr>
        <p:spPr>
          <a:xfrm>
            <a:off x="6437822" y="1479553"/>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5" name="Picture Placeholder 3">
            <a:extLst>
              <a:ext uri="{FF2B5EF4-FFF2-40B4-BE49-F238E27FC236}">
                <a16:creationId xmlns:a16="http://schemas.microsoft.com/office/drawing/2014/main" id="{8EFF426A-2289-1D42-9B4B-084B41BA8E48}"/>
              </a:ext>
            </a:extLst>
          </p:cNvPr>
          <p:cNvSpPr>
            <a:spLocks noGrp="1"/>
          </p:cNvSpPr>
          <p:nvPr>
            <p:ph type="pic" sz="quarter" idx="54"/>
          </p:nvPr>
        </p:nvSpPr>
        <p:spPr>
          <a:xfrm>
            <a:off x="6437822" y="200432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6" name="Picture Placeholder 3">
            <a:extLst>
              <a:ext uri="{FF2B5EF4-FFF2-40B4-BE49-F238E27FC236}">
                <a16:creationId xmlns:a16="http://schemas.microsoft.com/office/drawing/2014/main" id="{0A50ED24-F3A8-5A4B-9ABA-EE3E81B5D8D3}"/>
              </a:ext>
            </a:extLst>
          </p:cNvPr>
          <p:cNvSpPr>
            <a:spLocks noGrp="1"/>
          </p:cNvSpPr>
          <p:nvPr>
            <p:ph type="pic" sz="quarter" idx="55"/>
          </p:nvPr>
        </p:nvSpPr>
        <p:spPr>
          <a:xfrm>
            <a:off x="6437822" y="252908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7" name="Picture Placeholder 3">
            <a:extLst>
              <a:ext uri="{FF2B5EF4-FFF2-40B4-BE49-F238E27FC236}">
                <a16:creationId xmlns:a16="http://schemas.microsoft.com/office/drawing/2014/main" id="{86391241-E295-F04A-8D4F-B3CC3531A58C}"/>
              </a:ext>
            </a:extLst>
          </p:cNvPr>
          <p:cNvSpPr>
            <a:spLocks noGrp="1"/>
          </p:cNvSpPr>
          <p:nvPr>
            <p:ph type="pic" sz="quarter" idx="56"/>
          </p:nvPr>
        </p:nvSpPr>
        <p:spPr>
          <a:xfrm>
            <a:off x="6437822" y="3053849"/>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8" name="Picture Placeholder 3">
            <a:extLst>
              <a:ext uri="{FF2B5EF4-FFF2-40B4-BE49-F238E27FC236}">
                <a16:creationId xmlns:a16="http://schemas.microsoft.com/office/drawing/2014/main" id="{5800B324-271D-A144-994E-8EEC38FAD6E2}"/>
              </a:ext>
            </a:extLst>
          </p:cNvPr>
          <p:cNvSpPr>
            <a:spLocks noGrp="1"/>
          </p:cNvSpPr>
          <p:nvPr>
            <p:ph type="pic" sz="quarter" idx="57"/>
          </p:nvPr>
        </p:nvSpPr>
        <p:spPr>
          <a:xfrm>
            <a:off x="6437822" y="3578614"/>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9" name="Picture Placeholder 3">
            <a:extLst>
              <a:ext uri="{FF2B5EF4-FFF2-40B4-BE49-F238E27FC236}">
                <a16:creationId xmlns:a16="http://schemas.microsoft.com/office/drawing/2014/main" id="{2B710327-3253-2A41-8C63-5C40B8CE1260}"/>
              </a:ext>
            </a:extLst>
          </p:cNvPr>
          <p:cNvSpPr>
            <a:spLocks noGrp="1"/>
          </p:cNvSpPr>
          <p:nvPr>
            <p:ph type="pic" sz="quarter" idx="58"/>
          </p:nvPr>
        </p:nvSpPr>
        <p:spPr>
          <a:xfrm>
            <a:off x="6437822" y="410338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0" name="Picture Placeholder 3">
            <a:extLst>
              <a:ext uri="{FF2B5EF4-FFF2-40B4-BE49-F238E27FC236}">
                <a16:creationId xmlns:a16="http://schemas.microsoft.com/office/drawing/2014/main" id="{73578B84-B907-EE47-BD2B-152CC5042C2F}"/>
              </a:ext>
            </a:extLst>
          </p:cNvPr>
          <p:cNvSpPr>
            <a:spLocks noGrp="1"/>
          </p:cNvSpPr>
          <p:nvPr>
            <p:ph type="pic" sz="quarter" idx="59"/>
          </p:nvPr>
        </p:nvSpPr>
        <p:spPr>
          <a:xfrm>
            <a:off x="6437820" y="462814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1" name="Text Placeholder 7">
            <a:extLst>
              <a:ext uri="{FF2B5EF4-FFF2-40B4-BE49-F238E27FC236}">
                <a16:creationId xmlns:a16="http://schemas.microsoft.com/office/drawing/2014/main" id="{B19546DA-147A-E247-8549-A1603BB54EA3}"/>
              </a:ext>
            </a:extLst>
          </p:cNvPr>
          <p:cNvSpPr>
            <a:spLocks noGrp="1"/>
          </p:cNvSpPr>
          <p:nvPr>
            <p:ph type="body" sz="quarter" idx="60" hasCustomPrompt="1"/>
          </p:nvPr>
        </p:nvSpPr>
        <p:spPr>
          <a:xfrm>
            <a:off x="6834251"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2" name="Text Placeholder 7">
            <a:extLst>
              <a:ext uri="{FF2B5EF4-FFF2-40B4-BE49-F238E27FC236}">
                <a16:creationId xmlns:a16="http://schemas.microsoft.com/office/drawing/2014/main" id="{18BADDE2-0D41-7F49-94A6-68B4FC423185}"/>
              </a:ext>
            </a:extLst>
          </p:cNvPr>
          <p:cNvSpPr>
            <a:spLocks noGrp="1"/>
          </p:cNvSpPr>
          <p:nvPr>
            <p:ph type="body" sz="quarter" idx="61" hasCustomPrompt="1"/>
          </p:nvPr>
        </p:nvSpPr>
        <p:spPr>
          <a:xfrm>
            <a:off x="6834251"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3" name="Text Placeholder 7">
            <a:extLst>
              <a:ext uri="{FF2B5EF4-FFF2-40B4-BE49-F238E27FC236}">
                <a16:creationId xmlns:a16="http://schemas.microsoft.com/office/drawing/2014/main" id="{7E6CE366-201D-8B40-BA7D-4A11C575FF36}"/>
              </a:ext>
            </a:extLst>
          </p:cNvPr>
          <p:cNvSpPr>
            <a:spLocks noGrp="1"/>
          </p:cNvSpPr>
          <p:nvPr>
            <p:ph type="body" sz="quarter" idx="62" hasCustomPrompt="1"/>
          </p:nvPr>
        </p:nvSpPr>
        <p:spPr>
          <a:xfrm>
            <a:off x="6834251"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4" name="Text Placeholder 7">
            <a:extLst>
              <a:ext uri="{FF2B5EF4-FFF2-40B4-BE49-F238E27FC236}">
                <a16:creationId xmlns:a16="http://schemas.microsoft.com/office/drawing/2014/main" id="{465604B6-8FCF-4B40-8A9B-0F5C655A7EE7}"/>
              </a:ext>
            </a:extLst>
          </p:cNvPr>
          <p:cNvSpPr>
            <a:spLocks noGrp="1"/>
          </p:cNvSpPr>
          <p:nvPr>
            <p:ph type="body" sz="quarter" idx="63" hasCustomPrompt="1"/>
          </p:nvPr>
        </p:nvSpPr>
        <p:spPr>
          <a:xfrm>
            <a:off x="6834251"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5" name="Text Placeholder 7">
            <a:extLst>
              <a:ext uri="{FF2B5EF4-FFF2-40B4-BE49-F238E27FC236}">
                <a16:creationId xmlns:a16="http://schemas.microsoft.com/office/drawing/2014/main" id="{D608FA58-EAB0-4D46-9359-1EB2C7A651E9}"/>
              </a:ext>
            </a:extLst>
          </p:cNvPr>
          <p:cNvSpPr>
            <a:spLocks noGrp="1"/>
          </p:cNvSpPr>
          <p:nvPr>
            <p:ph type="body" sz="quarter" idx="64" hasCustomPrompt="1"/>
          </p:nvPr>
        </p:nvSpPr>
        <p:spPr>
          <a:xfrm>
            <a:off x="6834251"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6" name="Text Placeholder 7">
            <a:extLst>
              <a:ext uri="{FF2B5EF4-FFF2-40B4-BE49-F238E27FC236}">
                <a16:creationId xmlns:a16="http://schemas.microsoft.com/office/drawing/2014/main" id="{66A1D58A-319D-484B-B270-C19908CCE522}"/>
              </a:ext>
            </a:extLst>
          </p:cNvPr>
          <p:cNvSpPr>
            <a:spLocks noGrp="1"/>
          </p:cNvSpPr>
          <p:nvPr>
            <p:ph type="body" sz="quarter" idx="65" hasCustomPrompt="1"/>
          </p:nvPr>
        </p:nvSpPr>
        <p:spPr>
          <a:xfrm>
            <a:off x="6834251"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7" name="Text Placeholder 7">
            <a:extLst>
              <a:ext uri="{FF2B5EF4-FFF2-40B4-BE49-F238E27FC236}">
                <a16:creationId xmlns:a16="http://schemas.microsoft.com/office/drawing/2014/main" id="{445DAC0C-999B-824E-8AA3-C28ED112E896}"/>
              </a:ext>
            </a:extLst>
          </p:cNvPr>
          <p:cNvSpPr>
            <a:spLocks noGrp="1"/>
          </p:cNvSpPr>
          <p:nvPr>
            <p:ph type="body" sz="quarter" idx="66" hasCustomPrompt="1"/>
          </p:nvPr>
        </p:nvSpPr>
        <p:spPr>
          <a:xfrm>
            <a:off x="6834251"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8" name="Text Placeholder 7">
            <a:extLst>
              <a:ext uri="{FF2B5EF4-FFF2-40B4-BE49-F238E27FC236}">
                <a16:creationId xmlns:a16="http://schemas.microsoft.com/office/drawing/2014/main" id="{3EE18008-A4F6-524A-9AF5-F1EA61E66A83}"/>
              </a:ext>
            </a:extLst>
          </p:cNvPr>
          <p:cNvSpPr>
            <a:spLocks noGrp="1"/>
          </p:cNvSpPr>
          <p:nvPr>
            <p:ph type="body" sz="quarter" idx="67" hasCustomPrompt="1"/>
          </p:nvPr>
        </p:nvSpPr>
        <p:spPr>
          <a:xfrm>
            <a:off x="3491401"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9" name="Picture Placeholder 3">
            <a:extLst>
              <a:ext uri="{FF2B5EF4-FFF2-40B4-BE49-F238E27FC236}">
                <a16:creationId xmlns:a16="http://schemas.microsoft.com/office/drawing/2014/main" id="{C606DDCF-1093-3C40-9DA4-C8FA9DDF68A6}"/>
              </a:ext>
            </a:extLst>
          </p:cNvPr>
          <p:cNvSpPr>
            <a:spLocks noGrp="1"/>
          </p:cNvSpPr>
          <p:nvPr>
            <p:ph type="pic" sz="quarter" idx="68"/>
          </p:nvPr>
        </p:nvSpPr>
        <p:spPr>
          <a:xfrm>
            <a:off x="3588455" y="1479553"/>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0" name="Picture Placeholder 3">
            <a:extLst>
              <a:ext uri="{FF2B5EF4-FFF2-40B4-BE49-F238E27FC236}">
                <a16:creationId xmlns:a16="http://schemas.microsoft.com/office/drawing/2014/main" id="{7D435CA4-D726-254B-8C0D-14AABA90391A}"/>
              </a:ext>
            </a:extLst>
          </p:cNvPr>
          <p:cNvSpPr>
            <a:spLocks noGrp="1"/>
          </p:cNvSpPr>
          <p:nvPr>
            <p:ph type="pic" sz="quarter" idx="69"/>
          </p:nvPr>
        </p:nvSpPr>
        <p:spPr>
          <a:xfrm>
            <a:off x="3588455" y="200432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1" name="Picture Placeholder 3">
            <a:extLst>
              <a:ext uri="{FF2B5EF4-FFF2-40B4-BE49-F238E27FC236}">
                <a16:creationId xmlns:a16="http://schemas.microsoft.com/office/drawing/2014/main" id="{0BD6C709-0DC1-2C44-B6B5-6FF36E6A3BE5}"/>
              </a:ext>
            </a:extLst>
          </p:cNvPr>
          <p:cNvSpPr>
            <a:spLocks noGrp="1"/>
          </p:cNvSpPr>
          <p:nvPr>
            <p:ph type="pic" sz="quarter" idx="70"/>
          </p:nvPr>
        </p:nvSpPr>
        <p:spPr>
          <a:xfrm>
            <a:off x="3588455" y="252908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2" name="Picture Placeholder 3">
            <a:extLst>
              <a:ext uri="{FF2B5EF4-FFF2-40B4-BE49-F238E27FC236}">
                <a16:creationId xmlns:a16="http://schemas.microsoft.com/office/drawing/2014/main" id="{DC8D87A0-3C79-C546-A435-B78B1F5D3A4F}"/>
              </a:ext>
            </a:extLst>
          </p:cNvPr>
          <p:cNvSpPr>
            <a:spLocks noGrp="1"/>
          </p:cNvSpPr>
          <p:nvPr>
            <p:ph type="pic" sz="quarter" idx="71"/>
          </p:nvPr>
        </p:nvSpPr>
        <p:spPr>
          <a:xfrm>
            <a:off x="3588455" y="3053849"/>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3" name="Picture Placeholder 3">
            <a:extLst>
              <a:ext uri="{FF2B5EF4-FFF2-40B4-BE49-F238E27FC236}">
                <a16:creationId xmlns:a16="http://schemas.microsoft.com/office/drawing/2014/main" id="{A02C95F8-AB0D-6943-BE11-975298CD5587}"/>
              </a:ext>
            </a:extLst>
          </p:cNvPr>
          <p:cNvSpPr>
            <a:spLocks noGrp="1"/>
          </p:cNvSpPr>
          <p:nvPr>
            <p:ph type="pic" sz="quarter" idx="72"/>
          </p:nvPr>
        </p:nvSpPr>
        <p:spPr>
          <a:xfrm>
            <a:off x="3588455" y="3578614"/>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4" name="Picture Placeholder 3">
            <a:extLst>
              <a:ext uri="{FF2B5EF4-FFF2-40B4-BE49-F238E27FC236}">
                <a16:creationId xmlns:a16="http://schemas.microsoft.com/office/drawing/2014/main" id="{7F865E1B-0FE7-0D46-BDD2-A9C595992E87}"/>
              </a:ext>
            </a:extLst>
          </p:cNvPr>
          <p:cNvSpPr>
            <a:spLocks noGrp="1"/>
          </p:cNvSpPr>
          <p:nvPr>
            <p:ph type="pic" sz="quarter" idx="73"/>
          </p:nvPr>
        </p:nvSpPr>
        <p:spPr>
          <a:xfrm>
            <a:off x="3588455" y="410338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5" name="Picture Placeholder 3">
            <a:extLst>
              <a:ext uri="{FF2B5EF4-FFF2-40B4-BE49-F238E27FC236}">
                <a16:creationId xmlns:a16="http://schemas.microsoft.com/office/drawing/2014/main" id="{445B5578-E099-1041-967A-4DC54DB24B51}"/>
              </a:ext>
            </a:extLst>
          </p:cNvPr>
          <p:cNvSpPr>
            <a:spLocks noGrp="1"/>
          </p:cNvSpPr>
          <p:nvPr>
            <p:ph type="pic" sz="quarter" idx="74"/>
          </p:nvPr>
        </p:nvSpPr>
        <p:spPr>
          <a:xfrm>
            <a:off x="3588454" y="462814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6" name="Text Placeholder 7">
            <a:extLst>
              <a:ext uri="{FF2B5EF4-FFF2-40B4-BE49-F238E27FC236}">
                <a16:creationId xmlns:a16="http://schemas.microsoft.com/office/drawing/2014/main" id="{211687FD-DB71-0342-A587-F03CA82E1912}"/>
              </a:ext>
            </a:extLst>
          </p:cNvPr>
          <p:cNvSpPr>
            <a:spLocks noGrp="1"/>
          </p:cNvSpPr>
          <p:nvPr>
            <p:ph type="body" sz="quarter" idx="75" hasCustomPrompt="1"/>
          </p:nvPr>
        </p:nvSpPr>
        <p:spPr>
          <a:xfrm>
            <a:off x="3984883"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7" name="Text Placeholder 7">
            <a:extLst>
              <a:ext uri="{FF2B5EF4-FFF2-40B4-BE49-F238E27FC236}">
                <a16:creationId xmlns:a16="http://schemas.microsoft.com/office/drawing/2014/main" id="{C6266F2D-D76E-4B44-93DD-A34796AC023B}"/>
              </a:ext>
            </a:extLst>
          </p:cNvPr>
          <p:cNvSpPr>
            <a:spLocks noGrp="1"/>
          </p:cNvSpPr>
          <p:nvPr>
            <p:ph type="body" sz="quarter" idx="76" hasCustomPrompt="1"/>
          </p:nvPr>
        </p:nvSpPr>
        <p:spPr>
          <a:xfrm>
            <a:off x="3984883"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8" name="Text Placeholder 7">
            <a:extLst>
              <a:ext uri="{FF2B5EF4-FFF2-40B4-BE49-F238E27FC236}">
                <a16:creationId xmlns:a16="http://schemas.microsoft.com/office/drawing/2014/main" id="{EED47149-409B-B14D-8718-6D51AE3D3AB5}"/>
              </a:ext>
            </a:extLst>
          </p:cNvPr>
          <p:cNvSpPr>
            <a:spLocks noGrp="1"/>
          </p:cNvSpPr>
          <p:nvPr>
            <p:ph type="body" sz="quarter" idx="77" hasCustomPrompt="1"/>
          </p:nvPr>
        </p:nvSpPr>
        <p:spPr>
          <a:xfrm>
            <a:off x="3984883"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9" name="Text Placeholder 7">
            <a:extLst>
              <a:ext uri="{FF2B5EF4-FFF2-40B4-BE49-F238E27FC236}">
                <a16:creationId xmlns:a16="http://schemas.microsoft.com/office/drawing/2014/main" id="{4E84D3C7-B3A4-CC48-9855-4938E4E118AD}"/>
              </a:ext>
            </a:extLst>
          </p:cNvPr>
          <p:cNvSpPr>
            <a:spLocks noGrp="1"/>
          </p:cNvSpPr>
          <p:nvPr>
            <p:ph type="body" sz="quarter" idx="78" hasCustomPrompt="1"/>
          </p:nvPr>
        </p:nvSpPr>
        <p:spPr>
          <a:xfrm>
            <a:off x="3984883"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0" name="Text Placeholder 7">
            <a:extLst>
              <a:ext uri="{FF2B5EF4-FFF2-40B4-BE49-F238E27FC236}">
                <a16:creationId xmlns:a16="http://schemas.microsoft.com/office/drawing/2014/main" id="{DC0C48EA-7A34-944B-8132-DF37F09318AE}"/>
              </a:ext>
            </a:extLst>
          </p:cNvPr>
          <p:cNvSpPr>
            <a:spLocks noGrp="1"/>
          </p:cNvSpPr>
          <p:nvPr>
            <p:ph type="body" sz="quarter" idx="79" hasCustomPrompt="1"/>
          </p:nvPr>
        </p:nvSpPr>
        <p:spPr>
          <a:xfrm>
            <a:off x="3984883"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1" name="Text Placeholder 7">
            <a:extLst>
              <a:ext uri="{FF2B5EF4-FFF2-40B4-BE49-F238E27FC236}">
                <a16:creationId xmlns:a16="http://schemas.microsoft.com/office/drawing/2014/main" id="{7ACADDD2-9A10-6942-8259-473273FBB069}"/>
              </a:ext>
            </a:extLst>
          </p:cNvPr>
          <p:cNvSpPr>
            <a:spLocks noGrp="1"/>
          </p:cNvSpPr>
          <p:nvPr>
            <p:ph type="body" sz="quarter" idx="80" hasCustomPrompt="1"/>
          </p:nvPr>
        </p:nvSpPr>
        <p:spPr>
          <a:xfrm>
            <a:off x="3984883"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2" name="Text Placeholder 7">
            <a:extLst>
              <a:ext uri="{FF2B5EF4-FFF2-40B4-BE49-F238E27FC236}">
                <a16:creationId xmlns:a16="http://schemas.microsoft.com/office/drawing/2014/main" id="{B7475A50-9DE6-6F44-B7FA-C3C7928FF283}"/>
              </a:ext>
            </a:extLst>
          </p:cNvPr>
          <p:cNvSpPr>
            <a:spLocks noGrp="1"/>
          </p:cNvSpPr>
          <p:nvPr>
            <p:ph type="body" sz="quarter" idx="81" hasCustomPrompt="1"/>
          </p:nvPr>
        </p:nvSpPr>
        <p:spPr>
          <a:xfrm>
            <a:off x="3984883"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4" name="Picture Placeholder 3">
            <a:extLst>
              <a:ext uri="{FF2B5EF4-FFF2-40B4-BE49-F238E27FC236}">
                <a16:creationId xmlns:a16="http://schemas.microsoft.com/office/drawing/2014/main" id="{12FBBD29-DE96-1B40-80B4-0F0231B1AC5D}"/>
              </a:ext>
            </a:extLst>
          </p:cNvPr>
          <p:cNvSpPr>
            <a:spLocks noGrp="1"/>
          </p:cNvSpPr>
          <p:nvPr>
            <p:ph type="pic" sz="quarter" idx="82"/>
          </p:nvPr>
        </p:nvSpPr>
        <p:spPr>
          <a:xfrm>
            <a:off x="711690" y="5152912"/>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5" name="Text Placeholder 7">
            <a:extLst>
              <a:ext uri="{FF2B5EF4-FFF2-40B4-BE49-F238E27FC236}">
                <a16:creationId xmlns:a16="http://schemas.microsoft.com/office/drawing/2014/main" id="{39F508A9-3E93-DC43-B332-68A35B7D24FA}"/>
              </a:ext>
            </a:extLst>
          </p:cNvPr>
          <p:cNvSpPr>
            <a:spLocks noGrp="1"/>
          </p:cNvSpPr>
          <p:nvPr>
            <p:ph type="body" sz="quarter" idx="83" hasCustomPrompt="1"/>
          </p:nvPr>
        </p:nvSpPr>
        <p:spPr>
          <a:xfrm>
            <a:off x="1108119"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6" name="Picture Placeholder 3">
            <a:extLst>
              <a:ext uri="{FF2B5EF4-FFF2-40B4-BE49-F238E27FC236}">
                <a16:creationId xmlns:a16="http://schemas.microsoft.com/office/drawing/2014/main" id="{6840C14B-D589-C94B-B8F9-28CFE94FABCE}"/>
              </a:ext>
            </a:extLst>
          </p:cNvPr>
          <p:cNvSpPr>
            <a:spLocks noGrp="1"/>
          </p:cNvSpPr>
          <p:nvPr>
            <p:ph type="pic" sz="quarter" idx="84"/>
          </p:nvPr>
        </p:nvSpPr>
        <p:spPr>
          <a:xfrm>
            <a:off x="9300886" y="5152912"/>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7" name="Text Placeholder 7">
            <a:extLst>
              <a:ext uri="{FF2B5EF4-FFF2-40B4-BE49-F238E27FC236}">
                <a16:creationId xmlns:a16="http://schemas.microsoft.com/office/drawing/2014/main" id="{6F63A7A9-9CFA-0F4D-8695-447FE1CB25B8}"/>
              </a:ext>
            </a:extLst>
          </p:cNvPr>
          <p:cNvSpPr>
            <a:spLocks noGrp="1"/>
          </p:cNvSpPr>
          <p:nvPr>
            <p:ph type="body" sz="quarter" idx="85" hasCustomPrompt="1"/>
          </p:nvPr>
        </p:nvSpPr>
        <p:spPr>
          <a:xfrm>
            <a:off x="9697315"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8" name="Picture Placeholder 3">
            <a:extLst>
              <a:ext uri="{FF2B5EF4-FFF2-40B4-BE49-F238E27FC236}">
                <a16:creationId xmlns:a16="http://schemas.microsoft.com/office/drawing/2014/main" id="{39551C59-03A2-B642-967F-11FFE636352F}"/>
              </a:ext>
            </a:extLst>
          </p:cNvPr>
          <p:cNvSpPr>
            <a:spLocks noGrp="1"/>
          </p:cNvSpPr>
          <p:nvPr>
            <p:ph type="pic" sz="quarter" idx="86"/>
          </p:nvPr>
        </p:nvSpPr>
        <p:spPr>
          <a:xfrm>
            <a:off x="6437820" y="5152912"/>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9" name="Text Placeholder 7">
            <a:extLst>
              <a:ext uri="{FF2B5EF4-FFF2-40B4-BE49-F238E27FC236}">
                <a16:creationId xmlns:a16="http://schemas.microsoft.com/office/drawing/2014/main" id="{C02837D7-FC31-B34E-9191-971D6AEF1BA0}"/>
              </a:ext>
            </a:extLst>
          </p:cNvPr>
          <p:cNvSpPr>
            <a:spLocks noGrp="1"/>
          </p:cNvSpPr>
          <p:nvPr>
            <p:ph type="body" sz="quarter" idx="87" hasCustomPrompt="1"/>
          </p:nvPr>
        </p:nvSpPr>
        <p:spPr>
          <a:xfrm>
            <a:off x="6834251"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0" name="Picture Placeholder 3">
            <a:extLst>
              <a:ext uri="{FF2B5EF4-FFF2-40B4-BE49-F238E27FC236}">
                <a16:creationId xmlns:a16="http://schemas.microsoft.com/office/drawing/2014/main" id="{0A9A16C4-5950-FE46-8970-C4FE824F08F2}"/>
              </a:ext>
            </a:extLst>
          </p:cNvPr>
          <p:cNvSpPr>
            <a:spLocks noGrp="1"/>
          </p:cNvSpPr>
          <p:nvPr>
            <p:ph type="pic" sz="quarter" idx="88"/>
          </p:nvPr>
        </p:nvSpPr>
        <p:spPr>
          <a:xfrm>
            <a:off x="3588454" y="5152912"/>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71" name="Text Placeholder 7">
            <a:extLst>
              <a:ext uri="{FF2B5EF4-FFF2-40B4-BE49-F238E27FC236}">
                <a16:creationId xmlns:a16="http://schemas.microsoft.com/office/drawing/2014/main" id="{F0A4E703-0CB6-8D41-8B11-CDC79E494EEE}"/>
              </a:ext>
            </a:extLst>
          </p:cNvPr>
          <p:cNvSpPr>
            <a:spLocks noGrp="1"/>
          </p:cNvSpPr>
          <p:nvPr>
            <p:ph type="body" sz="quarter" idx="89" hasCustomPrompt="1"/>
          </p:nvPr>
        </p:nvSpPr>
        <p:spPr>
          <a:xfrm>
            <a:off x="3984883"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5" name="Picture Placeholder 3">
            <a:extLst>
              <a:ext uri="{FF2B5EF4-FFF2-40B4-BE49-F238E27FC236}">
                <a16:creationId xmlns:a16="http://schemas.microsoft.com/office/drawing/2014/main" id="{1DCBBC5A-83E1-534A-A729-2AAE15A559D1}"/>
              </a:ext>
            </a:extLst>
          </p:cNvPr>
          <p:cNvSpPr>
            <a:spLocks noGrp="1"/>
          </p:cNvSpPr>
          <p:nvPr>
            <p:ph type="pic" sz="quarter" idx="90"/>
          </p:nvPr>
        </p:nvSpPr>
        <p:spPr>
          <a:xfrm>
            <a:off x="711690" y="5677676"/>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96" name="Text Placeholder 7">
            <a:extLst>
              <a:ext uri="{FF2B5EF4-FFF2-40B4-BE49-F238E27FC236}">
                <a16:creationId xmlns:a16="http://schemas.microsoft.com/office/drawing/2014/main" id="{D7A1E629-C759-8A43-BBEE-5E84A4D978CA}"/>
              </a:ext>
            </a:extLst>
          </p:cNvPr>
          <p:cNvSpPr>
            <a:spLocks noGrp="1"/>
          </p:cNvSpPr>
          <p:nvPr>
            <p:ph type="body" sz="quarter" idx="91" hasCustomPrompt="1"/>
          </p:nvPr>
        </p:nvSpPr>
        <p:spPr>
          <a:xfrm>
            <a:off x="1108119"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7" name="Picture Placeholder 3">
            <a:extLst>
              <a:ext uri="{FF2B5EF4-FFF2-40B4-BE49-F238E27FC236}">
                <a16:creationId xmlns:a16="http://schemas.microsoft.com/office/drawing/2014/main" id="{32560AF2-6EDC-E545-AC85-CD3E6C2E8432}"/>
              </a:ext>
            </a:extLst>
          </p:cNvPr>
          <p:cNvSpPr>
            <a:spLocks noGrp="1"/>
          </p:cNvSpPr>
          <p:nvPr>
            <p:ph type="pic" sz="quarter" idx="92"/>
          </p:nvPr>
        </p:nvSpPr>
        <p:spPr>
          <a:xfrm>
            <a:off x="9300886" y="5677676"/>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98" name="Text Placeholder 7">
            <a:extLst>
              <a:ext uri="{FF2B5EF4-FFF2-40B4-BE49-F238E27FC236}">
                <a16:creationId xmlns:a16="http://schemas.microsoft.com/office/drawing/2014/main" id="{0BF57D0D-FFC1-8745-91E3-01339FD39DB6}"/>
              </a:ext>
            </a:extLst>
          </p:cNvPr>
          <p:cNvSpPr>
            <a:spLocks noGrp="1"/>
          </p:cNvSpPr>
          <p:nvPr>
            <p:ph type="body" sz="quarter" idx="93" hasCustomPrompt="1"/>
          </p:nvPr>
        </p:nvSpPr>
        <p:spPr>
          <a:xfrm>
            <a:off x="9697315"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9" name="Picture Placeholder 3">
            <a:extLst>
              <a:ext uri="{FF2B5EF4-FFF2-40B4-BE49-F238E27FC236}">
                <a16:creationId xmlns:a16="http://schemas.microsoft.com/office/drawing/2014/main" id="{98DE4193-D11C-344E-B5AB-974997CACEED}"/>
              </a:ext>
            </a:extLst>
          </p:cNvPr>
          <p:cNvSpPr>
            <a:spLocks noGrp="1"/>
          </p:cNvSpPr>
          <p:nvPr>
            <p:ph type="pic" sz="quarter" idx="94"/>
          </p:nvPr>
        </p:nvSpPr>
        <p:spPr>
          <a:xfrm>
            <a:off x="6437820" y="5677676"/>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00" name="Text Placeholder 7">
            <a:extLst>
              <a:ext uri="{FF2B5EF4-FFF2-40B4-BE49-F238E27FC236}">
                <a16:creationId xmlns:a16="http://schemas.microsoft.com/office/drawing/2014/main" id="{3765874A-1593-9045-B59A-2202C9F499A1}"/>
              </a:ext>
            </a:extLst>
          </p:cNvPr>
          <p:cNvSpPr>
            <a:spLocks noGrp="1"/>
          </p:cNvSpPr>
          <p:nvPr>
            <p:ph type="body" sz="quarter" idx="95" hasCustomPrompt="1"/>
          </p:nvPr>
        </p:nvSpPr>
        <p:spPr>
          <a:xfrm>
            <a:off x="6834251"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1" name="Picture Placeholder 3">
            <a:extLst>
              <a:ext uri="{FF2B5EF4-FFF2-40B4-BE49-F238E27FC236}">
                <a16:creationId xmlns:a16="http://schemas.microsoft.com/office/drawing/2014/main" id="{9EAEB5CC-1475-8842-A12E-5F1190B1EACB}"/>
              </a:ext>
            </a:extLst>
          </p:cNvPr>
          <p:cNvSpPr>
            <a:spLocks noGrp="1"/>
          </p:cNvSpPr>
          <p:nvPr>
            <p:ph type="pic" sz="quarter" idx="96"/>
          </p:nvPr>
        </p:nvSpPr>
        <p:spPr>
          <a:xfrm>
            <a:off x="3588454" y="5677676"/>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02" name="Text Placeholder 7">
            <a:extLst>
              <a:ext uri="{FF2B5EF4-FFF2-40B4-BE49-F238E27FC236}">
                <a16:creationId xmlns:a16="http://schemas.microsoft.com/office/drawing/2014/main" id="{6203C484-A713-F14B-94DA-4C6D5A4958CC}"/>
              </a:ext>
            </a:extLst>
          </p:cNvPr>
          <p:cNvSpPr>
            <a:spLocks noGrp="1"/>
          </p:cNvSpPr>
          <p:nvPr>
            <p:ph type="body" sz="quarter" idx="97" hasCustomPrompt="1"/>
          </p:nvPr>
        </p:nvSpPr>
        <p:spPr>
          <a:xfrm>
            <a:off x="3984883"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4" name="Text Placeholder 6">
            <a:extLst>
              <a:ext uri="{FF2B5EF4-FFF2-40B4-BE49-F238E27FC236}">
                <a16:creationId xmlns:a16="http://schemas.microsoft.com/office/drawing/2014/main" id="{125F027B-F432-97D0-4000-2DD17AFB9473}"/>
              </a:ext>
            </a:extLst>
          </p:cNvPr>
          <p:cNvSpPr>
            <a:spLocks noGrp="1"/>
          </p:cNvSpPr>
          <p:nvPr>
            <p:ph type="body" sz="quarter" idx="98"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33609747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hoto grid 1">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711200" y="1650808"/>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3" name="Picture Placeholder 3"/>
          <p:cNvSpPr>
            <a:spLocks noGrp="1"/>
          </p:cNvSpPr>
          <p:nvPr>
            <p:ph type="pic" sz="quarter" idx="11"/>
          </p:nvPr>
        </p:nvSpPr>
        <p:spPr>
          <a:xfrm>
            <a:off x="711200" y="3946044"/>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4" name="Picture Placeholder 3"/>
          <p:cNvSpPr>
            <a:spLocks noGrp="1"/>
          </p:cNvSpPr>
          <p:nvPr>
            <p:ph type="pic" sz="quarter" idx="12"/>
          </p:nvPr>
        </p:nvSpPr>
        <p:spPr>
          <a:xfrm>
            <a:off x="6087533" y="1650808"/>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5" name="Picture Placeholder 3"/>
          <p:cNvSpPr>
            <a:spLocks noGrp="1"/>
          </p:cNvSpPr>
          <p:nvPr>
            <p:ph type="pic" sz="quarter" idx="13"/>
          </p:nvPr>
        </p:nvSpPr>
        <p:spPr>
          <a:xfrm>
            <a:off x="6087533" y="3946044"/>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8" name="Text Placeholder 7"/>
          <p:cNvSpPr>
            <a:spLocks noGrp="1"/>
          </p:cNvSpPr>
          <p:nvPr>
            <p:ph type="body" sz="quarter" idx="14" hasCustomPrompt="1"/>
          </p:nvPr>
        </p:nvSpPr>
        <p:spPr>
          <a:xfrm>
            <a:off x="2708570" y="215880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dirty="0"/>
              <a:t>Place title here</a:t>
            </a:r>
          </a:p>
        </p:txBody>
      </p:sp>
      <p:sp>
        <p:nvSpPr>
          <p:cNvPr id="9" name="Text Placeholder 7"/>
          <p:cNvSpPr>
            <a:spLocks noGrp="1"/>
          </p:cNvSpPr>
          <p:nvPr>
            <p:ph type="body" sz="quarter" idx="15" hasCustomPrompt="1"/>
          </p:nvPr>
        </p:nvSpPr>
        <p:spPr>
          <a:xfrm>
            <a:off x="2708570" y="2565210"/>
            <a:ext cx="2997201" cy="406401"/>
          </a:xfrm>
          <a:prstGeom prst="rect">
            <a:avLst/>
          </a:prstGeom>
        </p:spPr>
        <p:txBody>
          <a:bodyPr/>
          <a:lstStyle>
            <a:lvl1pPr marL="0" indent="0">
              <a:buNone/>
              <a:defRPr sz="1300" baseline="0">
                <a:solidFill>
                  <a:schemeClr val="tx1"/>
                </a:solidFill>
              </a:defRPr>
            </a:lvl1pPr>
          </a:lstStyle>
          <a:p>
            <a:pPr lvl="0"/>
            <a:r>
              <a:rPr lang="en-US" dirty="0"/>
              <a:t>Place text here</a:t>
            </a:r>
          </a:p>
        </p:txBody>
      </p:sp>
      <p:sp>
        <p:nvSpPr>
          <p:cNvPr id="10" name="Text Placeholder 7"/>
          <p:cNvSpPr>
            <a:spLocks noGrp="1"/>
          </p:cNvSpPr>
          <p:nvPr>
            <p:ph type="body" sz="quarter" idx="16" hasCustomPrompt="1"/>
          </p:nvPr>
        </p:nvSpPr>
        <p:spPr>
          <a:xfrm>
            <a:off x="2708570" y="449156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dirty="0"/>
              <a:t>Place title here</a:t>
            </a:r>
          </a:p>
        </p:txBody>
      </p:sp>
      <p:sp>
        <p:nvSpPr>
          <p:cNvPr id="11" name="Text Placeholder 7"/>
          <p:cNvSpPr>
            <a:spLocks noGrp="1"/>
          </p:cNvSpPr>
          <p:nvPr>
            <p:ph type="body" sz="quarter" idx="17" hasCustomPrompt="1"/>
          </p:nvPr>
        </p:nvSpPr>
        <p:spPr>
          <a:xfrm>
            <a:off x="2708570" y="4897970"/>
            <a:ext cx="2997201" cy="406401"/>
          </a:xfrm>
          <a:prstGeom prst="rect">
            <a:avLst/>
          </a:prstGeom>
        </p:spPr>
        <p:txBody>
          <a:bodyPr/>
          <a:lstStyle>
            <a:lvl1pPr marL="0" indent="0">
              <a:buNone/>
              <a:defRPr sz="1300" baseline="0">
                <a:solidFill>
                  <a:schemeClr val="tx1"/>
                </a:solidFill>
              </a:defRPr>
            </a:lvl1pPr>
          </a:lstStyle>
          <a:p>
            <a:pPr lvl="0"/>
            <a:r>
              <a:rPr lang="en-US" dirty="0"/>
              <a:t>Place text here</a:t>
            </a:r>
          </a:p>
        </p:txBody>
      </p:sp>
      <p:sp>
        <p:nvSpPr>
          <p:cNvPr id="12" name="Text Placeholder 7"/>
          <p:cNvSpPr>
            <a:spLocks noGrp="1"/>
          </p:cNvSpPr>
          <p:nvPr>
            <p:ph type="body" sz="quarter" idx="18" hasCustomPrompt="1"/>
          </p:nvPr>
        </p:nvSpPr>
        <p:spPr>
          <a:xfrm>
            <a:off x="8079516" y="215880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dirty="0"/>
              <a:t>Place title here</a:t>
            </a:r>
          </a:p>
        </p:txBody>
      </p:sp>
      <p:sp>
        <p:nvSpPr>
          <p:cNvPr id="13" name="Text Placeholder 7"/>
          <p:cNvSpPr>
            <a:spLocks noGrp="1"/>
          </p:cNvSpPr>
          <p:nvPr>
            <p:ph type="body" sz="quarter" idx="19" hasCustomPrompt="1"/>
          </p:nvPr>
        </p:nvSpPr>
        <p:spPr>
          <a:xfrm>
            <a:off x="8079516" y="2565210"/>
            <a:ext cx="2997201" cy="406401"/>
          </a:xfrm>
          <a:prstGeom prst="rect">
            <a:avLst/>
          </a:prstGeom>
        </p:spPr>
        <p:txBody>
          <a:bodyPr/>
          <a:lstStyle>
            <a:lvl1pPr marL="0" indent="0">
              <a:buNone/>
              <a:defRPr sz="1300" baseline="0">
                <a:solidFill>
                  <a:schemeClr val="tx1"/>
                </a:solidFill>
              </a:defRPr>
            </a:lvl1pPr>
          </a:lstStyle>
          <a:p>
            <a:pPr lvl="0"/>
            <a:r>
              <a:rPr lang="en-US" dirty="0"/>
              <a:t>Place text here</a:t>
            </a:r>
          </a:p>
        </p:txBody>
      </p:sp>
      <p:sp>
        <p:nvSpPr>
          <p:cNvPr id="14" name="Text Placeholder 7"/>
          <p:cNvSpPr>
            <a:spLocks noGrp="1"/>
          </p:cNvSpPr>
          <p:nvPr>
            <p:ph type="body" sz="quarter" idx="20" hasCustomPrompt="1"/>
          </p:nvPr>
        </p:nvSpPr>
        <p:spPr>
          <a:xfrm>
            <a:off x="8079516" y="449156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dirty="0"/>
              <a:t>Place title here</a:t>
            </a:r>
          </a:p>
        </p:txBody>
      </p:sp>
      <p:sp>
        <p:nvSpPr>
          <p:cNvPr id="15" name="Text Placeholder 7"/>
          <p:cNvSpPr>
            <a:spLocks noGrp="1"/>
          </p:cNvSpPr>
          <p:nvPr>
            <p:ph type="body" sz="quarter" idx="21" hasCustomPrompt="1"/>
          </p:nvPr>
        </p:nvSpPr>
        <p:spPr>
          <a:xfrm>
            <a:off x="8079516" y="4897970"/>
            <a:ext cx="2997201" cy="406401"/>
          </a:xfrm>
          <a:prstGeom prst="rect">
            <a:avLst/>
          </a:prstGeom>
        </p:spPr>
        <p:txBody>
          <a:bodyPr/>
          <a:lstStyle>
            <a:lvl1pPr marL="0" indent="0">
              <a:buNone/>
              <a:defRPr sz="1300" baseline="0">
                <a:solidFill>
                  <a:schemeClr val="tx1"/>
                </a:solidFill>
              </a:defRPr>
            </a:lvl1pPr>
          </a:lstStyle>
          <a:p>
            <a:pPr lvl="0"/>
            <a:r>
              <a:rPr lang="en-US" dirty="0"/>
              <a:t>Place text here</a:t>
            </a:r>
          </a:p>
        </p:txBody>
      </p:sp>
      <p:sp>
        <p:nvSpPr>
          <p:cNvPr id="17" name="Text Placeholder 6">
            <a:extLst>
              <a:ext uri="{FF2B5EF4-FFF2-40B4-BE49-F238E27FC236}">
                <a16:creationId xmlns:a16="http://schemas.microsoft.com/office/drawing/2014/main" id="{3DEB8E48-2D47-6099-899C-CC43C4DAD7E9}"/>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18" name="Text Placeholder 2">
            <a:extLst>
              <a:ext uri="{FF2B5EF4-FFF2-40B4-BE49-F238E27FC236}">
                <a16:creationId xmlns:a16="http://schemas.microsoft.com/office/drawing/2014/main" id="{F06F0745-63A2-1254-09D6-046F1BA1A66E}"/>
              </a:ext>
            </a:extLst>
          </p:cNvPr>
          <p:cNvSpPr>
            <a:spLocks noGrp="1"/>
          </p:cNvSpPr>
          <p:nvPr>
            <p:ph type="body" sz="quarter" idx="83"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764436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Photo grid 2">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995219" y="2413195"/>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3" name="Picture Placeholder 3"/>
          <p:cNvSpPr>
            <a:spLocks noGrp="1"/>
          </p:cNvSpPr>
          <p:nvPr>
            <p:ph type="pic" sz="quarter" idx="11"/>
          </p:nvPr>
        </p:nvSpPr>
        <p:spPr>
          <a:xfrm>
            <a:off x="3770748" y="2413195"/>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9" name="Text Placeholder 7"/>
          <p:cNvSpPr>
            <a:spLocks noGrp="1"/>
          </p:cNvSpPr>
          <p:nvPr>
            <p:ph type="body" sz="quarter" idx="15" hasCustomPrompt="1"/>
          </p:nvPr>
        </p:nvSpPr>
        <p:spPr>
          <a:xfrm>
            <a:off x="660399" y="4449429"/>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6" name="Picture Placeholder 3"/>
          <p:cNvSpPr>
            <a:spLocks noGrp="1"/>
          </p:cNvSpPr>
          <p:nvPr>
            <p:ph type="pic" sz="quarter" idx="16"/>
          </p:nvPr>
        </p:nvSpPr>
        <p:spPr>
          <a:xfrm>
            <a:off x="6546277" y="2413195"/>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7" name="Picture Placeholder 3"/>
          <p:cNvSpPr>
            <a:spLocks noGrp="1"/>
          </p:cNvSpPr>
          <p:nvPr>
            <p:ph type="pic" sz="quarter" idx="17"/>
          </p:nvPr>
        </p:nvSpPr>
        <p:spPr>
          <a:xfrm>
            <a:off x="9321807" y="2413195"/>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8" name="Text Placeholder 7"/>
          <p:cNvSpPr>
            <a:spLocks noGrp="1"/>
          </p:cNvSpPr>
          <p:nvPr>
            <p:ph type="body" sz="quarter" idx="18" hasCustomPrompt="1"/>
          </p:nvPr>
        </p:nvSpPr>
        <p:spPr>
          <a:xfrm>
            <a:off x="3435928" y="4449429"/>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9" name="Text Placeholder 7"/>
          <p:cNvSpPr>
            <a:spLocks noGrp="1"/>
          </p:cNvSpPr>
          <p:nvPr>
            <p:ph type="body" sz="quarter" idx="19" hasCustomPrompt="1"/>
          </p:nvPr>
        </p:nvSpPr>
        <p:spPr>
          <a:xfrm>
            <a:off x="6211457" y="4449428"/>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20" name="Text Placeholder 7"/>
          <p:cNvSpPr>
            <a:spLocks noGrp="1"/>
          </p:cNvSpPr>
          <p:nvPr>
            <p:ph type="body" sz="quarter" idx="20" hasCustomPrompt="1"/>
          </p:nvPr>
        </p:nvSpPr>
        <p:spPr>
          <a:xfrm>
            <a:off x="8986987" y="4449428"/>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3" name="Text Placeholder 6">
            <a:extLst>
              <a:ext uri="{FF2B5EF4-FFF2-40B4-BE49-F238E27FC236}">
                <a16:creationId xmlns:a16="http://schemas.microsoft.com/office/drawing/2014/main" id="{50803B00-0EE4-C61E-4729-4F2D43BC9D87}"/>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14" name="Text Placeholder 2">
            <a:extLst>
              <a:ext uri="{FF2B5EF4-FFF2-40B4-BE49-F238E27FC236}">
                <a16:creationId xmlns:a16="http://schemas.microsoft.com/office/drawing/2014/main" id="{D2C895CD-0B4F-C354-1D22-FA1B2FD3F33B}"/>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7027620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hoto grid 3">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471039" y="2143624"/>
            <a:ext cx="2367941" cy="2367941"/>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3" name="Picture Placeholder 3"/>
          <p:cNvSpPr>
            <a:spLocks noGrp="1"/>
          </p:cNvSpPr>
          <p:nvPr>
            <p:ph type="pic" sz="quarter" idx="11"/>
          </p:nvPr>
        </p:nvSpPr>
        <p:spPr>
          <a:xfrm>
            <a:off x="4849684" y="2143624"/>
            <a:ext cx="2367941" cy="2367941"/>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9" name="Text Placeholder 7"/>
          <p:cNvSpPr>
            <a:spLocks noGrp="1"/>
          </p:cNvSpPr>
          <p:nvPr>
            <p:ph type="body" sz="quarter" idx="15" hasCustomPrompt="1"/>
          </p:nvPr>
        </p:nvSpPr>
        <p:spPr>
          <a:xfrm>
            <a:off x="1405788" y="4817925"/>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6" name="Picture Placeholder 3"/>
          <p:cNvSpPr>
            <a:spLocks noGrp="1"/>
          </p:cNvSpPr>
          <p:nvPr>
            <p:ph type="pic" sz="quarter" idx="16"/>
          </p:nvPr>
        </p:nvSpPr>
        <p:spPr>
          <a:xfrm>
            <a:off x="8228328" y="2143624"/>
            <a:ext cx="2367941" cy="2367941"/>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8" name="Text Placeholder 7"/>
          <p:cNvSpPr>
            <a:spLocks noGrp="1"/>
          </p:cNvSpPr>
          <p:nvPr>
            <p:ph type="body" sz="quarter" idx="18" hasCustomPrompt="1"/>
          </p:nvPr>
        </p:nvSpPr>
        <p:spPr>
          <a:xfrm>
            <a:off x="4784435" y="4817925"/>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9" name="Text Placeholder 7"/>
          <p:cNvSpPr>
            <a:spLocks noGrp="1"/>
          </p:cNvSpPr>
          <p:nvPr>
            <p:ph type="body" sz="quarter" idx="19" hasCustomPrompt="1"/>
          </p:nvPr>
        </p:nvSpPr>
        <p:spPr>
          <a:xfrm>
            <a:off x="8163079" y="4817924"/>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1" name="Text Placeholder 6">
            <a:extLst>
              <a:ext uri="{FF2B5EF4-FFF2-40B4-BE49-F238E27FC236}">
                <a16:creationId xmlns:a16="http://schemas.microsoft.com/office/drawing/2014/main" id="{66C0B82B-6F6E-E1F1-69CE-89CB9D2191BF}"/>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12" name="Text Placeholder 2">
            <a:extLst>
              <a:ext uri="{FF2B5EF4-FFF2-40B4-BE49-F238E27FC236}">
                <a16:creationId xmlns:a16="http://schemas.microsoft.com/office/drawing/2014/main" id="{71920B54-2EBF-B031-EB94-7A543B266B68}"/>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5697533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hoto grid 4">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471039" y="2143624"/>
            <a:ext cx="2367941" cy="2367941"/>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3" name="Picture Placeholder 3"/>
          <p:cNvSpPr>
            <a:spLocks noGrp="1"/>
          </p:cNvSpPr>
          <p:nvPr>
            <p:ph type="pic" sz="quarter" idx="11"/>
          </p:nvPr>
        </p:nvSpPr>
        <p:spPr>
          <a:xfrm>
            <a:off x="4849684" y="2143624"/>
            <a:ext cx="2367941" cy="2367941"/>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9" name="Text Placeholder 7"/>
          <p:cNvSpPr>
            <a:spLocks noGrp="1"/>
          </p:cNvSpPr>
          <p:nvPr>
            <p:ph type="body" sz="quarter" idx="15" hasCustomPrompt="1"/>
          </p:nvPr>
        </p:nvSpPr>
        <p:spPr>
          <a:xfrm>
            <a:off x="1405788" y="4817925"/>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6" name="Picture Placeholder 3"/>
          <p:cNvSpPr>
            <a:spLocks noGrp="1"/>
          </p:cNvSpPr>
          <p:nvPr>
            <p:ph type="pic" sz="quarter" idx="16"/>
          </p:nvPr>
        </p:nvSpPr>
        <p:spPr>
          <a:xfrm>
            <a:off x="8228328" y="2143624"/>
            <a:ext cx="2367941" cy="2367941"/>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8" name="Text Placeholder 7"/>
          <p:cNvSpPr>
            <a:spLocks noGrp="1"/>
          </p:cNvSpPr>
          <p:nvPr>
            <p:ph type="body" sz="quarter" idx="18" hasCustomPrompt="1"/>
          </p:nvPr>
        </p:nvSpPr>
        <p:spPr>
          <a:xfrm>
            <a:off x="4784435" y="4817925"/>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9" name="Text Placeholder 7"/>
          <p:cNvSpPr>
            <a:spLocks noGrp="1"/>
          </p:cNvSpPr>
          <p:nvPr>
            <p:ph type="body" sz="quarter" idx="19" hasCustomPrompt="1"/>
          </p:nvPr>
        </p:nvSpPr>
        <p:spPr>
          <a:xfrm>
            <a:off x="8163079" y="4817924"/>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1" name="Text Placeholder 6">
            <a:extLst>
              <a:ext uri="{FF2B5EF4-FFF2-40B4-BE49-F238E27FC236}">
                <a16:creationId xmlns:a16="http://schemas.microsoft.com/office/drawing/2014/main" id="{7CABE2E7-E078-26DB-4F0D-5DDB55E4CF1E}"/>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12" name="Text Placeholder 2">
            <a:extLst>
              <a:ext uri="{FF2B5EF4-FFF2-40B4-BE49-F238E27FC236}">
                <a16:creationId xmlns:a16="http://schemas.microsoft.com/office/drawing/2014/main" id="{BBFBD563-070B-FA44-E0C3-00C57DF2D622}"/>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930574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hoto grid 5">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277249" y="1430868"/>
            <a:ext cx="2755521" cy="3742549"/>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9" name="Text Placeholder 7"/>
          <p:cNvSpPr>
            <a:spLocks noGrp="1"/>
          </p:cNvSpPr>
          <p:nvPr>
            <p:ph type="body" sz="quarter" idx="15" hasCustomPrompt="1"/>
          </p:nvPr>
        </p:nvSpPr>
        <p:spPr>
          <a:xfrm>
            <a:off x="1405788" y="5479776"/>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8" name="Text Placeholder 7"/>
          <p:cNvSpPr>
            <a:spLocks noGrp="1"/>
          </p:cNvSpPr>
          <p:nvPr>
            <p:ph type="body" sz="quarter" idx="18" hasCustomPrompt="1"/>
          </p:nvPr>
        </p:nvSpPr>
        <p:spPr>
          <a:xfrm>
            <a:off x="4784435" y="5479776"/>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9" name="Text Placeholder 7"/>
          <p:cNvSpPr>
            <a:spLocks noGrp="1"/>
          </p:cNvSpPr>
          <p:nvPr>
            <p:ph type="body" sz="quarter" idx="19" hasCustomPrompt="1"/>
          </p:nvPr>
        </p:nvSpPr>
        <p:spPr>
          <a:xfrm>
            <a:off x="8163079" y="5479774"/>
            <a:ext cx="2498440" cy="406401"/>
          </a:xfrm>
          <a:prstGeom prst="rect">
            <a:avLst/>
          </a:prstGeom>
        </p:spPr>
        <p:txBody>
          <a:bodyPr/>
          <a:lstStyle>
            <a:lvl1pPr marL="0" indent="0" algn="ctr">
              <a:buNone/>
              <a:defRPr sz="1867" baseline="0">
                <a:solidFill>
                  <a:schemeClr val="tx1"/>
                </a:solidFill>
              </a:defRPr>
            </a:lvl1pPr>
          </a:lstStyle>
          <a:p>
            <a:pPr lvl="0"/>
            <a:r>
              <a:rPr lang="en-US" dirty="0"/>
              <a:t>Place text here</a:t>
            </a:r>
          </a:p>
        </p:txBody>
      </p:sp>
      <p:sp>
        <p:nvSpPr>
          <p:cNvPr id="10" name="Picture Placeholder 3">
            <a:extLst>
              <a:ext uri="{FF2B5EF4-FFF2-40B4-BE49-F238E27FC236}">
                <a16:creationId xmlns:a16="http://schemas.microsoft.com/office/drawing/2014/main" id="{5912C578-2CFA-2609-B2B9-3A660B33A60F}"/>
              </a:ext>
            </a:extLst>
          </p:cNvPr>
          <p:cNvSpPr>
            <a:spLocks noGrp="1"/>
          </p:cNvSpPr>
          <p:nvPr>
            <p:ph type="pic" sz="quarter" idx="20"/>
          </p:nvPr>
        </p:nvSpPr>
        <p:spPr>
          <a:xfrm>
            <a:off x="4709773" y="1430868"/>
            <a:ext cx="2755521" cy="3742549"/>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1" name="Picture Placeholder 3">
            <a:extLst>
              <a:ext uri="{FF2B5EF4-FFF2-40B4-BE49-F238E27FC236}">
                <a16:creationId xmlns:a16="http://schemas.microsoft.com/office/drawing/2014/main" id="{75019E6F-7EDE-0A1E-A05A-9C903808C1F4}"/>
              </a:ext>
            </a:extLst>
          </p:cNvPr>
          <p:cNvSpPr>
            <a:spLocks noGrp="1"/>
          </p:cNvSpPr>
          <p:nvPr>
            <p:ph type="pic" sz="quarter" idx="21"/>
          </p:nvPr>
        </p:nvSpPr>
        <p:spPr>
          <a:xfrm>
            <a:off x="8034540" y="1430868"/>
            <a:ext cx="2755521" cy="3742549"/>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2" name="Text Placeholder 6">
            <a:extLst>
              <a:ext uri="{FF2B5EF4-FFF2-40B4-BE49-F238E27FC236}">
                <a16:creationId xmlns:a16="http://schemas.microsoft.com/office/drawing/2014/main" id="{F1968240-A2D7-3AFB-E139-4C8B1C67EA55}"/>
              </a:ext>
            </a:extLst>
          </p:cNvPr>
          <p:cNvSpPr>
            <a:spLocks noGrp="1"/>
          </p:cNvSpPr>
          <p:nvPr>
            <p:ph type="body" sz="quarter" idx="90"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16277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Photo grid 6">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3" y="2"/>
            <a:ext cx="2737152" cy="4409831"/>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3" name="Picture Placeholder 6">
            <a:extLst>
              <a:ext uri="{FF2B5EF4-FFF2-40B4-BE49-F238E27FC236}">
                <a16:creationId xmlns:a16="http://schemas.microsoft.com/office/drawing/2014/main" id="{4C8B1DB1-55C6-E44A-9630-610A391F3189}"/>
              </a:ext>
            </a:extLst>
          </p:cNvPr>
          <p:cNvSpPr>
            <a:spLocks noGrp="1"/>
          </p:cNvSpPr>
          <p:nvPr>
            <p:ph type="pic" sz="quarter" idx="33"/>
          </p:nvPr>
        </p:nvSpPr>
        <p:spPr>
          <a:xfrm>
            <a:off x="6087533" y="4645904"/>
            <a:ext cx="2737152" cy="2212096"/>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4" name="Picture Placeholder 6">
            <a:extLst>
              <a:ext uri="{FF2B5EF4-FFF2-40B4-BE49-F238E27FC236}">
                <a16:creationId xmlns:a16="http://schemas.microsoft.com/office/drawing/2014/main" id="{00000B7C-B9C2-3692-DA0C-7CD43971473C}"/>
              </a:ext>
            </a:extLst>
          </p:cNvPr>
          <p:cNvSpPr>
            <a:spLocks noGrp="1"/>
          </p:cNvSpPr>
          <p:nvPr>
            <p:ph type="pic" sz="quarter" idx="34"/>
          </p:nvPr>
        </p:nvSpPr>
        <p:spPr>
          <a:xfrm>
            <a:off x="9106505" y="2448171"/>
            <a:ext cx="2737152" cy="4409831"/>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6" name="Picture Placeholder 6">
            <a:extLst>
              <a:ext uri="{FF2B5EF4-FFF2-40B4-BE49-F238E27FC236}">
                <a16:creationId xmlns:a16="http://schemas.microsoft.com/office/drawing/2014/main" id="{66766FEE-7FB9-ABDC-C0E5-6CCEACB6769D}"/>
              </a:ext>
            </a:extLst>
          </p:cNvPr>
          <p:cNvSpPr>
            <a:spLocks noGrp="1"/>
          </p:cNvSpPr>
          <p:nvPr>
            <p:ph type="pic" sz="quarter" idx="35"/>
          </p:nvPr>
        </p:nvSpPr>
        <p:spPr>
          <a:xfrm>
            <a:off x="9106505" y="-7181"/>
            <a:ext cx="2737152" cy="2212096"/>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1" name="Title 1">
            <a:extLst>
              <a:ext uri="{FF2B5EF4-FFF2-40B4-BE49-F238E27FC236}">
                <a16:creationId xmlns:a16="http://schemas.microsoft.com/office/drawing/2014/main" id="{A089A6F4-712F-CDCA-8B9E-9557816C62EB}"/>
              </a:ext>
            </a:extLst>
          </p:cNvPr>
          <p:cNvSpPr>
            <a:spLocks noGrp="1"/>
          </p:cNvSpPr>
          <p:nvPr>
            <p:ph type="ctrTitle" hasCustomPrompt="1"/>
          </p:nvPr>
        </p:nvSpPr>
        <p:spPr>
          <a:xfrm>
            <a:off x="632125" y="176182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17" name="Text Placeholder 2">
            <a:extLst>
              <a:ext uri="{FF2B5EF4-FFF2-40B4-BE49-F238E27FC236}">
                <a16:creationId xmlns:a16="http://schemas.microsoft.com/office/drawing/2014/main" id="{972BF7ED-AC89-B066-6405-86D841A4EB03}"/>
              </a:ext>
            </a:extLst>
          </p:cNvPr>
          <p:cNvSpPr>
            <a:spLocks noGrp="1"/>
          </p:cNvSpPr>
          <p:nvPr>
            <p:ph type="body" sz="quarter" idx="16" hasCustomPrompt="1"/>
          </p:nvPr>
        </p:nvSpPr>
        <p:spPr>
          <a:xfrm>
            <a:off x="632125" y="2372473"/>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0A9F1691-DBBD-8959-76B0-C07758051C17}"/>
              </a:ext>
            </a:extLst>
          </p:cNvPr>
          <p:cNvSpPr>
            <a:spLocks noGrp="1"/>
          </p:cNvSpPr>
          <p:nvPr>
            <p:ph type="body" sz="quarter" idx="30" hasCustomPrompt="1"/>
          </p:nvPr>
        </p:nvSpPr>
        <p:spPr>
          <a:xfrm>
            <a:off x="632125" y="2803020"/>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2" name="Text Placeholder 2">
            <a:extLst>
              <a:ext uri="{FF2B5EF4-FFF2-40B4-BE49-F238E27FC236}">
                <a16:creationId xmlns:a16="http://schemas.microsoft.com/office/drawing/2014/main" id="{C9340E82-B158-1238-2658-3BE2D616C842}"/>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7292441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184057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6AD5A65-A7EB-424E-8ADF-62E6668815B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038770" y="2921000"/>
            <a:ext cx="2114461" cy="874949"/>
          </a:xfrm>
          <a:prstGeom prst="rect">
            <a:avLst/>
          </a:prstGeom>
        </p:spPr>
      </p:pic>
    </p:spTree>
    <p:extLst>
      <p:ext uri="{BB962C8B-B14F-4D97-AF65-F5344CB8AC3E}">
        <p14:creationId xmlns:p14="http://schemas.microsoft.com/office/powerpoint/2010/main" val="23415464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Sky Closing">
    <p:bg>
      <p:bgPr>
        <a:solidFill>
          <a:schemeClr val="accent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6AD5A65-A7EB-424E-8ADF-62E6668815B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038770" y="2921000"/>
            <a:ext cx="2114461" cy="874949"/>
          </a:xfrm>
          <a:prstGeom prst="rect">
            <a:avLst/>
          </a:prstGeom>
        </p:spPr>
      </p:pic>
    </p:spTree>
    <p:extLst>
      <p:ext uri="{BB962C8B-B14F-4D97-AF65-F5344CB8AC3E}">
        <p14:creationId xmlns:p14="http://schemas.microsoft.com/office/powerpoint/2010/main" val="11725309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E15DC-13D9-1073-B325-ED1D478402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493ACCA-2BCE-FAD5-E542-1FEF2A7EE8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0128B99-7BDB-96A3-E083-49CD2FE11CC2}"/>
              </a:ext>
            </a:extLst>
          </p:cNvPr>
          <p:cNvSpPr>
            <a:spLocks noGrp="1"/>
          </p:cNvSpPr>
          <p:nvPr>
            <p:ph type="dt" sz="half" idx="10"/>
          </p:nvPr>
        </p:nvSpPr>
        <p:spPr/>
        <p:txBody>
          <a:bodyPr/>
          <a:lstStyle/>
          <a:p>
            <a:fld id="{6446AF3B-EBBF-438F-A8FE-941713A0C667}" type="datetimeFigureOut">
              <a:rPr lang="en-GB" smtClean="0"/>
              <a:t>23/06/2026</a:t>
            </a:fld>
            <a:endParaRPr lang="en-GB"/>
          </a:p>
        </p:txBody>
      </p:sp>
      <p:sp>
        <p:nvSpPr>
          <p:cNvPr id="5" name="Footer Placeholder 4">
            <a:extLst>
              <a:ext uri="{FF2B5EF4-FFF2-40B4-BE49-F238E27FC236}">
                <a16:creationId xmlns:a16="http://schemas.microsoft.com/office/drawing/2014/main" id="{2D60CAB5-A245-544F-F7E9-9E5CA8F9EB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3DC0A78-AE6A-6A70-E02C-C32183431484}"/>
              </a:ext>
            </a:extLst>
          </p:cNvPr>
          <p:cNvSpPr>
            <a:spLocks noGrp="1"/>
          </p:cNvSpPr>
          <p:nvPr>
            <p:ph type="sldNum" sz="quarter" idx="12"/>
          </p:nvPr>
        </p:nvSpPr>
        <p:spPr/>
        <p:txBody>
          <a:bodyPr/>
          <a:lstStyle/>
          <a:p>
            <a:fld id="{5E8229BB-CABC-41A3-86A1-8C84C1392765}" type="slidenum">
              <a:rPr lang="en-GB" smtClean="0"/>
              <a:t>‹#›</a:t>
            </a:fld>
            <a:endParaRPr lang="en-GB"/>
          </a:p>
        </p:txBody>
      </p:sp>
    </p:spTree>
    <p:extLst>
      <p:ext uri="{BB962C8B-B14F-4D97-AF65-F5344CB8AC3E}">
        <p14:creationId xmlns:p14="http://schemas.microsoft.com/office/powerpoint/2010/main" val="361650493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Title Midnight">
    <p:spTree>
      <p:nvGrpSpPr>
        <p:cNvPr id="1" name=""/>
        <p:cNvGrpSpPr/>
        <p:nvPr/>
      </p:nvGrpSpPr>
      <p:grpSpPr>
        <a:xfrm>
          <a:off x="0" y="0"/>
          <a:ext cx="0" cy="0"/>
          <a:chOff x="0" y="0"/>
          <a:chExt cx="0" cy="0"/>
        </a:xfrm>
      </p:grpSpPr>
      <p:pic>
        <p:nvPicPr>
          <p:cNvPr id="25" name="Picture 7">
            <a:extLst>
              <a:ext uri="{FF2B5EF4-FFF2-40B4-BE49-F238E27FC236}">
                <a16:creationId xmlns:a16="http://schemas.microsoft.com/office/drawing/2014/main" id="{C5A29C15-48D7-6644-9164-6F819B3D7D8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868042" y="431800"/>
            <a:ext cx="714359" cy="375341"/>
          </a:xfrm>
          <a:prstGeom prst="rect">
            <a:avLst/>
          </a:prstGeom>
        </p:spPr>
      </p:pic>
      <p:sp>
        <p:nvSpPr>
          <p:cNvPr id="7" name="Title 1">
            <a:extLst>
              <a:ext uri="{FF2B5EF4-FFF2-40B4-BE49-F238E27FC236}">
                <a16:creationId xmlns:a16="http://schemas.microsoft.com/office/drawing/2014/main" id="{FB1806B9-59E1-8EE1-4B4C-90B4D0E1F8B6}"/>
              </a:ext>
            </a:extLst>
          </p:cNvPr>
          <p:cNvSpPr>
            <a:spLocks noGrp="1"/>
          </p:cNvSpPr>
          <p:nvPr>
            <p:ph type="ctrTitle" hasCustomPrompt="1"/>
          </p:nvPr>
        </p:nvSpPr>
        <p:spPr>
          <a:xfrm>
            <a:off x="609600" y="3200817"/>
            <a:ext cx="10972800" cy="1504200"/>
          </a:xfrm>
          <a:prstGeom prst="rect">
            <a:avLst/>
          </a:prstGeom>
        </p:spPr>
        <p:txBody>
          <a:bodyPr lIns="0" tIns="0" rIns="0" bIns="0" anchor="b" anchorCtr="0"/>
          <a:lstStyle>
            <a:lvl1pPr marL="0" indent="0" algn="r">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11" name="Subtitle">
            <a:extLst>
              <a:ext uri="{FF2B5EF4-FFF2-40B4-BE49-F238E27FC236}">
                <a16:creationId xmlns:a16="http://schemas.microsoft.com/office/drawing/2014/main" id="{0752FE33-C659-2420-3AB6-DE44957C4B0C}"/>
              </a:ext>
            </a:extLst>
          </p:cNvPr>
          <p:cNvSpPr>
            <a:spLocks noGrp="1"/>
          </p:cNvSpPr>
          <p:nvPr>
            <p:ph type="body" sz="quarter" idx="13" hasCustomPrompt="1"/>
          </p:nvPr>
        </p:nvSpPr>
        <p:spPr>
          <a:xfrm>
            <a:off x="609600" y="4807254"/>
            <a:ext cx="10972800" cy="398668"/>
          </a:xfrm>
          <a:prstGeom prst="rect">
            <a:avLst/>
          </a:prstGeom>
        </p:spPr>
        <p:txBody>
          <a:bodyPr lIns="0" tIns="0" rIns="0" bIns="0"/>
          <a:lstStyle>
            <a:lvl1pPr marL="0" indent="0" algn="r">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2" name="Speaker Name">
            <a:extLst>
              <a:ext uri="{FF2B5EF4-FFF2-40B4-BE49-F238E27FC236}">
                <a16:creationId xmlns:a16="http://schemas.microsoft.com/office/drawing/2014/main" id="{41F71C68-0397-BAD0-2DDC-F934B0E3B241}"/>
              </a:ext>
            </a:extLst>
          </p:cNvPr>
          <p:cNvSpPr>
            <a:spLocks noGrp="1"/>
          </p:cNvSpPr>
          <p:nvPr>
            <p:ph type="subTitle" idx="1" hasCustomPrompt="1"/>
          </p:nvPr>
        </p:nvSpPr>
        <p:spPr>
          <a:xfrm>
            <a:off x="609600" y="5314225"/>
            <a:ext cx="10972800" cy="807177"/>
          </a:xfrm>
          <a:prstGeom prst="rect">
            <a:avLst/>
          </a:prstGeom>
        </p:spPr>
        <p:txBody>
          <a:bodyPr lIns="0" tIns="0" rIns="0" bIns="0" anchor="t" anchorCtr="0">
            <a:noAutofit/>
          </a:bodyPr>
          <a:lstStyle>
            <a:lvl1pPr marL="0" indent="0" algn="r">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14" name="Picture 13" descr="A close up of a bicycle wheel&#10;&#10;Description automatically generated with medium confidence">
            <a:extLst>
              <a:ext uri="{FF2B5EF4-FFF2-40B4-BE49-F238E27FC236}">
                <a16:creationId xmlns:a16="http://schemas.microsoft.com/office/drawing/2014/main" id="{5AE25C7A-1249-BCF4-6A15-0E65F3B81FA1}"/>
              </a:ext>
            </a:extLst>
          </p:cNvPr>
          <p:cNvPicPr>
            <a:picLocks noChangeAspect="1"/>
          </p:cNvPicPr>
          <p:nvPr/>
        </p:nvPicPr>
        <p:blipFill rotWithShape="1">
          <a:blip r:embed="rId3"/>
          <a:srcRect l="36612" t="37880"/>
          <a:stretch/>
        </p:blipFill>
        <p:spPr>
          <a:xfrm>
            <a:off x="0" y="0"/>
            <a:ext cx="3302296" cy="3186368"/>
          </a:xfrm>
          <a:prstGeom prst="rect">
            <a:avLst/>
          </a:prstGeom>
        </p:spPr>
      </p:pic>
    </p:spTree>
    <p:extLst>
      <p:ext uri="{BB962C8B-B14F-4D97-AF65-F5344CB8AC3E}">
        <p14:creationId xmlns:p14="http://schemas.microsoft.com/office/powerpoint/2010/main" val="6884654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Title Midnight 2">
    <p:spTree>
      <p:nvGrpSpPr>
        <p:cNvPr id="1" name=""/>
        <p:cNvGrpSpPr/>
        <p:nvPr/>
      </p:nvGrpSpPr>
      <p:grpSpPr>
        <a:xfrm>
          <a:off x="0" y="0"/>
          <a:ext cx="0" cy="0"/>
          <a:chOff x="0" y="0"/>
          <a:chExt cx="0" cy="0"/>
        </a:xfrm>
      </p:grpSpPr>
      <p:pic>
        <p:nvPicPr>
          <p:cNvPr id="11" name="Picture 7">
            <a:extLst>
              <a:ext uri="{FF2B5EF4-FFF2-40B4-BE49-F238E27FC236}">
                <a16:creationId xmlns:a16="http://schemas.microsoft.com/office/drawing/2014/main" id="{3E07EA67-4FBD-37ED-ACE3-23D90A302FC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868042" y="431800"/>
            <a:ext cx="714359" cy="375341"/>
          </a:xfrm>
          <a:prstGeom prst="rect">
            <a:avLst/>
          </a:prstGeom>
        </p:spPr>
      </p:pic>
      <p:sp>
        <p:nvSpPr>
          <p:cNvPr id="12" name="Title 1">
            <a:extLst>
              <a:ext uri="{FF2B5EF4-FFF2-40B4-BE49-F238E27FC236}">
                <a16:creationId xmlns:a16="http://schemas.microsoft.com/office/drawing/2014/main" id="{6C8A8D07-FD7D-5E31-8AB8-9278D8751FF2}"/>
              </a:ext>
            </a:extLst>
          </p:cNvPr>
          <p:cNvSpPr>
            <a:spLocks noGrp="1"/>
          </p:cNvSpPr>
          <p:nvPr>
            <p:ph type="ctrTitle" hasCustomPrompt="1"/>
          </p:nvPr>
        </p:nvSpPr>
        <p:spPr>
          <a:xfrm>
            <a:off x="609600" y="3200817"/>
            <a:ext cx="10972800" cy="1504200"/>
          </a:xfrm>
          <a:prstGeom prst="rect">
            <a:avLst/>
          </a:prstGeom>
        </p:spPr>
        <p:txBody>
          <a:bodyPr lIns="0" tIns="0" rIns="0" bIns="0" anchor="b" anchorCtr="0"/>
          <a:lstStyle>
            <a:lvl1pPr marL="0" indent="0" algn="r">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13" name="Subtitle">
            <a:extLst>
              <a:ext uri="{FF2B5EF4-FFF2-40B4-BE49-F238E27FC236}">
                <a16:creationId xmlns:a16="http://schemas.microsoft.com/office/drawing/2014/main" id="{66F1F590-BFCB-FED9-A671-92A04C309DC6}"/>
              </a:ext>
            </a:extLst>
          </p:cNvPr>
          <p:cNvSpPr>
            <a:spLocks noGrp="1"/>
          </p:cNvSpPr>
          <p:nvPr>
            <p:ph type="body" sz="quarter" idx="13" hasCustomPrompt="1"/>
          </p:nvPr>
        </p:nvSpPr>
        <p:spPr>
          <a:xfrm>
            <a:off x="609600" y="4807254"/>
            <a:ext cx="10972800" cy="398668"/>
          </a:xfrm>
          <a:prstGeom prst="rect">
            <a:avLst/>
          </a:prstGeom>
        </p:spPr>
        <p:txBody>
          <a:bodyPr lIns="0" tIns="0" rIns="0" bIns="0"/>
          <a:lstStyle>
            <a:lvl1pPr marL="0" indent="0" algn="r">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4" name="Speaker Name">
            <a:extLst>
              <a:ext uri="{FF2B5EF4-FFF2-40B4-BE49-F238E27FC236}">
                <a16:creationId xmlns:a16="http://schemas.microsoft.com/office/drawing/2014/main" id="{8A19B5E2-7CFA-E5A2-3774-526865A55811}"/>
              </a:ext>
            </a:extLst>
          </p:cNvPr>
          <p:cNvSpPr>
            <a:spLocks noGrp="1"/>
          </p:cNvSpPr>
          <p:nvPr>
            <p:ph type="subTitle" idx="1" hasCustomPrompt="1"/>
          </p:nvPr>
        </p:nvSpPr>
        <p:spPr>
          <a:xfrm>
            <a:off x="609600" y="5314225"/>
            <a:ext cx="10972800" cy="807177"/>
          </a:xfrm>
          <a:prstGeom prst="rect">
            <a:avLst/>
          </a:prstGeom>
        </p:spPr>
        <p:txBody>
          <a:bodyPr lIns="0" tIns="0" rIns="0" bIns="0" anchor="t" anchorCtr="0">
            <a:noAutofit/>
          </a:bodyPr>
          <a:lstStyle>
            <a:lvl1pPr marL="0" indent="0" algn="r">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17" name="Graphic 16">
            <a:extLst>
              <a:ext uri="{FF2B5EF4-FFF2-40B4-BE49-F238E27FC236}">
                <a16:creationId xmlns:a16="http://schemas.microsoft.com/office/drawing/2014/main" id="{B1556834-75D2-108A-B33C-79765E2C9CFB}"/>
              </a:ext>
            </a:extLst>
          </p:cNvPr>
          <p:cNvPicPr>
            <a:picLocks noChangeAspect="1"/>
          </p:cNvPicPr>
          <p:nvPr/>
        </p:nvPicPr>
        <p:blipFill rotWithShape="1">
          <a:blip>
            <a:extLst>
              <a:ext uri="{96DAC541-7B7A-43D3-8B79-37D633B846F1}">
                <asvg:svgBlip xmlns:asvg="http://schemas.microsoft.com/office/drawing/2016/SVG/main" r:embed="rId3"/>
              </a:ext>
            </a:extLst>
          </a:blip>
          <a:srcRect l="40057" t="41915" b="1534"/>
          <a:stretch/>
        </p:blipFill>
        <p:spPr>
          <a:xfrm>
            <a:off x="22034" y="-2219"/>
            <a:ext cx="7116956" cy="6720012"/>
          </a:xfrm>
          <a:prstGeom prst="rect">
            <a:avLst/>
          </a:prstGeom>
        </p:spPr>
      </p:pic>
    </p:spTree>
    <p:extLst>
      <p:ext uri="{BB962C8B-B14F-4D97-AF65-F5344CB8AC3E}">
        <p14:creationId xmlns:p14="http://schemas.microsoft.com/office/powerpoint/2010/main" val="16010790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Sky Title Midnight Left">
    <p:bg>
      <p:bgPr>
        <a:solidFill>
          <a:schemeClr val="accent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C42D79D-196D-79B2-C9D9-9E420F6F7382}"/>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8" name="Subtitle">
            <a:extLst>
              <a:ext uri="{FF2B5EF4-FFF2-40B4-BE49-F238E27FC236}">
                <a16:creationId xmlns:a16="http://schemas.microsoft.com/office/drawing/2014/main" id="{8D946DB3-26D2-2EE1-728C-7D32C4930F2E}"/>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2" name="Subtitle 2">
            <a:extLst>
              <a:ext uri="{FF2B5EF4-FFF2-40B4-BE49-F238E27FC236}">
                <a16:creationId xmlns:a16="http://schemas.microsoft.com/office/drawing/2014/main" id="{E07CA8F8-C47B-50F4-9C65-C46111F86B86}"/>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bg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25" name="Picture 7">
            <a:extLst>
              <a:ext uri="{FF2B5EF4-FFF2-40B4-BE49-F238E27FC236}">
                <a16:creationId xmlns:a16="http://schemas.microsoft.com/office/drawing/2014/main" id="{C5A29C15-48D7-6644-9164-6F819B3D7D8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09602" y="431800"/>
            <a:ext cx="714359" cy="375341"/>
          </a:xfrm>
          <a:prstGeom prst="rect">
            <a:avLst/>
          </a:prstGeom>
        </p:spPr>
      </p:pic>
      <p:pic>
        <p:nvPicPr>
          <p:cNvPr id="7" name="Graphic 6">
            <a:extLst>
              <a:ext uri="{FF2B5EF4-FFF2-40B4-BE49-F238E27FC236}">
                <a16:creationId xmlns:a16="http://schemas.microsoft.com/office/drawing/2014/main" id="{45E08A58-48AA-5A77-69A6-922023305F1F}"/>
              </a:ext>
            </a:extLst>
          </p:cNvPr>
          <p:cNvPicPr>
            <a:picLocks noChangeAspect="1"/>
          </p:cNvPicPr>
          <p:nvPr/>
        </p:nvPicPr>
        <p:blipFill rotWithShape="1">
          <a:blip>
            <a:extLst>
              <a:ext uri="{96DAC541-7B7A-43D3-8B79-37D633B846F1}">
                <asvg:svgBlip xmlns:asvg="http://schemas.microsoft.com/office/drawing/2016/SVG/main" r:embed="rId3"/>
              </a:ext>
            </a:extLst>
          </a:blip>
          <a:srcRect t="37725" r="36794"/>
          <a:stretch/>
        </p:blipFill>
        <p:spPr>
          <a:xfrm>
            <a:off x="8995972" y="0"/>
            <a:ext cx="3196029" cy="3148965"/>
          </a:xfrm>
          <a:prstGeom prst="rect">
            <a:avLst/>
          </a:prstGeom>
        </p:spPr>
      </p:pic>
    </p:spTree>
    <p:extLst>
      <p:ext uri="{BB962C8B-B14F-4D97-AF65-F5344CB8AC3E}">
        <p14:creationId xmlns:p14="http://schemas.microsoft.com/office/powerpoint/2010/main" val="16158351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Title Midnight Lef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C42D79D-196D-79B2-C9D9-9E420F6F7382}"/>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8" name="Subtitle">
            <a:extLst>
              <a:ext uri="{FF2B5EF4-FFF2-40B4-BE49-F238E27FC236}">
                <a16:creationId xmlns:a16="http://schemas.microsoft.com/office/drawing/2014/main" id="{8D946DB3-26D2-2EE1-728C-7D32C4930F2E}"/>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2" name="Subtitle 2">
            <a:extLst>
              <a:ext uri="{FF2B5EF4-FFF2-40B4-BE49-F238E27FC236}">
                <a16:creationId xmlns:a16="http://schemas.microsoft.com/office/drawing/2014/main" id="{E07CA8F8-C47B-50F4-9C65-C46111F86B86}"/>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25" name="Picture 7">
            <a:extLst>
              <a:ext uri="{FF2B5EF4-FFF2-40B4-BE49-F238E27FC236}">
                <a16:creationId xmlns:a16="http://schemas.microsoft.com/office/drawing/2014/main" id="{C5A29C15-48D7-6644-9164-6F819B3D7D8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09602" y="431800"/>
            <a:ext cx="714359" cy="375341"/>
          </a:xfrm>
          <a:prstGeom prst="rect">
            <a:avLst/>
          </a:prstGeom>
        </p:spPr>
      </p:pic>
      <p:pic>
        <p:nvPicPr>
          <p:cNvPr id="10" name="Graphic 9">
            <a:extLst>
              <a:ext uri="{FF2B5EF4-FFF2-40B4-BE49-F238E27FC236}">
                <a16:creationId xmlns:a16="http://schemas.microsoft.com/office/drawing/2014/main" id="{85B84F8A-4CB4-590D-0A8D-E932FEA97B8B}"/>
              </a:ext>
            </a:extLst>
          </p:cNvPr>
          <p:cNvPicPr>
            <a:picLocks noChangeAspect="1"/>
          </p:cNvPicPr>
          <p:nvPr/>
        </p:nvPicPr>
        <p:blipFill rotWithShape="1">
          <a:blip>
            <a:extLst>
              <a:ext uri="{96DAC541-7B7A-43D3-8B79-37D633B846F1}">
                <asvg:svgBlip xmlns:asvg="http://schemas.microsoft.com/office/drawing/2016/SVG/main" r:embed="rId3"/>
              </a:ext>
            </a:extLst>
          </a:blip>
          <a:srcRect t="37924" r="37399"/>
          <a:stretch/>
        </p:blipFill>
        <p:spPr>
          <a:xfrm>
            <a:off x="8934553" y="-1"/>
            <a:ext cx="3257447" cy="3230108"/>
          </a:xfrm>
          <a:prstGeom prst="rect">
            <a:avLst/>
          </a:prstGeom>
        </p:spPr>
      </p:pic>
    </p:spTree>
    <p:extLst>
      <p:ext uri="{BB962C8B-B14F-4D97-AF65-F5344CB8AC3E}">
        <p14:creationId xmlns:p14="http://schemas.microsoft.com/office/powerpoint/2010/main" val="2599842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Title Midnight Left Image">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8B79449B-D8FD-934A-BDBF-CDDC969F0C21}"/>
              </a:ext>
            </a:extLst>
          </p:cNvPr>
          <p:cNvSpPr>
            <a:spLocks noGrp="1"/>
          </p:cNvSpPr>
          <p:nvPr>
            <p:ph type="pic" sz="quarter" idx="10" hasCustomPrompt="1"/>
          </p:nvPr>
        </p:nvSpPr>
        <p:spPr>
          <a:xfrm>
            <a:off x="8186059" y="0"/>
            <a:ext cx="4005943" cy="6858000"/>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pic>
        <p:nvPicPr>
          <p:cNvPr id="8" name="Picture 7">
            <a:extLst>
              <a:ext uri="{FF2B5EF4-FFF2-40B4-BE49-F238E27FC236}">
                <a16:creationId xmlns:a16="http://schemas.microsoft.com/office/drawing/2014/main" id="{D9C35F59-840A-4949-98EF-405713B32F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829427" y="431800"/>
            <a:ext cx="714359" cy="375341"/>
          </a:xfrm>
          <a:prstGeom prst="rect">
            <a:avLst/>
          </a:prstGeom>
        </p:spPr>
      </p:pic>
      <p:sp>
        <p:nvSpPr>
          <p:cNvPr id="16" name="Title 1">
            <a:extLst>
              <a:ext uri="{FF2B5EF4-FFF2-40B4-BE49-F238E27FC236}">
                <a16:creationId xmlns:a16="http://schemas.microsoft.com/office/drawing/2014/main" id="{295FAFAD-F810-39BD-3A75-77D90AC7B4C4}"/>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17" name="Subtitle">
            <a:extLst>
              <a:ext uri="{FF2B5EF4-FFF2-40B4-BE49-F238E27FC236}">
                <a16:creationId xmlns:a16="http://schemas.microsoft.com/office/drawing/2014/main" id="{8C37E0F8-C5E2-7BED-8AAC-897D792BB038}"/>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8" name="Subtitle 2">
            <a:extLst>
              <a:ext uri="{FF2B5EF4-FFF2-40B4-BE49-F238E27FC236}">
                <a16:creationId xmlns:a16="http://schemas.microsoft.com/office/drawing/2014/main" id="{CD577481-303C-6B3D-080C-D901A9CC28E2}"/>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19" name="Picture 18" descr="A close up of a bicycle wheel&#10;&#10;Description automatically generated with medium confidence">
            <a:extLst>
              <a:ext uri="{FF2B5EF4-FFF2-40B4-BE49-F238E27FC236}">
                <a16:creationId xmlns:a16="http://schemas.microsoft.com/office/drawing/2014/main" id="{3E944F94-13BC-6112-DD6F-F3014229F406}"/>
              </a:ext>
            </a:extLst>
          </p:cNvPr>
          <p:cNvPicPr>
            <a:picLocks noChangeAspect="1"/>
          </p:cNvPicPr>
          <p:nvPr/>
        </p:nvPicPr>
        <p:blipFill rotWithShape="1">
          <a:blip r:embed="rId3"/>
          <a:srcRect l="36612" t="37880"/>
          <a:stretch/>
        </p:blipFill>
        <p:spPr>
          <a:xfrm>
            <a:off x="0" y="0"/>
            <a:ext cx="3302296" cy="3186368"/>
          </a:xfrm>
          <a:prstGeom prst="rect">
            <a:avLst/>
          </a:prstGeom>
        </p:spPr>
      </p:pic>
    </p:spTree>
    <p:extLst>
      <p:ext uri="{BB962C8B-B14F-4D97-AF65-F5344CB8AC3E}">
        <p14:creationId xmlns:p14="http://schemas.microsoft.com/office/powerpoint/2010/main" val="24669853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ransition Righ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4A31272-7678-5F4F-BF05-F087FA2FC8E9}"/>
              </a:ext>
            </a:extLst>
          </p:cNvPr>
          <p:cNvSpPr>
            <a:spLocks noGrp="1"/>
          </p:cNvSpPr>
          <p:nvPr>
            <p:ph type="ctrTitle" hasCustomPrompt="1"/>
          </p:nvPr>
        </p:nvSpPr>
        <p:spPr>
          <a:xfrm>
            <a:off x="609601" y="3101870"/>
            <a:ext cx="10972801" cy="1262529"/>
          </a:xfrm>
          <a:prstGeom prst="rect">
            <a:avLst/>
          </a:prstGeom>
        </p:spPr>
        <p:txBody>
          <a:bodyPr anchor="ctr"/>
          <a:lstStyle>
            <a:lvl1pPr marL="0" indent="0" algn="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Transition slide goes here</a:t>
            </a:r>
            <a:endParaRPr lang="en-US" dirty="0"/>
          </a:p>
        </p:txBody>
      </p:sp>
      <p:sp>
        <p:nvSpPr>
          <p:cNvPr id="9" name="Text Placeholder 2">
            <a:extLst>
              <a:ext uri="{FF2B5EF4-FFF2-40B4-BE49-F238E27FC236}">
                <a16:creationId xmlns:a16="http://schemas.microsoft.com/office/drawing/2014/main" id="{DECC8AF0-3BE8-4648-B8CF-BE366F78ABFC}"/>
              </a:ext>
            </a:extLst>
          </p:cNvPr>
          <p:cNvSpPr>
            <a:spLocks noGrp="1"/>
          </p:cNvSpPr>
          <p:nvPr>
            <p:ph type="body" sz="quarter" idx="14" hasCustomPrompt="1"/>
          </p:nvPr>
        </p:nvSpPr>
        <p:spPr>
          <a:xfrm>
            <a:off x="609603" y="431802"/>
            <a:ext cx="10972800" cy="398668"/>
          </a:xfrm>
          <a:prstGeom prst="rect">
            <a:avLst/>
          </a:prstGeom>
        </p:spPr>
        <p:txBody>
          <a:bodyPr lIns="0" tIns="0" rIns="0" bIns="0"/>
          <a:lstStyle>
            <a:lvl1pPr marL="0" indent="0" algn="r">
              <a:buFont typeface="Arial" panose="020B0604020202020204" pitchFamily="34" charset="0"/>
              <a:buNone/>
              <a:defRPr sz="1333"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pic>
        <p:nvPicPr>
          <p:cNvPr id="11" name="Graphic 10">
            <a:extLst>
              <a:ext uri="{FF2B5EF4-FFF2-40B4-BE49-F238E27FC236}">
                <a16:creationId xmlns:a16="http://schemas.microsoft.com/office/drawing/2014/main" id="{51FF43AA-FA61-3439-F600-7BB34C936572}"/>
              </a:ext>
            </a:extLst>
          </p:cNvPr>
          <p:cNvPicPr>
            <a:picLocks noChangeAspect="1"/>
          </p:cNvPicPr>
          <p:nvPr/>
        </p:nvPicPr>
        <p:blipFill rotWithShape="1">
          <a:blip>
            <a:extLst>
              <a:ext uri="{96DAC541-7B7A-43D3-8B79-37D633B846F1}">
                <asvg:svgBlip xmlns:asvg="http://schemas.microsoft.com/office/drawing/2016/SVG/main" r:embed="rId2"/>
              </a:ext>
            </a:extLst>
          </a:blip>
          <a:srcRect l="45429" t="46981"/>
          <a:stretch/>
        </p:blipFill>
        <p:spPr>
          <a:xfrm>
            <a:off x="-12192" y="0"/>
            <a:ext cx="6388608" cy="6212306"/>
          </a:xfrm>
          <a:prstGeom prst="rect">
            <a:avLst/>
          </a:prstGeom>
        </p:spPr>
      </p:pic>
      <p:sp>
        <p:nvSpPr>
          <p:cNvPr id="13" name="TextBox 12">
            <a:extLst>
              <a:ext uri="{FF2B5EF4-FFF2-40B4-BE49-F238E27FC236}">
                <a16:creationId xmlns:a16="http://schemas.microsoft.com/office/drawing/2014/main" id="{C4D79563-9547-9B5C-F7F4-A016B119A7E7}"/>
              </a:ext>
            </a:extLst>
          </p:cNvPr>
          <p:cNvSpPr txBox="1"/>
          <p:nvPr/>
        </p:nvSpPr>
        <p:spPr>
          <a:xfrm>
            <a:off x="4358642" y="-548640"/>
            <a:ext cx="184731" cy="369332"/>
          </a:xfrm>
          <a:prstGeom prst="rect">
            <a:avLst/>
          </a:prstGeom>
          <a:noFill/>
        </p:spPr>
        <p:txBody>
          <a:bodyPr wrap="none" rtlCol="0">
            <a:spAutoFit/>
          </a:bodyPr>
          <a:lstStyle/>
          <a:p>
            <a:endParaRPr lang="en-US" dirty="0">
              <a:latin typeface="+mn-lt"/>
            </a:endParaRPr>
          </a:p>
        </p:txBody>
      </p:sp>
    </p:spTree>
    <p:extLst>
      <p:ext uri="{BB962C8B-B14F-4D97-AF65-F5344CB8AC3E}">
        <p14:creationId xmlns:p14="http://schemas.microsoft.com/office/powerpoint/2010/main" val="15689919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Sky Transition Right">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4A31272-7678-5F4F-BF05-F087FA2FC8E9}"/>
              </a:ext>
            </a:extLst>
          </p:cNvPr>
          <p:cNvSpPr>
            <a:spLocks noGrp="1"/>
          </p:cNvSpPr>
          <p:nvPr>
            <p:ph type="ctrTitle" hasCustomPrompt="1"/>
          </p:nvPr>
        </p:nvSpPr>
        <p:spPr>
          <a:xfrm>
            <a:off x="609601" y="3101870"/>
            <a:ext cx="10972801" cy="1262529"/>
          </a:xfrm>
          <a:prstGeom prst="rect">
            <a:avLst/>
          </a:prstGeom>
        </p:spPr>
        <p:txBody>
          <a:bodyPr anchor="ctr"/>
          <a:lstStyle>
            <a:lvl1pPr marL="0" indent="0" algn="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Transition slide goes here</a:t>
            </a:r>
            <a:endParaRPr lang="en-US" dirty="0"/>
          </a:p>
        </p:txBody>
      </p:sp>
      <p:sp>
        <p:nvSpPr>
          <p:cNvPr id="9" name="Text Placeholder 2">
            <a:extLst>
              <a:ext uri="{FF2B5EF4-FFF2-40B4-BE49-F238E27FC236}">
                <a16:creationId xmlns:a16="http://schemas.microsoft.com/office/drawing/2014/main" id="{DECC8AF0-3BE8-4648-B8CF-BE366F78ABFC}"/>
              </a:ext>
            </a:extLst>
          </p:cNvPr>
          <p:cNvSpPr>
            <a:spLocks noGrp="1"/>
          </p:cNvSpPr>
          <p:nvPr>
            <p:ph type="body" sz="quarter" idx="14" hasCustomPrompt="1"/>
          </p:nvPr>
        </p:nvSpPr>
        <p:spPr>
          <a:xfrm>
            <a:off x="609603" y="431802"/>
            <a:ext cx="10972800" cy="398668"/>
          </a:xfrm>
          <a:prstGeom prst="rect">
            <a:avLst/>
          </a:prstGeom>
        </p:spPr>
        <p:txBody>
          <a:bodyPr lIns="0" tIns="0" rIns="0" bIns="0"/>
          <a:lstStyle>
            <a:lvl1pPr marL="0" indent="0" algn="r">
              <a:buFont typeface="Arial" panose="020B0604020202020204" pitchFamily="34" charset="0"/>
              <a:buNone/>
              <a:defRPr sz="1333"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3" name="TextBox 12">
            <a:extLst>
              <a:ext uri="{FF2B5EF4-FFF2-40B4-BE49-F238E27FC236}">
                <a16:creationId xmlns:a16="http://schemas.microsoft.com/office/drawing/2014/main" id="{C4D79563-9547-9B5C-F7F4-A016B119A7E7}"/>
              </a:ext>
            </a:extLst>
          </p:cNvPr>
          <p:cNvSpPr txBox="1"/>
          <p:nvPr/>
        </p:nvSpPr>
        <p:spPr>
          <a:xfrm>
            <a:off x="4358642" y="-548640"/>
            <a:ext cx="184731" cy="369332"/>
          </a:xfrm>
          <a:prstGeom prst="rect">
            <a:avLst/>
          </a:prstGeom>
          <a:noFill/>
        </p:spPr>
        <p:txBody>
          <a:bodyPr wrap="none" rtlCol="0">
            <a:spAutoFit/>
          </a:bodyPr>
          <a:lstStyle/>
          <a:p>
            <a:endParaRPr lang="en-US" dirty="0">
              <a:latin typeface="+mn-lt"/>
            </a:endParaRPr>
          </a:p>
        </p:txBody>
      </p:sp>
      <p:pic>
        <p:nvPicPr>
          <p:cNvPr id="7" name="Graphic 6">
            <a:extLst>
              <a:ext uri="{FF2B5EF4-FFF2-40B4-BE49-F238E27FC236}">
                <a16:creationId xmlns:a16="http://schemas.microsoft.com/office/drawing/2014/main" id="{CD16E0A2-8320-C766-5D9E-53EC4EE09E2D}"/>
              </a:ext>
            </a:extLst>
          </p:cNvPr>
          <p:cNvPicPr>
            <a:picLocks noChangeAspect="1"/>
          </p:cNvPicPr>
          <p:nvPr/>
        </p:nvPicPr>
        <p:blipFill rotWithShape="1">
          <a:blip>
            <a:extLst>
              <a:ext uri="{96DAC541-7B7A-43D3-8B79-37D633B846F1}">
                <asvg:svgBlip xmlns:asvg="http://schemas.microsoft.com/office/drawing/2016/SVG/main" r:embed="rId2"/>
              </a:ext>
            </a:extLst>
          </a:blip>
          <a:srcRect l="45455" t="47214"/>
          <a:stretch/>
        </p:blipFill>
        <p:spPr>
          <a:xfrm>
            <a:off x="0" y="1"/>
            <a:ext cx="5374832" cy="5205984"/>
          </a:xfrm>
          <a:prstGeom prst="rect">
            <a:avLst/>
          </a:prstGeom>
        </p:spPr>
      </p:pic>
    </p:spTree>
    <p:extLst>
      <p:ext uri="{BB962C8B-B14F-4D97-AF65-F5344CB8AC3E}">
        <p14:creationId xmlns:p14="http://schemas.microsoft.com/office/powerpoint/2010/main" val="40701826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055E4C37-FAD6-B449-9189-A035C0C9E88B}"/>
              </a:ext>
            </a:extLst>
          </p:cNvPr>
          <p:cNvSpPr>
            <a:spLocks noGrp="1"/>
          </p:cNvSpPr>
          <p:nvPr>
            <p:ph type="subTitle" idx="1" hasCustomPrompt="1"/>
          </p:nvPr>
        </p:nvSpPr>
        <p:spPr>
          <a:xfrm>
            <a:off x="609601" y="5658220"/>
            <a:ext cx="10972800" cy="465891"/>
          </a:xfrm>
          <a:prstGeom prst="rect">
            <a:avLst/>
          </a:prstGeom>
        </p:spPr>
        <p:txBody>
          <a:bodyPr lIns="91420" tIns="45710" rIns="91420" bIns="45710" anchor="t" anchorCtr="0">
            <a:noAutofit/>
          </a:bodyPr>
          <a:lstStyle>
            <a:lvl1pPr marL="0" indent="0" algn="ctr">
              <a:lnSpc>
                <a:spcPct val="150000"/>
              </a:lnSpc>
              <a:spcBef>
                <a:spcPts val="0"/>
              </a:spcBef>
              <a:spcAft>
                <a:spcPts val="0"/>
              </a:spcAft>
              <a:buNone/>
              <a:defRPr sz="1500" b="0" i="0">
                <a:solidFill>
                  <a:schemeClr val="tx1"/>
                </a:solidFill>
                <a:latin typeface="CiscoSansTT" panose="020B0503020201020303" pitchFamily="34" charset="0"/>
                <a:cs typeface="CiscoSansT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role</a:t>
            </a:r>
            <a:endParaRPr lang="en-US" dirty="0"/>
          </a:p>
        </p:txBody>
      </p:sp>
      <p:sp>
        <p:nvSpPr>
          <p:cNvPr id="15" name="Text Placeholder 2">
            <a:extLst>
              <a:ext uri="{FF2B5EF4-FFF2-40B4-BE49-F238E27FC236}">
                <a16:creationId xmlns:a16="http://schemas.microsoft.com/office/drawing/2014/main" id="{FEADEB85-EFB9-A048-BE6B-F1473C49995D}"/>
              </a:ext>
            </a:extLst>
          </p:cNvPr>
          <p:cNvSpPr>
            <a:spLocks noGrp="1"/>
          </p:cNvSpPr>
          <p:nvPr>
            <p:ph type="body" sz="quarter" idx="13" hasCustomPrompt="1"/>
          </p:nvPr>
        </p:nvSpPr>
        <p:spPr>
          <a:xfrm>
            <a:off x="609600" y="5233078"/>
            <a:ext cx="10972800" cy="398668"/>
          </a:xfrm>
          <a:prstGeom prst="rect">
            <a:avLst/>
          </a:prstGeom>
        </p:spPr>
        <p:txBody>
          <a:bodyPr lIns="91420" tIns="45710" rIns="91420" bIns="45710"/>
          <a:lstStyle>
            <a:lvl1pPr marL="0" indent="0" algn="ctr">
              <a:buFont typeface="Arial" panose="020B0604020202020204" pitchFamily="34" charset="0"/>
              <a:buNone/>
              <a:defRPr sz="2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Speaker name</a:t>
            </a:r>
          </a:p>
        </p:txBody>
      </p:sp>
      <p:sp>
        <p:nvSpPr>
          <p:cNvPr id="17" name="Title 1">
            <a:extLst>
              <a:ext uri="{FF2B5EF4-FFF2-40B4-BE49-F238E27FC236}">
                <a16:creationId xmlns:a16="http://schemas.microsoft.com/office/drawing/2014/main" id="{86E3EA5B-6C70-8F4D-9385-EC53B25066C1}"/>
              </a:ext>
            </a:extLst>
          </p:cNvPr>
          <p:cNvSpPr>
            <a:spLocks noGrp="1"/>
          </p:cNvSpPr>
          <p:nvPr>
            <p:ph type="ctrTitle" hasCustomPrompt="1"/>
          </p:nvPr>
        </p:nvSpPr>
        <p:spPr>
          <a:xfrm>
            <a:off x="899521" y="1398874"/>
            <a:ext cx="10376024" cy="3311089"/>
          </a:xfrm>
          <a:prstGeom prst="rect">
            <a:avLst/>
          </a:prstGeom>
        </p:spPr>
        <p:txBody>
          <a:bodyPr anchor="ctr"/>
          <a:lstStyle>
            <a:lvl1pPr marL="0" indent="0" algn="ct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As the adoption of multi-cloud strategy grows, Ulla </a:t>
            </a:r>
            <a:r>
              <a:rPr lang="en-GB" dirty="0" err="1"/>
              <a:t>sitiora</a:t>
            </a:r>
            <a:r>
              <a:rPr lang="en-GB" dirty="0"/>
              <a:t> </a:t>
            </a:r>
            <a:r>
              <a:rPr lang="en-GB" dirty="0" err="1"/>
              <a:t>turest</a:t>
            </a:r>
            <a:r>
              <a:rPr lang="en-GB" dirty="0"/>
              <a:t> </a:t>
            </a:r>
            <a:r>
              <a:rPr lang="en-GB" dirty="0" err="1"/>
              <a:t>experibus</a:t>
            </a:r>
            <a:r>
              <a:rPr lang="en-GB" dirty="0"/>
              <a:t> </a:t>
            </a:r>
            <a:r>
              <a:rPr lang="en-GB" dirty="0" err="1"/>
              <a:t>ut</a:t>
            </a:r>
            <a:r>
              <a:rPr lang="en-GB" dirty="0"/>
              <a:t> pa </a:t>
            </a:r>
            <a:r>
              <a:rPr lang="en-GB" dirty="0" err="1"/>
              <a:t>dolor</a:t>
            </a:r>
            <a:r>
              <a:rPr lang="en-GB" dirty="0"/>
              <a:t> a </a:t>
            </a:r>
            <a:r>
              <a:rPr lang="en-GB" dirty="0" err="1"/>
              <a:t>conestia</a:t>
            </a:r>
            <a:r>
              <a:rPr lang="en-GB" dirty="0"/>
              <a:t> vent </a:t>
            </a:r>
            <a:r>
              <a:rPr lang="en-GB" dirty="0" err="1"/>
              <a:t>eosse</a:t>
            </a:r>
            <a:r>
              <a:rPr lang="en-GB" dirty="0"/>
              <a:t> non </a:t>
            </a:r>
            <a:r>
              <a:rPr lang="en-GB" dirty="0" err="1"/>
              <a:t>consequ</a:t>
            </a:r>
            <a:r>
              <a:rPr lang="en-GB" dirty="0"/>
              <a:t> </a:t>
            </a:r>
            <a:r>
              <a:rPr lang="en-GB" dirty="0" err="1"/>
              <a:t>aturit</a:t>
            </a:r>
            <a:r>
              <a:rPr lang="en-GB" dirty="0"/>
              <a:t> </a:t>
            </a:r>
            <a:r>
              <a:rPr lang="en-GB" dirty="0" err="1"/>
              <a:t>faccum</a:t>
            </a:r>
            <a:r>
              <a:rPr lang="en-GB" dirty="0"/>
              <a:t> qui </a:t>
            </a:r>
            <a:r>
              <a:rPr lang="en-GB" dirty="0" err="1"/>
              <a:t>dolor</a:t>
            </a:r>
            <a:r>
              <a:rPr lang="en-GB" dirty="0"/>
              <a:t> a </a:t>
            </a:r>
            <a:r>
              <a:rPr lang="en-GB" dirty="0" err="1"/>
              <a:t>num</a:t>
            </a:r>
            <a:endParaRPr lang="en-GB" dirty="0"/>
          </a:p>
        </p:txBody>
      </p:sp>
      <p:pic>
        <p:nvPicPr>
          <p:cNvPr id="8" name="Graphic 7">
            <a:extLst>
              <a:ext uri="{FF2B5EF4-FFF2-40B4-BE49-F238E27FC236}">
                <a16:creationId xmlns:a16="http://schemas.microsoft.com/office/drawing/2014/main" id="{8E18B2BC-5B8F-6442-A3B3-AB5D063112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41976" y="733891"/>
            <a:ext cx="1508048" cy="836396"/>
          </a:xfrm>
          <a:prstGeom prst="rect">
            <a:avLst/>
          </a:prstGeom>
        </p:spPr>
      </p:pic>
      <p:cxnSp>
        <p:nvCxnSpPr>
          <p:cNvPr id="3" name="Straight Connector 2">
            <a:extLst>
              <a:ext uri="{FF2B5EF4-FFF2-40B4-BE49-F238E27FC236}">
                <a16:creationId xmlns:a16="http://schemas.microsoft.com/office/drawing/2014/main" id="{7191B82D-853E-F074-193C-5B7F13F89D29}"/>
              </a:ext>
            </a:extLst>
          </p:cNvPr>
          <p:cNvCxnSpPr>
            <a:cxnSpLocks/>
          </p:cNvCxnSpPr>
          <p:nvPr/>
        </p:nvCxnSpPr>
        <p:spPr>
          <a:xfrm>
            <a:off x="4545877" y="4934857"/>
            <a:ext cx="310025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BC971E1A-FF32-8218-BAD9-002E42B9E7A8}"/>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4806" t="46981" r="50235"/>
          <a:stretch/>
        </p:blipFill>
        <p:spPr>
          <a:xfrm>
            <a:off x="8981440" y="0"/>
            <a:ext cx="3210560" cy="3121961"/>
          </a:xfrm>
          <a:prstGeom prst="rect">
            <a:avLst/>
          </a:prstGeom>
        </p:spPr>
      </p:pic>
    </p:spTree>
    <p:extLst>
      <p:ext uri="{BB962C8B-B14F-4D97-AF65-F5344CB8AC3E}">
        <p14:creationId xmlns:p14="http://schemas.microsoft.com/office/powerpoint/2010/main" val="5484798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Sky Quote">
    <p:bg>
      <p:bgPr>
        <a:solidFill>
          <a:schemeClr val="accent1"/>
        </a:solidFill>
        <a:effectLst/>
      </p:bgPr>
    </p:bg>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055E4C37-FAD6-B449-9189-A035C0C9E88B}"/>
              </a:ext>
            </a:extLst>
          </p:cNvPr>
          <p:cNvSpPr>
            <a:spLocks noGrp="1"/>
          </p:cNvSpPr>
          <p:nvPr>
            <p:ph type="subTitle" idx="1" hasCustomPrompt="1"/>
          </p:nvPr>
        </p:nvSpPr>
        <p:spPr>
          <a:xfrm>
            <a:off x="609601" y="5658220"/>
            <a:ext cx="10972800" cy="465891"/>
          </a:xfrm>
          <a:prstGeom prst="rect">
            <a:avLst/>
          </a:prstGeom>
        </p:spPr>
        <p:txBody>
          <a:bodyPr lIns="91420" tIns="45710" rIns="91420" bIns="45710" anchor="t" anchorCtr="0">
            <a:noAutofit/>
          </a:bodyPr>
          <a:lstStyle>
            <a:lvl1pPr marL="0" indent="0" algn="ctr">
              <a:lnSpc>
                <a:spcPct val="150000"/>
              </a:lnSpc>
              <a:spcBef>
                <a:spcPts val="0"/>
              </a:spcBef>
              <a:spcAft>
                <a:spcPts val="0"/>
              </a:spcAft>
              <a:buNone/>
              <a:defRPr sz="1500" b="0" i="0">
                <a:solidFill>
                  <a:schemeClr val="bg1"/>
                </a:solidFill>
                <a:latin typeface="CiscoSansTT" panose="020B0503020201020303" pitchFamily="34" charset="0"/>
                <a:cs typeface="CiscoSansT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role</a:t>
            </a:r>
            <a:endParaRPr lang="en-US" dirty="0"/>
          </a:p>
        </p:txBody>
      </p:sp>
      <p:sp>
        <p:nvSpPr>
          <p:cNvPr id="15" name="Text Placeholder 2">
            <a:extLst>
              <a:ext uri="{FF2B5EF4-FFF2-40B4-BE49-F238E27FC236}">
                <a16:creationId xmlns:a16="http://schemas.microsoft.com/office/drawing/2014/main" id="{FEADEB85-EFB9-A048-BE6B-F1473C49995D}"/>
              </a:ext>
            </a:extLst>
          </p:cNvPr>
          <p:cNvSpPr>
            <a:spLocks noGrp="1"/>
          </p:cNvSpPr>
          <p:nvPr>
            <p:ph type="body" sz="quarter" idx="13" hasCustomPrompt="1"/>
          </p:nvPr>
        </p:nvSpPr>
        <p:spPr>
          <a:xfrm>
            <a:off x="609600" y="5233078"/>
            <a:ext cx="10972800" cy="398668"/>
          </a:xfrm>
          <a:prstGeom prst="rect">
            <a:avLst/>
          </a:prstGeom>
        </p:spPr>
        <p:txBody>
          <a:bodyPr lIns="91420" tIns="45710" rIns="91420" bIns="45710"/>
          <a:lstStyle>
            <a:lvl1pPr marL="0" indent="0" algn="ctr">
              <a:buFont typeface="Arial" panose="020B0604020202020204" pitchFamily="34" charset="0"/>
              <a:buNone/>
              <a:defRPr sz="24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Speaker role</a:t>
            </a:r>
          </a:p>
        </p:txBody>
      </p:sp>
      <p:sp>
        <p:nvSpPr>
          <p:cNvPr id="17" name="Title 1">
            <a:extLst>
              <a:ext uri="{FF2B5EF4-FFF2-40B4-BE49-F238E27FC236}">
                <a16:creationId xmlns:a16="http://schemas.microsoft.com/office/drawing/2014/main" id="{86E3EA5B-6C70-8F4D-9385-EC53B25066C1}"/>
              </a:ext>
            </a:extLst>
          </p:cNvPr>
          <p:cNvSpPr>
            <a:spLocks noGrp="1"/>
          </p:cNvSpPr>
          <p:nvPr>
            <p:ph type="ctrTitle" hasCustomPrompt="1"/>
          </p:nvPr>
        </p:nvSpPr>
        <p:spPr>
          <a:xfrm>
            <a:off x="899521" y="1398874"/>
            <a:ext cx="10376024" cy="3311089"/>
          </a:xfrm>
          <a:prstGeom prst="rect">
            <a:avLst/>
          </a:prstGeom>
        </p:spPr>
        <p:txBody>
          <a:bodyPr anchor="ctr"/>
          <a:lstStyle>
            <a:lvl1pPr marL="0" indent="0" algn="ct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As the adoption of multi-cloud strategy grows, Ulla </a:t>
            </a:r>
            <a:r>
              <a:rPr lang="en-GB" dirty="0" err="1"/>
              <a:t>sitiora</a:t>
            </a:r>
            <a:r>
              <a:rPr lang="en-GB" dirty="0"/>
              <a:t> </a:t>
            </a:r>
            <a:r>
              <a:rPr lang="en-GB" dirty="0" err="1"/>
              <a:t>turest</a:t>
            </a:r>
            <a:r>
              <a:rPr lang="en-GB" dirty="0"/>
              <a:t> </a:t>
            </a:r>
            <a:r>
              <a:rPr lang="en-GB" dirty="0" err="1"/>
              <a:t>experibus</a:t>
            </a:r>
            <a:r>
              <a:rPr lang="en-GB" dirty="0"/>
              <a:t> </a:t>
            </a:r>
            <a:r>
              <a:rPr lang="en-GB" dirty="0" err="1"/>
              <a:t>ut</a:t>
            </a:r>
            <a:r>
              <a:rPr lang="en-GB" dirty="0"/>
              <a:t> pa </a:t>
            </a:r>
            <a:r>
              <a:rPr lang="en-GB" dirty="0" err="1"/>
              <a:t>dolor</a:t>
            </a:r>
            <a:r>
              <a:rPr lang="en-GB" dirty="0"/>
              <a:t> a </a:t>
            </a:r>
            <a:r>
              <a:rPr lang="en-GB" dirty="0" err="1"/>
              <a:t>conestia</a:t>
            </a:r>
            <a:r>
              <a:rPr lang="en-GB" dirty="0"/>
              <a:t> vent </a:t>
            </a:r>
            <a:r>
              <a:rPr lang="en-GB" dirty="0" err="1"/>
              <a:t>eosse</a:t>
            </a:r>
            <a:r>
              <a:rPr lang="en-GB" dirty="0"/>
              <a:t> non </a:t>
            </a:r>
            <a:r>
              <a:rPr lang="en-GB" dirty="0" err="1"/>
              <a:t>consequ</a:t>
            </a:r>
            <a:r>
              <a:rPr lang="en-GB" dirty="0"/>
              <a:t> </a:t>
            </a:r>
            <a:r>
              <a:rPr lang="en-GB" dirty="0" err="1"/>
              <a:t>aturit</a:t>
            </a:r>
            <a:r>
              <a:rPr lang="en-GB" dirty="0"/>
              <a:t> </a:t>
            </a:r>
            <a:r>
              <a:rPr lang="en-GB" dirty="0" err="1"/>
              <a:t>faccum</a:t>
            </a:r>
            <a:r>
              <a:rPr lang="en-GB" dirty="0"/>
              <a:t> qui </a:t>
            </a:r>
            <a:r>
              <a:rPr lang="en-GB" dirty="0" err="1"/>
              <a:t>dolor</a:t>
            </a:r>
            <a:r>
              <a:rPr lang="en-GB" dirty="0"/>
              <a:t> a </a:t>
            </a:r>
            <a:r>
              <a:rPr lang="en-GB" dirty="0" err="1"/>
              <a:t>num</a:t>
            </a:r>
            <a:endParaRPr lang="en-GB" dirty="0"/>
          </a:p>
        </p:txBody>
      </p:sp>
      <p:pic>
        <p:nvPicPr>
          <p:cNvPr id="8" name="Graphic 7">
            <a:extLst>
              <a:ext uri="{FF2B5EF4-FFF2-40B4-BE49-F238E27FC236}">
                <a16:creationId xmlns:a16="http://schemas.microsoft.com/office/drawing/2014/main" id="{8E18B2BC-5B8F-6442-A3B3-AB5D063112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41976" y="733891"/>
            <a:ext cx="1508048" cy="836396"/>
          </a:xfrm>
          <a:prstGeom prst="rect">
            <a:avLst/>
          </a:prstGeom>
        </p:spPr>
      </p:pic>
      <p:pic>
        <p:nvPicPr>
          <p:cNvPr id="16" name="Graphic 15">
            <a:extLst>
              <a:ext uri="{FF2B5EF4-FFF2-40B4-BE49-F238E27FC236}">
                <a16:creationId xmlns:a16="http://schemas.microsoft.com/office/drawing/2014/main" id="{DF934E4D-2E37-A7A2-A96B-A43A1A9B1543}"/>
              </a:ext>
            </a:extLst>
          </p:cNvPr>
          <p:cNvPicPr>
            <a:picLocks noChangeAspect="1"/>
          </p:cNvPicPr>
          <p:nvPr/>
        </p:nvPicPr>
        <p:blipFill rotWithShape="1">
          <a:blip>
            <a:alphaModFix/>
            <a:extLst>
              <a:ext uri="{96DAC541-7B7A-43D3-8B79-37D633B846F1}">
                <asvg:svgBlip xmlns:asvg="http://schemas.microsoft.com/office/drawing/2016/SVG/main" r:embed="rId3"/>
              </a:ext>
            </a:extLst>
          </a:blip>
          <a:srcRect l="-6339" t="50000" r="47438" b="-7103"/>
          <a:stretch/>
        </p:blipFill>
        <p:spPr>
          <a:xfrm>
            <a:off x="8778240" y="-1"/>
            <a:ext cx="3413760" cy="3312384"/>
          </a:xfrm>
          <a:prstGeom prst="rect">
            <a:avLst/>
          </a:prstGeom>
        </p:spPr>
      </p:pic>
      <p:cxnSp>
        <p:nvCxnSpPr>
          <p:cNvPr id="3" name="Straight Connector 2">
            <a:extLst>
              <a:ext uri="{FF2B5EF4-FFF2-40B4-BE49-F238E27FC236}">
                <a16:creationId xmlns:a16="http://schemas.microsoft.com/office/drawing/2014/main" id="{7191B82D-853E-F074-193C-5B7F13F89D29}"/>
              </a:ext>
            </a:extLst>
          </p:cNvPr>
          <p:cNvCxnSpPr>
            <a:cxnSpLocks/>
          </p:cNvCxnSpPr>
          <p:nvPr/>
        </p:nvCxnSpPr>
        <p:spPr>
          <a:xfrm>
            <a:off x="4545877" y="4934857"/>
            <a:ext cx="3100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80277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Seque Lef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EFE63EB2-AC2A-7CCF-67A5-94304A46048C}"/>
              </a:ext>
            </a:extLst>
          </p:cNvPr>
          <p:cNvPicPr>
            <a:picLocks noChangeAspect="1"/>
          </p:cNvPicPr>
          <p:nvPr/>
        </p:nvPicPr>
        <p:blipFill rotWithShape="1">
          <a:blip>
            <a:extLst>
              <a:ext uri="{96DAC541-7B7A-43D3-8B79-37D633B846F1}">
                <asvg:svgBlip xmlns:asvg="http://schemas.microsoft.com/office/drawing/2016/SVG/main" r:embed="rId2"/>
              </a:ext>
            </a:extLst>
          </a:blip>
          <a:srcRect l="-4806" t="-1734" r="50235" b="48715"/>
          <a:stretch/>
        </p:blipFill>
        <p:spPr>
          <a:xfrm>
            <a:off x="4925568" y="-207905"/>
            <a:ext cx="7266432" cy="7065906"/>
          </a:xfrm>
          <a:prstGeom prst="rect">
            <a:avLst/>
          </a:prstGeom>
        </p:spPr>
      </p:pic>
      <p:sp>
        <p:nvSpPr>
          <p:cNvPr id="6" name="Title 1">
            <a:extLst>
              <a:ext uri="{FF2B5EF4-FFF2-40B4-BE49-F238E27FC236}">
                <a16:creationId xmlns:a16="http://schemas.microsoft.com/office/drawing/2014/main" id="{CBA1FD7D-7C93-E645-B2E9-AD2B9329C1E8}"/>
              </a:ext>
            </a:extLst>
          </p:cNvPr>
          <p:cNvSpPr>
            <a:spLocks noGrp="1"/>
          </p:cNvSpPr>
          <p:nvPr>
            <p:ph type="ctrTitle" hasCustomPrompt="1"/>
          </p:nvPr>
        </p:nvSpPr>
        <p:spPr>
          <a:xfrm>
            <a:off x="625930" y="2565402"/>
            <a:ext cx="10232589" cy="637377"/>
          </a:xfrm>
          <a:prstGeom prst="rect">
            <a:avLst/>
          </a:prstGeom>
        </p:spPr>
        <p:txBody>
          <a:bodyPr lIns="0" tIns="0" rIns="0" bIns="0" anchor="ctr"/>
          <a:lstStyle>
            <a:lvl1pPr marL="0" indent="0" algn="l">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Segue slide copy goes here</a:t>
            </a:r>
            <a:endParaRPr lang="en-US" dirty="0"/>
          </a:p>
        </p:txBody>
      </p:sp>
    </p:spTree>
    <p:extLst>
      <p:ext uri="{BB962C8B-B14F-4D97-AF65-F5344CB8AC3E}">
        <p14:creationId xmlns:p14="http://schemas.microsoft.com/office/powerpoint/2010/main" val="23896283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Sky Seque Left">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A1FD7D-7C93-E645-B2E9-AD2B9329C1E8}"/>
              </a:ext>
            </a:extLst>
          </p:cNvPr>
          <p:cNvSpPr>
            <a:spLocks noGrp="1"/>
          </p:cNvSpPr>
          <p:nvPr>
            <p:ph type="ctrTitle" hasCustomPrompt="1"/>
          </p:nvPr>
        </p:nvSpPr>
        <p:spPr>
          <a:xfrm>
            <a:off x="625930" y="2565402"/>
            <a:ext cx="10232589" cy="637377"/>
          </a:xfrm>
          <a:prstGeom prst="rect">
            <a:avLst/>
          </a:prstGeom>
        </p:spPr>
        <p:txBody>
          <a:bodyPr lIns="0" tIns="0" rIns="0" bIns="0" anchor="ctr"/>
          <a:lstStyle>
            <a:lvl1pPr marL="0" indent="0" algn="l">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Segue slide copy goes here</a:t>
            </a:r>
            <a:endParaRPr lang="en-US" dirty="0"/>
          </a:p>
        </p:txBody>
      </p:sp>
      <p:pic>
        <p:nvPicPr>
          <p:cNvPr id="4" name="Graphic 3">
            <a:extLst>
              <a:ext uri="{FF2B5EF4-FFF2-40B4-BE49-F238E27FC236}">
                <a16:creationId xmlns:a16="http://schemas.microsoft.com/office/drawing/2014/main" id="{6BC94FF4-6CDA-6176-11AC-4CEBD21C85D6}"/>
              </a:ext>
            </a:extLst>
          </p:cNvPr>
          <p:cNvPicPr>
            <a:picLocks noChangeAspect="1"/>
          </p:cNvPicPr>
          <p:nvPr/>
        </p:nvPicPr>
        <p:blipFill rotWithShape="1">
          <a:blip>
            <a:extLst>
              <a:ext uri="{96DAC541-7B7A-43D3-8B79-37D633B846F1}">
                <asvg:svgBlip xmlns:asvg="http://schemas.microsoft.com/office/drawing/2016/SVG/main" r:embed="rId2"/>
              </a:ext>
            </a:extLst>
          </a:blip>
          <a:srcRect l="-3398" t="350" r="48853" b="46864"/>
          <a:stretch/>
        </p:blipFill>
        <p:spPr>
          <a:xfrm>
            <a:off x="6835927" y="1652016"/>
            <a:ext cx="5374832" cy="5205984"/>
          </a:xfrm>
          <a:prstGeom prst="rect">
            <a:avLst/>
          </a:prstGeom>
        </p:spPr>
      </p:pic>
    </p:spTree>
    <p:extLst>
      <p:ext uri="{BB962C8B-B14F-4D97-AF65-F5344CB8AC3E}">
        <p14:creationId xmlns:p14="http://schemas.microsoft.com/office/powerpoint/2010/main" val="15488118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ext Left">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288E9818-CDB2-294C-86DC-E17877CD33A8}"/>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9" name="Text Placeholder 2">
            <a:extLst>
              <a:ext uri="{FF2B5EF4-FFF2-40B4-BE49-F238E27FC236}">
                <a16:creationId xmlns:a16="http://schemas.microsoft.com/office/drawing/2014/main" id="{355C6030-64DC-1C43-BC53-97F66AC982AB}"/>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8" name="Title 1">
            <a:extLst>
              <a:ext uri="{FF2B5EF4-FFF2-40B4-BE49-F238E27FC236}">
                <a16:creationId xmlns:a16="http://schemas.microsoft.com/office/drawing/2014/main" id="{5FB0ED95-38E7-2A5D-7BFA-218DE01901E4}"/>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
        <p:nvSpPr>
          <p:cNvPr id="11" name="Text Placeholder 2">
            <a:extLst>
              <a:ext uri="{FF2B5EF4-FFF2-40B4-BE49-F238E27FC236}">
                <a16:creationId xmlns:a16="http://schemas.microsoft.com/office/drawing/2014/main" id="{4D01B711-3A91-6FAB-F154-53DD712B5B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42629163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Sky Text Left">
    <p:bg>
      <p:bgPr>
        <a:solidFill>
          <a:schemeClr val="accent1"/>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288E9818-CDB2-294C-86DC-E17877CD33A8}"/>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9" name="Text Placeholder 2">
            <a:extLst>
              <a:ext uri="{FF2B5EF4-FFF2-40B4-BE49-F238E27FC236}">
                <a16:creationId xmlns:a16="http://schemas.microsoft.com/office/drawing/2014/main" id="{355C6030-64DC-1C43-BC53-97F66AC982AB}"/>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8" name="Title 1">
            <a:extLst>
              <a:ext uri="{FF2B5EF4-FFF2-40B4-BE49-F238E27FC236}">
                <a16:creationId xmlns:a16="http://schemas.microsoft.com/office/drawing/2014/main" id="{5FB0ED95-38E7-2A5D-7BFA-218DE01901E4}"/>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
        <p:nvSpPr>
          <p:cNvPr id="11" name="Text Placeholder 2">
            <a:extLst>
              <a:ext uri="{FF2B5EF4-FFF2-40B4-BE49-F238E27FC236}">
                <a16:creationId xmlns:a16="http://schemas.microsoft.com/office/drawing/2014/main" id="{4D01B711-3A91-6FAB-F154-53DD712B5B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41512883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ext Left 2">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D74462BA-6EBC-1140-992B-557518B13645}"/>
              </a:ext>
            </a:extLst>
          </p:cNvPr>
          <p:cNvSpPr>
            <a:spLocks noGrp="1"/>
          </p:cNvSpPr>
          <p:nvPr>
            <p:ph type="body" sz="quarter" idx="20" hasCustomPrompt="1"/>
          </p:nvPr>
        </p:nvSpPr>
        <p:spPr>
          <a:xfrm>
            <a:off x="621965" y="422695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1" name="Text Placeholder 2">
            <a:extLst>
              <a:ext uri="{FF2B5EF4-FFF2-40B4-BE49-F238E27FC236}">
                <a16:creationId xmlns:a16="http://schemas.microsoft.com/office/drawing/2014/main" id="{80F1C889-3D11-B94B-8DC7-F979FE6EE152}"/>
              </a:ext>
            </a:extLst>
          </p:cNvPr>
          <p:cNvSpPr>
            <a:spLocks noGrp="1"/>
          </p:cNvSpPr>
          <p:nvPr>
            <p:ph type="body" sz="quarter" idx="21" hasCustomPrompt="1"/>
          </p:nvPr>
        </p:nvSpPr>
        <p:spPr>
          <a:xfrm>
            <a:off x="621965" y="4630179"/>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2" name="Text Placeholder 2">
            <a:extLst>
              <a:ext uri="{FF2B5EF4-FFF2-40B4-BE49-F238E27FC236}">
                <a16:creationId xmlns:a16="http://schemas.microsoft.com/office/drawing/2014/main" id="{ED42BE5F-6F6F-F37B-C64E-3CA0471064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5" name="Text Placeholder 2">
            <a:extLst>
              <a:ext uri="{FF2B5EF4-FFF2-40B4-BE49-F238E27FC236}">
                <a16:creationId xmlns:a16="http://schemas.microsoft.com/office/drawing/2014/main" id="{07CC7059-5853-40FD-F640-AA28414874BB}"/>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6" name="Text Placeholder 2">
            <a:extLst>
              <a:ext uri="{FF2B5EF4-FFF2-40B4-BE49-F238E27FC236}">
                <a16:creationId xmlns:a16="http://schemas.microsoft.com/office/drawing/2014/main" id="{D5C82917-3C59-E329-4092-6FE5AC7EED56}"/>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7" name="Title 1">
            <a:extLst>
              <a:ext uri="{FF2B5EF4-FFF2-40B4-BE49-F238E27FC236}">
                <a16:creationId xmlns:a16="http://schemas.microsoft.com/office/drawing/2014/main" id="{2D1E7E73-3E89-BA10-DC01-7E300E996439}"/>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Tree>
    <p:extLst>
      <p:ext uri="{BB962C8B-B14F-4D97-AF65-F5344CB8AC3E}">
        <p14:creationId xmlns:p14="http://schemas.microsoft.com/office/powerpoint/2010/main" val="34582640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Sky Text Left 2">
    <p:bg>
      <p:bgPr>
        <a:solidFill>
          <a:schemeClr val="accent1"/>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D74462BA-6EBC-1140-992B-557518B13645}"/>
              </a:ext>
            </a:extLst>
          </p:cNvPr>
          <p:cNvSpPr>
            <a:spLocks noGrp="1"/>
          </p:cNvSpPr>
          <p:nvPr>
            <p:ph type="body" sz="quarter" idx="20" hasCustomPrompt="1"/>
          </p:nvPr>
        </p:nvSpPr>
        <p:spPr>
          <a:xfrm>
            <a:off x="621965" y="422695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1" name="Text Placeholder 2">
            <a:extLst>
              <a:ext uri="{FF2B5EF4-FFF2-40B4-BE49-F238E27FC236}">
                <a16:creationId xmlns:a16="http://schemas.microsoft.com/office/drawing/2014/main" id="{80F1C889-3D11-B94B-8DC7-F979FE6EE152}"/>
              </a:ext>
            </a:extLst>
          </p:cNvPr>
          <p:cNvSpPr>
            <a:spLocks noGrp="1"/>
          </p:cNvSpPr>
          <p:nvPr>
            <p:ph type="body" sz="quarter" idx="21" hasCustomPrompt="1"/>
          </p:nvPr>
        </p:nvSpPr>
        <p:spPr>
          <a:xfrm>
            <a:off x="621965" y="4630179"/>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2" name="Text Placeholder 2">
            <a:extLst>
              <a:ext uri="{FF2B5EF4-FFF2-40B4-BE49-F238E27FC236}">
                <a16:creationId xmlns:a16="http://schemas.microsoft.com/office/drawing/2014/main" id="{ED42BE5F-6F6F-F37B-C64E-3CA0471064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5" name="Text Placeholder 2">
            <a:extLst>
              <a:ext uri="{FF2B5EF4-FFF2-40B4-BE49-F238E27FC236}">
                <a16:creationId xmlns:a16="http://schemas.microsoft.com/office/drawing/2014/main" id="{07CC7059-5853-40FD-F640-AA28414874BB}"/>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6" name="Text Placeholder 2">
            <a:extLst>
              <a:ext uri="{FF2B5EF4-FFF2-40B4-BE49-F238E27FC236}">
                <a16:creationId xmlns:a16="http://schemas.microsoft.com/office/drawing/2014/main" id="{D5C82917-3C59-E329-4092-6FE5AC7EED56}"/>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7" name="Title 1">
            <a:extLst>
              <a:ext uri="{FF2B5EF4-FFF2-40B4-BE49-F238E27FC236}">
                <a16:creationId xmlns:a16="http://schemas.microsoft.com/office/drawing/2014/main" id="{2D1E7E73-3E89-BA10-DC01-7E300E996439}"/>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Tree>
    <p:extLst>
      <p:ext uri="{BB962C8B-B14F-4D97-AF65-F5344CB8AC3E}">
        <p14:creationId xmlns:p14="http://schemas.microsoft.com/office/powerpoint/2010/main" val="34184760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ext Two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2E8BD34-9749-B741-B93E-2D7E0CB595D9}"/>
              </a:ext>
            </a:extLst>
          </p:cNvPr>
          <p:cNvSpPr>
            <a:spLocks noGrp="1"/>
          </p:cNvSpPr>
          <p:nvPr>
            <p:ph type="body" sz="quarter" idx="19" hasCustomPrompt="1"/>
          </p:nvPr>
        </p:nvSpPr>
        <p:spPr>
          <a:xfrm>
            <a:off x="6407661" y="1766048"/>
            <a:ext cx="5165819" cy="443754"/>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26" name="Text Placeholder 2">
            <a:extLst>
              <a:ext uri="{FF2B5EF4-FFF2-40B4-BE49-F238E27FC236}">
                <a16:creationId xmlns:a16="http://schemas.microsoft.com/office/drawing/2014/main" id="{35059BF6-2F19-7F49-9CBE-82197BDDFC8C}"/>
              </a:ext>
            </a:extLst>
          </p:cNvPr>
          <p:cNvSpPr>
            <a:spLocks noGrp="1"/>
          </p:cNvSpPr>
          <p:nvPr>
            <p:ph type="body" sz="quarter" idx="24" hasCustomPrompt="1"/>
          </p:nvPr>
        </p:nvSpPr>
        <p:spPr>
          <a:xfrm>
            <a:off x="6410937" y="2382521"/>
            <a:ext cx="5169260" cy="182881"/>
          </a:xfrm>
          <a:prstGeom prst="rect">
            <a:avLst/>
          </a:prstGeom>
        </p:spPr>
        <p:txBody>
          <a:bodyPr lIns="0" tIns="0" rIns="0" bIns="0"/>
          <a:lstStyle>
            <a:lvl1pPr marL="0" indent="0">
              <a:spcBef>
                <a:spcPts val="0"/>
              </a:spcBef>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65873738-C849-95A4-C52A-CD496785A3AA}"/>
              </a:ext>
            </a:extLst>
          </p:cNvPr>
          <p:cNvSpPr>
            <a:spLocks noGrp="1"/>
          </p:cNvSpPr>
          <p:nvPr>
            <p:ph type="body" sz="quarter" idx="27" hasCustomPrompt="1"/>
          </p:nvPr>
        </p:nvSpPr>
        <p:spPr>
          <a:xfrm>
            <a:off x="6410937" y="2812142"/>
            <a:ext cx="5169260" cy="129218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1" name="Title 1">
            <a:extLst>
              <a:ext uri="{FF2B5EF4-FFF2-40B4-BE49-F238E27FC236}">
                <a16:creationId xmlns:a16="http://schemas.microsoft.com/office/drawing/2014/main" id="{96FF2EC3-7B94-61AD-89EE-6563C3D30D5B}"/>
              </a:ext>
            </a:extLst>
          </p:cNvPr>
          <p:cNvSpPr>
            <a:spLocks noGrp="1"/>
          </p:cNvSpPr>
          <p:nvPr>
            <p:ph type="ctrTitle" hasCustomPrompt="1"/>
          </p:nvPr>
        </p:nvSpPr>
        <p:spPr>
          <a:xfrm>
            <a:off x="621966" y="1766048"/>
            <a:ext cx="5169260"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
        <p:nvSpPr>
          <p:cNvPr id="22" name="Text Placeholder 2">
            <a:extLst>
              <a:ext uri="{FF2B5EF4-FFF2-40B4-BE49-F238E27FC236}">
                <a16:creationId xmlns:a16="http://schemas.microsoft.com/office/drawing/2014/main" id="{D19CCA2B-1CE2-77CF-F749-DC772E2A717C}"/>
              </a:ext>
            </a:extLst>
          </p:cNvPr>
          <p:cNvSpPr>
            <a:spLocks noGrp="1"/>
          </p:cNvSpPr>
          <p:nvPr>
            <p:ph type="body" sz="quarter" idx="15" hasCustomPrompt="1"/>
          </p:nvPr>
        </p:nvSpPr>
        <p:spPr>
          <a:xfrm>
            <a:off x="621966" y="2812142"/>
            <a:ext cx="5169260" cy="129218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3" name="Text Placeholder 2">
            <a:extLst>
              <a:ext uri="{FF2B5EF4-FFF2-40B4-BE49-F238E27FC236}">
                <a16:creationId xmlns:a16="http://schemas.microsoft.com/office/drawing/2014/main" id="{A8B70A03-DFE5-BAFE-E792-E9F9971D5DDA}"/>
              </a:ext>
            </a:extLst>
          </p:cNvPr>
          <p:cNvSpPr>
            <a:spLocks noGrp="1"/>
          </p:cNvSpPr>
          <p:nvPr>
            <p:ph type="body" sz="quarter" idx="28" hasCustomPrompt="1"/>
          </p:nvPr>
        </p:nvSpPr>
        <p:spPr>
          <a:xfrm>
            <a:off x="621965" y="2382521"/>
            <a:ext cx="5169260" cy="182881"/>
          </a:xfrm>
          <a:prstGeom prst="rect">
            <a:avLst/>
          </a:prstGeom>
        </p:spPr>
        <p:txBody>
          <a:bodyPr lIns="0" tIns="0" rIns="0" bIns="0"/>
          <a:lstStyle>
            <a:lvl1pPr marL="0" indent="0">
              <a:spcBef>
                <a:spcPts val="0"/>
              </a:spcBef>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0" name="Text Placeholder 2">
            <a:extLst>
              <a:ext uri="{FF2B5EF4-FFF2-40B4-BE49-F238E27FC236}">
                <a16:creationId xmlns:a16="http://schemas.microsoft.com/office/drawing/2014/main" id="{492B656F-A7D0-42FB-D9A5-80362B0197F2}"/>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281883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ext Three Column">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B27A1D91-B0C5-82DE-7D46-53E481769CC7}"/>
              </a:ext>
            </a:extLst>
          </p:cNvPr>
          <p:cNvSpPr>
            <a:spLocks noGrp="1"/>
          </p:cNvSpPr>
          <p:nvPr>
            <p:ph type="body" sz="quarter" idx="16" hasCustomPrompt="1"/>
          </p:nvPr>
        </p:nvSpPr>
        <p:spPr>
          <a:xfrm>
            <a:off x="63212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56024974-A0B0-7C6B-9AD0-E630E95DA949}"/>
              </a:ext>
            </a:extLst>
          </p:cNvPr>
          <p:cNvSpPr>
            <a:spLocks noGrp="1"/>
          </p:cNvSpPr>
          <p:nvPr>
            <p:ph type="body" sz="quarter" idx="15" hasCustomPrompt="1"/>
          </p:nvPr>
        </p:nvSpPr>
        <p:spPr>
          <a:xfrm>
            <a:off x="63212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1" name="Text Placeholder 2">
            <a:extLst>
              <a:ext uri="{FF2B5EF4-FFF2-40B4-BE49-F238E27FC236}">
                <a16:creationId xmlns:a16="http://schemas.microsoft.com/office/drawing/2014/main" id="{45F39481-2908-3822-701D-5FF87E1F03A5}"/>
              </a:ext>
            </a:extLst>
          </p:cNvPr>
          <p:cNvSpPr>
            <a:spLocks noGrp="1"/>
          </p:cNvSpPr>
          <p:nvPr>
            <p:ph type="body" sz="quarter" idx="17" hasCustomPrompt="1"/>
          </p:nvPr>
        </p:nvSpPr>
        <p:spPr>
          <a:xfrm>
            <a:off x="80931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2" name="Text Placeholder 2">
            <a:extLst>
              <a:ext uri="{FF2B5EF4-FFF2-40B4-BE49-F238E27FC236}">
                <a16:creationId xmlns:a16="http://schemas.microsoft.com/office/drawing/2014/main" id="{8390454E-C6EF-BF2D-F598-5D31E91A5C5B}"/>
              </a:ext>
            </a:extLst>
          </p:cNvPr>
          <p:cNvSpPr>
            <a:spLocks noGrp="1"/>
          </p:cNvSpPr>
          <p:nvPr>
            <p:ph type="body" sz="quarter" idx="18" hasCustomPrompt="1"/>
          </p:nvPr>
        </p:nvSpPr>
        <p:spPr>
          <a:xfrm>
            <a:off x="80931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7" name="Text Placeholder 2">
            <a:extLst>
              <a:ext uri="{FF2B5EF4-FFF2-40B4-BE49-F238E27FC236}">
                <a16:creationId xmlns:a16="http://schemas.microsoft.com/office/drawing/2014/main" id="{3BD0ABDF-0D5E-A765-9F69-3BC9541847C2}"/>
              </a:ext>
            </a:extLst>
          </p:cNvPr>
          <p:cNvSpPr>
            <a:spLocks noGrp="1"/>
          </p:cNvSpPr>
          <p:nvPr>
            <p:ph type="body" sz="quarter" idx="19" hasCustomPrompt="1"/>
          </p:nvPr>
        </p:nvSpPr>
        <p:spPr>
          <a:xfrm>
            <a:off x="436264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9" name="Text Placeholder 2">
            <a:extLst>
              <a:ext uri="{FF2B5EF4-FFF2-40B4-BE49-F238E27FC236}">
                <a16:creationId xmlns:a16="http://schemas.microsoft.com/office/drawing/2014/main" id="{57A872EF-F192-39C4-B234-D15D6561B47C}"/>
              </a:ext>
            </a:extLst>
          </p:cNvPr>
          <p:cNvSpPr>
            <a:spLocks noGrp="1"/>
          </p:cNvSpPr>
          <p:nvPr>
            <p:ph type="body" sz="quarter" idx="20" hasCustomPrompt="1"/>
          </p:nvPr>
        </p:nvSpPr>
        <p:spPr>
          <a:xfrm>
            <a:off x="436264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30" name="Text Placeholder 6">
            <a:extLst>
              <a:ext uri="{FF2B5EF4-FFF2-40B4-BE49-F238E27FC236}">
                <a16:creationId xmlns:a16="http://schemas.microsoft.com/office/drawing/2014/main" id="{3EB9F6D8-47DF-1F5B-55DF-071309C37FDE}"/>
              </a:ext>
            </a:extLst>
          </p:cNvPr>
          <p:cNvSpPr>
            <a:spLocks noGrp="1"/>
          </p:cNvSpPr>
          <p:nvPr>
            <p:ph type="body" sz="quarter" idx="21" hasCustomPrompt="1"/>
          </p:nvPr>
        </p:nvSpPr>
        <p:spPr>
          <a:xfrm>
            <a:off x="4359392" y="1766048"/>
            <a:ext cx="3486912" cy="443754"/>
          </a:xfrm>
          <a:prstGeom prst="rect">
            <a:avLst/>
          </a:prstGeom>
        </p:spPr>
        <p:txBody>
          <a:bodyPr lIns="0" tIns="0" rIns="0" bIns="0" anchor="b" anchorCtr="0"/>
          <a:lstStyle>
            <a:lvl1pPr marL="0" indent="0">
              <a:lnSpc>
                <a:spcPts val="3467"/>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31" name="Text Placeholder 6">
            <a:extLst>
              <a:ext uri="{FF2B5EF4-FFF2-40B4-BE49-F238E27FC236}">
                <a16:creationId xmlns:a16="http://schemas.microsoft.com/office/drawing/2014/main" id="{1B9F0F59-8C07-4391-070A-F127239E51B0}"/>
              </a:ext>
            </a:extLst>
          </p:cNvPr>
          <p:cNvSpPr>
            <a:spLocks noGrp="1"/>
          </p:cNvSpPr>
          <p:nvPr>
            <p:ph type="body" sz="quarter" idx="22" hasCustomPrompt="1"/>
          </p:nvPr>
        </p:nvSpPr>
        <p:spPr>
          <a:xfrm>
            <a:off x="8096015" y="1766048"/>
            <a:ext cx="3486912" cy="443754"/>
          </a:xfrm>
          <a:prstGeom prst="rect">
            <a:avLst/>
          </a:prstGeom>
        </p:spPr>
        <p:txBody>
          <a:bodyPr lIns="0" tIns="0" rIns="0" bIns="0" anchor="b" anchorCtr="0"/>
          <a:lstStyle>
            <a:lvl1pPr marL="0" indent="0">
              <a:lnSpc>
                <a:spcPts val="3467"/>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3" name="Title 1">
            <a:extLst>
              <a:ext uri="{FF2B5EF4-FFF2-40B4-BE49-F238E27FC236}">
                <a16:creationId xmlns:a16="http://schemas.microsoft.com/office/drawing/2014/main" id="{BE2AD77B-1466-B731-C28A-2731D668CCBE}"/>
              </a:ext>
            </a:extLst>
          </p:cNvPr>
          <p:cNvSpPr>
            <a:spLocks noGrp="1"/>
          </p:cNvSpPr>
          <p:nvPr>
            <p:ph type="ctrTitle" hasCustomPrompt="1"/>
          </p:nvPr>
        </p:nvSpPr>
        <p:spPr>
          <a:xfrm>
            <a:off x="63212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
        <p:nvSpPr>
          <p:cNvPr id="14" name="Text Placeholder 2">
            <a:extLst>
              <a:ext uri="{FF2B5EF4-FFF2-40B4-BE49-F238E27FC236}">
                <a16:creationId xmlns:a16="http://schemas.microsoft.com/office/drawing/2014/main" id="{D81B37B4-1168-CDEB-FB62-4B4E3C4E0ADA}"/>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9743115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ext Two Column Icons">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23679" y="3668310"/>
            <a:ext cx="5178612" cy="131535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6" name="Text Placeholder 6">
            <a:extLst>
              <a:ext uri="{FF2B5EF4-FFF2-40B4-BE49-F238E27FC236}">
                <a16:creationId xmlns:a16="http://schemas.microsoft.com/office/drawing/2014/main" id="{3148D23F-4FB0-0283-D700-8A06DCABC281}"/>
              </a:ext>
            </a:extLst>
          </p:cNvPr>
          <p:cNvSpPr>
            <a:spLocks noGrp="1"/>
          </p:cNvSpPr>
          <p:nvPr>
            <p:ph type="body" sz="quarter" idx="25" hasCustomPrompt="1"/>
          </p:nvPr>
        </p:nvSpPr>
        <p:spPr>
          <a:xfrm>
            <a:off x="6390621" y="2938820"/>
            <a:ext cx="5178611"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27" name="Picture Placeholder 2">
            <a:extLst>
              <a:ext uri="{FF2B5EF4-FFF2-40B4-BE49-F238E27FC236}">
                <a16:creationId xmlns:a16="http://schemas.microsoft.com/office/drawing/2014/main" id="{C5C6BDEC-E33F-4C34-5403-6A238AB80D5E}"/>
              </a:ext>
            </a:extLst>
          </p:cNvPr>
          <p:cNvSpPr>
            <a:spLocks noGrp="1"/>
          </p:cNvSpPr>
          <p:nvPr>
            <p:ph type="pic" sz="quarter" idx="26" hasCustomPrompt="1"/>
          </p:nvPr>
        </p:nvSpPr>
        <p:spPr>
          <a:xfrm>
            <a:off x="6399978"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28" name="Text Placeholder 2">
            <a:extLst>
              <a:ext uri="{FF2B5EF4-FFF2-40B4-BE49-F238E27FC236}">
                <a16:creationId xmlns:a16="http://schemas.microsoft.com/office/drawing/2014/main" id="{2136F578-A3CF-9005-0901-E724D7D5226F}"/>
              </a:ext>
            </a:extLst>
          </p:cNvPr>
          <p:cNvSpPr>
            <a:spLocks noGrp="1"/>
          </p:cNvSpPr>
          <p:nvPr>
            <p:ph type="body" sz="quarter" idx="27" hasCustomPrompt="1"/>
          </p:nvPr>
        </p:nvSpPr>
        <p:spPr>
          <a:xfrm>
            <a:off x="6399977" y="3668310"/>
            <a:ext cx="5178612" cy="131535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9" name="Text Placeholder 6">
            <a:extLst>
              <a:ext uri="{FF2B5EF4-FFF2-40B4-BE49-F238E27FC236}">
                <a16:creationId xmlns:a16="http://schemas.microsoft.com/office/drawing/2014/main" id="{ADFE46B3-A8B5-C645-B495-DA6D53180536}"/>
              </a:ext>
            </a:extLst>
          </p:cNvPr>
          <p:cNvSpPr>
            <a:spLocks noGrp="1"/>
          </p:cNvSpPr>
          <p:nvPr>
            <p:ph type="body" sz="quarter" idx="23" hasCustomPrompt="1"/>
          </p:nvPr>
        </p:nvSpPr>
        <p:spPr>
          <a:xfrm>
            <a:off x="621758" y="2938820"/>
            <a:ext cx="5178611"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0" name="Text Placeholder 2">
            <a:extLst>
              <a:ext uri="{FF2B5EF4-FFF2-40B4-BE49-F238E27FC236}">
                <a16:creationId xmlns:a16="http://schemas.microsoft.com/office/drawing/2014/main" id="{0D0EB105-4FE7-7E30-8C23-A63566AB41F9}"/>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0949068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ext Three Column Icons">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96CA1346-1D62-4F41-BA11-B3EEBA6B5192}"/>
              </a:ext>
            </a:extLst>
          </p:cNvPr>
          <p:cNvSpPr>
            <a:spLocks noGrp="1"/>
          </p:cNvSpPr>
          <p:nvPr>
            <p:ph type="body" sz="quarter" idx="20" hasCustomPrompt="1"/>
          </p:nvPr>
        </p:nvSpPr>
        <p:spPr>
          <a:xfrm>
            <a:off x="4340226"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8" name="Text Placeholder 6">
            <a:extLst>
              <a:ext uri="{FF2B5EF4-FFF2-40B4-BE49-F238E27FC236}">
                <a16:creationId xmlns:a16="http://schemas.microsoft.com/office/drawing/2014/main" id="{53E5B521-5917-164E-BF18-105160A01CA5}"/>
              </a:ext>
            </a:extLst>
          </p:cNvPr>
          <p:cNvSpPr>
            <a:spLocks noGrp="1"/>
          </p:cNvSpPr>
          <p:nvPr>
            <p:ph type="body" sz="quarter" idx="22" hasCustomPrompt="1"/>
          </p:nvPr>
        </p:nvSpPr>
        <p:spPr>
          <a:xfrm>
            <a:off x="8076847"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9" name="Text Placeholder 6">
            <a:extLst>
              <a:ext uri="{FF2B5EF4-FFF2-40B4-BE49-F238E27FC236}">
                <a16:creationId xmlns:a16="http://schemas.microsoft.com/office/drawing/2014/main" id="{0721738F-FD2D-4146-A62E-4ECD6E8AF6FC}"/>
              </a:ext>
            </a:extLst>
          </p:cNvPr>
          <p:cNvSpPr>
            <a:spLocks noGrp="1"/>
          </p:cNvSpPr>
          <p:nvPr>
            <p:ph type="body" sz="quarter" idx="23" hasCustomPrompt="1"/>
          </p:nvPr>
        </p:nvSpPr>
        <p:spPr>
          <a:xfrm>
            <a:off x="622771"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20" name="Picture Placeholder 2">
            <a:extLst>
              <a:ext uri="{FF2B5EF4-FFF2-40B4-BE49-F238E27FC236}">
                <a16:creationId xmlns:a16="http://schemas.microsoft.com/office/drawing/2014/main" id="{8143D29F-44CB-0E44-8852-5377E5E8F518}"/>
              </a:ext>
            </a:extLst>
          </p:cNvPr>
          <p:cNvSpPr>
            <a:spLocks noGrp="1"/>
          </p:cNvSpPr>
          <p:nvPr>
            <p:ph type="pic" sz="quarter" idx="10" hasCustomPrompt="1"/>
          </p:nvPr>
        </p:nvSpPr>
        <p:spPr>
          <a:xfrm>
            <a:off x="4359394"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22" name="Picture Placeholder 2">
            <a:extLst>
              <a:ext uri="{FF2B5EF4-FFF2-40B4-BE49-F238E27FC236}">
                <a16:creationId xmlns:a16="http://schemas.microsoft.com/office/drawing/2014/main" id="{EE6224FA-C881-7942-88CA-85C557540C4C}"/>
              </a:ext>
            </a:extLst>
          </p:cNvPr>
          <p:cNvSpPr>
            <a:spLocks noGrp="1"/>
          </p:cNvSpPr>
          <p:nvPr>
            <p:ph type="pic" sz="quarter" idx="25" hasCustomPrompt="1"/>
          </p:nvPr>
        </p:nvSpPr>
        <p:spPr>
          <a:xfrm>
            <a:off x="8086661"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32125"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3" name="Text Placeholder 2">
            <a:extLst>
              <a:ext uri="{FF2B5EF4-FFF2-40B4-BE49-F238E27FC236}">
                <a16:creationId xmlns:a16="http://schemas.microsoft.com/office/drawing/2014/main" id="{A1125D49-7617-524D-93FF-568220A243A4}"/>
              </a:ext>
            </a:extLst>
          </p:cNvPr>
          <p:cNvSpPr>
            <a:spLocks noGrp="1"/>
          </p:cNvSpPr>
          <p:nvPr>
            <p:ph type="body" sz="quarter" idx="29" hasCustomPrompt="1"/>
          </p:nvPr>
        </p:nvSpPr>
        <p:spPr>
          <a:xfrm>
            <a:off x="4350253"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4" name="Text Placeholder 2">
            <a:extLst>
              <a:ext uri="{FF2B5EF4-FFF2-40B4-BE49-F238E27FC236}">
                <a16:creationId xmlns:a16="http://schemas.microsoft.com/office/drawing/2014/main" id="{32FC023A-9146-A042-BD74-7CC8EF53A068}"/>
              </a:ext>
            </a:extLst>
          </p:cNvPr>
          <p:cNvSpPr>
            <a:spLocks noGrp="1"/>
          </p:cNvSpPr>
          <p:nvPr>
            <p:ph type="body" sz="quarter" idx="30" hasCustomPrompt="1"/>
          </p:nvPr>
        </p:nvSpPr>
        <p:spPr>
          <a:xfrm>
            <a:off x="8102968"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3" name="Text Placeholder 2">
            <a:extLst>
              <a:ext uri="{FF2B5EF4-FFF2-40B4-BE49-F238E27FC236}">
                <a16:creationId xmlns:a16="http://schemas.microsoft.com/office/drawing/2014/main" id="{3B88B2C6-7B71-2E10-C2D7-2073ED166CFF}"/>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3156846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ky Text Three Column Icons">
    <p:bg>
      <p:bgPr>
        <a:solidFill>
          <a:schemeClr val="accent1"/>
        </a:solidFill>
        <a:effectLst/>
      </p:bgPr>
    </p:bg>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96CA1346-1D62-4F41-BA11-B3EEBA6B5192}"/>
              </a:ext>
            </a:extLst>
          </p:cNvPr>
          <p:cNvSpPr>
            <a:spLocks noGrp="1"/>
          </p:cNvSpPr>
          <p:nvPr>
            <p:ph type="body" sz="quarter" idx="20" hasCustomPrompt="1"/>
          </p:nvPr>
        </p:nvSpPr>
        <p:spPr>
          <a:xfrm>
            <a:off x="4340226"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8" name="Text Placeholder 6">
            <a:extLst>
              <a:ext uri="{FF2B5EF4-FFF2-40B4-BE49-F238E27FC236}">
                <a16:creationId xmlns:a16="http://schemas.microsoft.com/office/drawing/2014/main" id="{53E5B521-5917-164E-BF18-105160A01CA5}"/>
              </a:ext>
            </a:extLst>
          </p:cNvPr>
          <p:cNvSpPr>
            <a:spLocks noGrp="1"/>
          </p:cNvSpPr>
          <p:nvPr>
            <p:ph type="body" sz="quarter" idx="22" hasCustomPrompt="1"/>
          </p:nvPr>
        </p:nvSpPr>
        <p:spPr>
          <a:xfrm>
            <a:off x="8076847"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9" name="Text Placeholder 6">
            <a:extLst>
              <a:ext uri="{FF2B5EF4-FFF2-40B4-BE49-F238E27FC236}">
                <a16:creationId xmlns:a16="http://schemas.microsoft.com/office/drawing/2014/main" id="{0721738F-FD2D-4146-A62E-4ECD6E8AF6FC}"/>
              </a:ext>
            </a:extLst>
          </p:cNvPr>
          <p:cNvSpPr>
            <a:spLocks noGrp="1"/>
          </p:cNvSpPr>
          <p:nvPr>
            <p:ph type="body" sz="quarter" idx="23" hasCustomPrompt="1"/>
          </p:nvPr>
        </p:nvSpPr>
        <p:spPr>
          <a:xfrm>
            <a:off x="622771"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20" name="Picture Placeholder 2">
            <a:extLst>
              <a:ext uri="{FF2B5EF4-FFF2-40B4-BE49-F238E27FC236}">
                <a16:creationId xmlns:a16="http://schemas.microsoft.com/office/drawing/2014/main" id="{8143D29F-44CB-0E44-8852-5377E5E8F518}"/>
              </a:ext>
            </a:extLst>
          </p:cNvPr>
          <p:cNvSpPr>
            <a:spLocks noGrp="1"/>
          </p:cNvSpPr>
          <p:nvPr>
            <p:ph type="pic" sz="quarter" idx="10" hasCustomPrompt="1"/>
          </p:nvPr>
        </p:nvSpPr>
        <p:spPr>
          <a:xfrm>
            <a:off x="4359394"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 ExtraLight"/>
              </a:defRPr>
            </a:lvl1pPr>
          </a:lstStyle>
          <a:p>
            <a:pPr lvl="0"/>
            <a:r>
              <a:rPr lang="en-US" noProof="0" dirty="0"/>
              <a:t>Click to add marketing icon</a:t>
            </a:r>
          </a:p>
        </p:txBody>
      </p:sp>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 ExtraLight"/>
              </a:defRPr>
            </a:lvl1pPr>
          </a:lstStyle>
          <a:p>
            <a:pPr lvl="0"/>
            <a:r>
              <a:rPr lang="en-US" noProof="0" dirty="0"/>
              <a:t>Click to add marketing icon</a:t>
            </a:r>
          </a:p>
        </p:txBody>
      </p:sp>
      <p:sp>
        <p:nvSpPr>
          <p:cNvPr id="22" name="Picture Placeholder 2">
            <a:extLst>
              <a:ext uri="{FF2B5EF4-FFF2-40B4-BE49-F238E27FC236}">
                <a16:creationId xmlns:a16="http://schemas.microsoft.com/office/drawing/2014/main" id="{EE6224FA-C881-7942-88CA-85C557540C4C}"/>
              </a:ext>
            </a:extLst>
          </p:cNvPr>
          <p:cNvSpPr>
            <a:spLocks noGrp="1"/>
          </p:cNvSpPr>
          <p:nvPr>
            <p:ph type="pic" sz="quarter" idx="25" hasCustomPrompt="1"/>
          </p:nvPr>
        </p:nvSpPr>
        <p:spPr>
          <a:xfrm>
            <a:off x="8086661"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 ExtraLight"/>
              </a:defRPr>
            </a:lvl1pPr>
          </a:lstStyle>
          <a:p>
            <a:pPr lvl="0"/>
            <a:r>
              <a:rPr lang="en-US" noProof="0" dirty="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32125"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3" name="Text Placeholder 2">
            <a:extLst>
              <a:ext uri="{FF2B5EF4-FFF2-40B4-BE49-F238E27FC236}">
                <a16:creationId xmlns:a16="http://schemas.microsoft.com/office/drawing/2014/main" id="{A1125D49-7617-524D-93FF-568220A243A4}"/>
              </a:ext>
            </a:extLst>
          </p:cNvPr>
          <p:cNvSpPr>
            <a:spLocks noGrp="1"/>
          </p:cNvSpPr>
          <p:nvPr>
            <p:ph type="body" sz="quarter" idx="29" hasCustomPrompt="1"/>
          </p:nvPr>
        </p:nvSpPr>
        <p:spPr>
          <a:xfrm>
            <a:off x="4350253"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4" name="Text Placeholder 2">
            <a:extLst>
              <a:ext uri="{FF2B5EF4-FFF2-40B4-BE49-F238E27FC236}">
                <a16:creationId xmlns:a16="http://schemas.microsoft.com/office/drawing/2014/main" id="{32FC023A-9146-A042-BD74-7CC8EF53A068}"/>
              </a:ext>
            </a:extLst>
          </p:cNvPr>
          <p:cNvSpPr>
            <a:spLocks noGrp="1"/>
          </p:cNvSpPr>
          <p:nvPr>
            <p:ph type="body" sz="quarter" idx="30" hasCustomPrompt="1"/>
          </p:nvPr>
        </p:nvSpPr>
        <p:spPr>
          <a:xfrm>
            <a:off x="8102968"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3" name="Text Placeholder 2">
            <a:extLst>
              <a:ext uri="{FF2B5EF4-FFF2-40B4-BE49-F238E27FC236}">
                <a16:creationId xmlns:a16="http://schemas.microsoft.com/office/drawing/2014/main" id="{3B88B2C6-7B71-2E10-C2D7-2073ED166CFF}"/>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7438332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Heading and title">
    <p:bg>
      <p:bgPr>
        <a:solidFill>
          <a:schemeClr val="bg2"/>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0C30067D-BDB2-4ED3-9FF2-9A7F7110FF90}"/>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8" name="Text Placeholder 6">
            <a:extLst>
              <a:ext uri="{FF2B5EF4-FFF2-40B4-BE49-F238E27FC236}">
                <a16:creationId xmlns:a16="http://schemas.microsoft.com/office/drawing/2014/main" id="{1878F7B9-C122-B8FB-05FB-508A64772A99}"/>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12755331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Bullet List">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7E84602F-A2F5-0AB3-EDDA-2F6FBCDFA885}"/>
              </a:ext>
            </a:extLst>
          </p:cNvPr>
          <p:cNvSpPr>
            <a:spLocks noGrp="1"/>
          </p:cNvSpPr>
          <p:nvPr>
            <p:ph type="body" sz="quarter" idx="10" hasCustomPrompt="1"/>
          </p:nvPr>
        </p:nvSpPr>
        <p:spPr>
          <a:xfrm>
            <a:off x="632818" y="1602317"/>
            <a:ext cx="11088236" cy="4519083"/>
          </a:xfrm>
          <a:prstGeom prst="rect">
            <a:avLst/>
          </a:prstGeom>
        </p:spPr>
        <p:txBody>
          <a:bodyPr lIns="91420" tIns="45710" rIns="91420" bIns="45710">
            <a:noAutofit/>
          </a:bodyPr>
          <a:lstStyle>
            <a:lvl1pPr marL="304798" indent="-228598">
              <a:lnSpc>
                <a:spcPct val="95000"/>
              </a:lnSpc>
              <a:spcBef>
                <a:spcPts val="1480"/>
              </a:spcBef>
              <a:buClr>
                <a:schemeClr val="bg1"/>
              </a:buClr>
              <a:buSzPct val="80000"/>
              <a:buFont typeface="Arial"/>
              <a:buChar char="•"/>
              <a:defRPr sz="2400" b="0" i="0">
                <a:solidFill>
                  <a:schemeClr val="tx1"/>
                </a:solidFill>
                <a:latin typeface="+mn-lt"/>
                <a:ea typeface="CiscoSansTT Thin" charset="0"/>
                <a:cs typeface="CiscoSansTT Thin" charset="0"/>
              </a:defRPr>
            </a:lvl1pPr>
            <a:lvl2pPr marL="609595" indent="-220132">
              <a:lnSpc>
                <a:spcPct val="95000"/>
              </a:lnSpc>
              <a:spcBef>
                <a:spcPts val="600"/>
              </a:spcBef>
              <a:buClr>
                <a:schemeClr val="bg1"/>
              </a:buClr>
              <a:buSzPct val="80000"/>
              <a:buFont typeface="Arial"/>
              <a:buChar char="•"/>
              <a:defRPr sz="1867" b="0" i="0">
                <a:solidFill>
                  <a:schemeClr val="tx1"/>
                </a:solidFill>
                <a:latin typeface="+mn-lt"/>
                <a:ea typeface="CiscoSansTT Thin" charset="0"/>
                <a:cs typeface="CiscoSansTT Thin" charset="0"/>
              </a:defRPr>
            </a:lvl2pPr>
            <a:lvl3pPr marL="914392" indent="-146050">
              <a:buClr>
                <a:schemeClr val="bg1"/>
              </a:buClr>
              <a:buSzPct val="80000"/>
              <a:buFont typeface="Arial"/>
              <a:buChar char="•"/>
              <a:defRPr sz="1600" b="0" i="0">
                <a:solidFill>
                  <a:schemeClr val="tx1"/>
                </a:solidFill>
                <a:latin typeface="CiscoSansTT" panose="020B0503020201020303" pitchFamily="34" charset="0"/>
                <a:ea typeface="CiscoSansTT" panose="020B0503020201020303" pitchFamily="34" charset="0"/>
                <a:cs typeface="CiscoSansTT" panose="020B0503020201020303" pitchFamily="34" charset="0"/>
              </a:defRPr>
            </a:lvl3pPr>
            <a:lvl4pPr marL="1214703" indent="-228552">
              <a:buClr>
                <a:schemeClr val="bg1"/>
              </a:buClr>
              <a:buSzPct val="80000"/>
              <a:buFont typeface="Arial"/>
              <a:buChar char="•"/>
              <a:defRPr sz="1333" b="0" i="0">
                <a:solidFill>
                  <a:schemeClr val="tx1"/>
                </a:solidFill>
                <a:latin typeface="CiscoSansTT Medium" panose="020B0503020201020303" pitchFamily="34" charset="0"/>
                <a:ea typeface="CiscoSansTT Medium" panose="020B0503020201020303" pitchFamily="34" charset="0"/>
                <a:cs typeface="CiscoSansTT Medium" panose="020B0503020201020303" pitchFamily="34" charset="0"/>
              </a:defRPr>
            </a:lvl4pPr>
            <a:lvl5pPr marL="1443255" indent="-224318">
              <a:buClr>
                <a:schemeClr val="bg2"/>
              </a:buClr>
              <a:buSzPct val="80000"/>
              <a:buFont typeface="Arial"/>
              <a:buChar char="•"/>
              <a:defRPr sz="1333" b="0" i="0">
                <a:solidFill>
                  <a:schemeClr val="bg2"/>
                </a:solidFill>
                <a:latin typeface="+mn-lt"/>
                <a:ea typeface="CiscoSansTT Thin" charset="0"/>
                <a:cs typeface="CiscoSansTT Thin" charset="0"/>
              </a:defRPr>
            </a:lvl5pPr>
          </a:lstStyle>
          <a:p>
            <a:pPr lvl="0"/>
            <a:r>
              <a:rPr lang="en-GB" dirty="0"/>
              <a:t>First level</a:t>
            </a:r>
          </a:p>
          <a:p>
            <a:pPr lvl="1"/>
            <a:r>
              <a:rPr lang="en-GB" dirty="0"/>
              <a:t>Second level</a:t>
            </a:r>
          </a:p>
          <a:p>
            <a:pPr lvl="2"/>
            <a:r>
              <a:rPr lang="en-GB" dirty="0"/>
              <a:t>Third level</a:t>
            </a:r>
          </a:p>
          <a:p>
            <a:pPr lvl="3"/>
            <a:r>
              <a:rPr lang="en-GB" dirty="0"/>
              <a:t>Fourth level</a:t>
            </a:r>
          </a:p>
        </p:txBody>
      </p:sp>
      <p:sp>
        <p:nvSpPr>
          <p:cNvPr id="8" name="Text Placeholder 2">
            <a:extLst>
              <a:ext uri="{FF2B5EF4-FFF2-40B4-BE49-F238E27FC236}">
                <a16:creationId xmlns:a16="http://schemas.microsoft.com/office/drawing/2014/main" id="{59A4C47A-6966-3B09-BD1C-38665845F9B1}"/>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0" name="Text Placeholder 6">
            <a:extLst>
              <a:ext uri="{FF2B5EF4-FFF2-40B4-BE49-F238E27FC236}">
                <a16:creationId xmlns:a16="http://schemas.microsoft.com/office/drawing/2014/main" id="{1FCB4DFA-B41D-91DA-5108-E390AFFDD535}"/>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25151452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6" name="Table Placeholder 11">
            <a:extLst>
              <a:ext uri="{FF2B5EF4-FFF2-40B4-BE49-F238E27FC236}">
                <a16:creationId xmlns:a16="http://schemas.microsoft.com/office/drawing/2014/main" id="{C83B223E-030E-74D0-B6FA-BEC3DA7BD3FA}"/>
              </a:ext>
            </a:extLst>
          </p:cNvPr>
          <p:cNvSpPr>
            <a:spLocks noGrp="1"/>
          </p:cNvSpPr>
          <p:nvPr>
            <p:ph type="tbl" sz="quarter" idx="12"/>
          </p:nvPr>
        </p:nvSpPr>
        <p:spPr>
          <a:xfrm>
            <a:off x="621102" y="1602317"/>
            <a:ext cx="10974395" cy="3739704"/>
          </a:xfrm>
          <a:prstGeom prst="rect">
            <a:avLst/>
          </a:prstGeom>
        </p:spPr>
        <p:txBody>
          <a:bodyPr lIns="91420" tIns="45710" rIns="91420" bIns="45710">
            <a:noAutofit/>
          </a:bodyPr>
          <a:lstStyle>
            <a:lvl1pPr marL="0" indent="0" algn="ctr">
              <a:buNone/>
              <a:defRPr sz="2667" baseline="0">
                <a:solidFill>
                  <a:schemeClr val="tx1"/>
                </a:solidFill>
                <a:latin typeface="+mn-lt"/>
              </a:defRPr>
            </a:lvl1pPr>
          </a:lstStyle>
          <a:p>
            <a:pPr lvl="0"/>
            <a:r>
              <a:rPr lang="en-US" noProof="0"/>
              <a:t>Click icon to add table</a:t>
            </a:r>
            <a:endParaRPr lang="en-GB" noProof="0" dirty="0"/>
          </a:p>
        </p:txBody>
      </p:sp>
      <p:sp>
        <p:nvSpPr>
          <p:cNvPr id="11" name="Text Placeholder 2">
            <a:extLst>
              <a:ext uri="{FF2B5EF4-FFF2-40B4-BE49-F238E27FC236}">
                <a16:creationId xmlns:a16="http://schemas.microsoft.com/office/drawing/2014/main" id="{89B8D9E7-EAC8-4A5C-4139-BA396711F078}"/>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Table caption goes here</a:t>
            </a:r>
          </a:p>
        </p:txBody>
      </p:sp>
      <p:sp>
        <p:nvSpPr>
          <p:cNvPr id="7" name="Text Placeholder 2">
            <a:extLst>
              <a:ext uri="{FF2B5EF4-FFF2-40B4-BE49-F238E27FC236}">
                <a16:creationId xmlns:a16="http://schemas.microsoft.com/office/drawing/2014/main" id="{DD6F855F-C6CE-B2F9-57E7-33E8ABD1C6C3}"/>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8" name="Text Placeholder 6">
            <a:extLst>
              <a:ext uri="{FF2B5EF4-FFF2-40B4-BE49-F238E27FC236}">
                <a16:creationId xmlns:a16="http://schemas.microsoft.com/office/drawing/2014/main" id="{AABDEAAE-DE1D-CF0D-8281-B39078C1DE9D}"/>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20826710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12" name="Text Placeholder 2">
            <a:extLst>
              <a:ext uri="{FF2B5EF4-FFF2-40B4-BE49-F238E27FC236}">
                <a16:creationId xmlns:a16="http://schemas.microsoft.com/office/drawing/2014/main" id="{48CE7DB6-039C-AC58-5C90-9B19A4AA26C7}"/>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Table caption goes here</a:t>
            </a:r>
          </a:p>
        </p:txBody>
      </p:sp>
      <p:sp>
        <p:nvSpPr>
          <p:cNvPr id="14" name="Chart Placeholder 2">
            <a:extLst>
              <a:ext uri="{FF2B5EF4-FFF2-40B4-BE49-F238E27FC236}">
                <a16:creationId xmlns:a16="http://schemas.microsoft.com/office/drawing/2014/main" id="{BD75F8AD-CDF4-CE28-1C24-08F6FA9598D3}"/>
              </a:ext>
            </a:extLst>
          </p:cNvPr>
          <p:cNvSpPr>
            <a:spLocks noGrp="1"/>
          </p:cNvSpPr>
          <p:nvPr>
            <p:ph type="chart" sz="quarter" idx="10"/>
          </p:nvPr>
        </p:nvSpPr>
        <p:spPr>
          <a:xfrm>
            <a:off x="632125" y="1602319"/>
            <a:ext cx="10960608" cy="3744383"/>
          </a:xfrm>
          <a:prstGeom prst="rect">
            <a:avLst/>
          </a:prstGeom>
        </p:spPr>
        <p:txBody>
          <a:bodyPr vert="horz" lIns="91420" tIns="45710" rIns="91420" bIns="45710">
            <a:noAutofit/>
          </a:bodyPr>
          <a:lstStyle>
            <a:lvl1pPr marL="0" indent="0" algn="ctr">
              <a:buNone/>
              <a:defRPr sz="2667" b="0" i="0">
                <a:solidFill>
                  <a:schemeClr val="tx1"/>
                </a:solidFill>
                <a:latin typeface="+mn-lt"/>
                <a:cs typeface="CiscoSans ExtraLight"/>
              </a:defRPr>
            </a:lvl1pPr>
          </a:lstStyle>
          <a:p>
            <a:pPr lvl="0"/>
            <a:r>
              <a:rPr lang="en-US" noProof="0"/>
              <a:t>Click icon to add chart</a:t>
            </a:r>
            <a:endParaRPr lang="en-US" noProof="0" dirty="0"/>
          </a:p>
        </p:txBody>
      </p:sp>
      <p:sp>
        <p:nvSpPr>
          <p:cNvPr id="9" name="Text Placeholder 2">
            <a:extLst>
              <a:ext uri="{FF2B5EF4-FFF2-40B4-BE49-F238E27FC236}">
                <a16:creationId xmlns:a16="http://schemas.microsoft.com/office/drawing/2014/main" id="{705B1628-7130-AF0C-17E8-DBDAD7001336}"/>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0" name="Text Placeholder 6">
            <a:extLst>
              <a:ext uri="{FF2B5EF4-FFF2-40B4-BE49-F238E27FC236}">
                <a16:creationId xmlns:a16="http://schemas.microsoft.com/office/drawing/2014/main" id="{A7267393-CC82-21AE-BF48-82206C9952EE}"/>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39198737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cSld name="Multi">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E6D804B-991F-15D0-1B5C-852F088F2293}"/>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Table caption goes here</a:t>
            </a:r>
          </a:p>
        </p:txBody>
      </p:sp>
      <p:sp>
        <p:nvSpPr>
          <p:cNvPr id="12" name="Content Placeholder 2">
            <a:extLst>
              <a:ext uri="{FF2B5EF4-FFF2-40B4-BE49-F238E27FC236}">
                <a16:creationId xmlns:a16="http://schemas.microsoft.com/office/drawing/2014/main" id="{5E762CBB-3A34-48C3-DD45-61F4F2FD11D1}"/>
              </a:ext>
            </a:extLst>
          </p:cNvPr>
          <p:cNvSpPr>
            <a:spLocks noGrp="1"/>
          </p:cNvSpPr>
          <p:nvPr>
            <p:ph idx="1"/>
          </p:nvPr>
        </p:nvSpPr>
        <p:spPr>
          <a:xfrm>
            <a:off x="632884" y="1602317"/>
            <a:ext cx="10961511" cy="3739704"/>
          </a:xfrm>
          <a:prstGeom prst="rect">
            <a:avLst/>
          </a:prstGeom>
        </p:spPr>
        <p:txBody>
          <a:bodyPr lIns="91420" tIns="45710" rIns="91420" bIns="45710">
            <a:noAutofit/>
          </a:bodyPr>
          <a:lstStyle>
            <a:lvl1pPr marL="380917" marR="0" indent="-380917" algn="ctr" defTabSz="609469" rtl="0" eaLnBrk="1" fontAlgn="auto" latinLnBrk="0" hangingPunct="1">
              <a:lnSpc>
                <a:spcPct val="100000"/>
              </a:lnSpc>
              <a:spcBef>
                <a:spcPct val="20000"/>
              </a:spcBef>
              <a:spcAft>
                <a:spcPts val="0"/>
              </a:spcAft>
              <a:buClrTx/>
              <a:buSzTx/>
              <a:buFont typeface="Arial"/>
              <a:buNone/>
              <a:tabLst/>
              <a:defRPr sz="2667" b="0" i="0" baseline="0">
                <a:solidFill>
                  <a:schemeClr val="tx1"/>
                </a:solidFill>
                <a:latin typeface="+mn-lt"/>
                <a:cs typeface="CiscoSans ExtraLight"/>
              </a:defRPr>
            </a:lvl1pPr>
          </a:lstStyle>
          <a:p>
            <a:pPr lvl="0"/>
            <a:r>
              <a:rPr lang="en-US"/>
              <a:t>Click to edit Master text styles</a:t>
            </a:r>
          </a:p>
        </p:txBody>
      </p:sp>
      <p:sp>
        <p:nvSpPr>
          <p:cNvPr id="7" name="Text Placeholder 2">
            <a:extLst>
              <a:ext uri="{FF2B5EF4-FFF2-40B4-BE49-F238E27FC236}">
                <a16:creationId xmlns:a16="http://schemas.microsoft.com/office/drawing/2014/main" id="{014E7A9D-AA27-1BDE-DF75-A66B1A4E967A}"/>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8" name="Text Placeholder 6">
            <a:extLst>
              <a:ext uri="{FF2B5EF4-FFF2-40B4-BE49-F238E27FC236}">
                <a16:creationId xmlns:a16="http://schemas.microsoft.com/office/drawing/2014/main" id="{8DB9C6A2-1768-FE67-38C1-DAE221A3B73A}"/>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4959449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cSld name="Heading only">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8A973767-6838-8C37-C9AB-EBCBB78A52A3}"/>
              </a:ext>
            </a:extLst>
          </p:cNvPr>
          <p:cNvSpPr>
            <a:spLocks noGrp="1"/>
          </p:cNvSpPr>
          <p:nvPr>
            <p:ph type="body" sz="quarter" idx="82"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28713734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Half Page Tex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522ACBA-6A0D-C74B-AFCB-38D9D94CE143}"/>
              </a:ext>
            </a:extLst>
          </p:cNvPr>
          <p:cNvSpPr/>
          <p:nvPr/>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dirty="0">
              <a:latin typeface="CiscoSansTT ExtraLight" panose="020B0303020201020303" pitchFamily="34" charset="0"/>
            </a:endParaRPr>
          </a:p>
        </p:txBody>
      </p:sp>
      <p:sp>
        <p:nvSpPr>
          <p:cNvPr id="7" name="Title 1">
            <a:extLst>
              <a:ext uri="{FF2B5EF4-FFF2-40B4-BE49-F238E27FC236}">
                <a16:creationId xmlns:a16="http://schemas.microsoft.com/office/drawing/2014/main" id="{EB0442CC-18E0-97B7-E62C-0397FB025279}"/>
              </a:ext>
            </a:extLst>
          </p:cNvPr>
          <p:cNvSpPr>
            <a:spLocks noGrp="1"/>
          </p:cNvSpPr>
          <p:nvPr>
            <p:ph type="ctrTitle" hasCustomPrompt="1"/>
          </p:nvPr>
        </p:nvSpPr>
        <p:spPr>
          <a:xfrm>
            <a:off x="627425" y="1766047"/>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9" name="Text Placeholder 2">
            <a:extLst>
              <a:ext uri="{FF2B5EF4-FFF2-40B4-BE49-F238E27FC236}">
                <a16:creationId xmlns:a16="http://schemas.microsoft.com/office/drawing/2014/main" id="{5F030301-E75F-E7BE-D423-283E76983DD5}"/>
              </a:ext>
            </a:extLst>
          </p:cNvPr>
          <p:cNvSpPr>
            <a:spLocks noGrp="1"/>
          </p:cNvSpPr>
          <p:nvPr>
            <p:ph type="body" sz="quarter" idx="16" hasCustomPrompt="1"/>
          </p:nvPr>
        </p:nvSpPr>
        <p:spPr>
          <a:xfrm>
            <a:off x="627425" y="2421515"/>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2" name="Text Placeholder 2">
            <a:extLst>
              <a:ext uri="{FF2B5EF4-FFF2-40B4-BE49-F238E27FC236}">
                <a16:creationId xmlns:a16="http://schemas.microsoft.com/office/drawing/2014/main" id="{9CFD8466-F4CC-C5A0-9C5C-BABB06B9214C}"/>
              </a:ext>
            </a:extLst>
          </p:cNvPr>
          <p:cNvSpPr>
            <a:spLocks noGrp="1"/>
          </p:cNvSpPr>
          <p:nvPr>
            <p:ph type="body" sz="quarter" idx="15" hasCustomPrompt="1"/>
          </p:nvPr>
        </p:nvSpPr>
        <p:spPr>
          <a:xfrm>
            <a:off x="627425" y="2852062"/>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1" name="Text Placeholder 2">
            <a:extLst>
              <a:ext uri="{FF2B5EF4-FFF2-40B4-BE49-F238E27FC236}">
                <a16:creationId xmlns:a16="http://schemas.microsoft.com/office/drawing/2014/main" id="{56C75B5F-2754-AB33-5A12-A2F80412EA7C}"/>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5610588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Half Page Text 2">
    <p:spTree>
      <p:nvGrpSpPr>
        <p:cNvPr id="1" name=""/>
        <p:cNvGrpSpPr/>
        <p:nvPr/>
      </p:nvGrpSpPr>
      <p:grpSpPr>
        <a:xfrm>
          <a:off x="0" y="0"/>
          <a:ext cx="0" cy="0"/>
          <a:chOff x="0" y="0"/>
          <a:chExt cx="0" cy="0"/>
        </a:xfrm>
      </p:grpSpPr>
      <p:sp>
        <p:nvSpPr>
          <p:cNvPr id="4" name="Rectangle 3"/>
          <p:cNvSpPr/>
          <p:nvPr/>
        </p:nvSpPr>
        <p:spPr>
          <a:xfrm>
            <a:off x="0"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dirty="0">
              <a:solidFill>
                <a:srgbClr val="0D274D"/>
              </a:solidFill>
              <a:latin typeface="CiscoSansTT ExtraLight" panose="020B0303020201020303" pitchFamily="34" charset="0"/>
            </a:endParaRPr>
          </a:p>
        </p:txBody>
      </p:sp>
      <p:sp>
        <p:nvSpPr>
          <p:cNvPr id="7" name="Title 1">
            <a:extLst>
              <a:ext uri="{FF2B5EF4-FFF2-40B4-BE49-F238E27FC236}">
                <a16:creationId xmlns:a16="http://schemas.microsoft.com/office/drawing/2014/main" id="{500FB767-EEA9-D740-8EE8-2114332F6203}"/>
              </a:ext>
            </a:extLst>
          </p:cNvPr>
          <p:cNvSpPr>
            <a:spLocks noGrp="1"/>
          </p:cNvSpPr>
          <p:nvPr>
            <p:ph type="ctrTitle" hasCustomPrompt="1"/>
          </p:nvPr>
        </p:nvSpPr>
        <p:spPr>
          <a:xfrm>
            <a:off x="623904"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pic>
        <p:nvPicPr>
          <p:cNvPr id="21" name="Picture 7">
            <a:extLst>
              <a:ext uri="{FF2B5EF4-FFF2-40B4-BE49-F238E27FC236}">
                <a16:creationId xmlns:a16="http://schemas.microsoft.com/office/drawing/2014/main" id="{C8840F6B-282B-A945-9690-ABC74CE8E7D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09602" y="6342698"/>
            <a:ext cx="396305" cy="208228"/>
          </a:xfrm>
          <a:prstGeom prst="rect">
            <a:avLst/>
          </a:prstGeom>
        </p:spPr>
      </p:pic>
      <p:sp>
        <p:nvSpPr>
          <p:cNvPr id="22" name="Rectangle 21">
            <a:extLst>
              <a:ext uri="{FF2B5EF4-FFF2-40B4-BE49-F238E27FC236}">
                <a16:creationId xmlns:a16="http://schemas.microsoft.com/office/drawing/2014/main" id="{2C5D8762-2A1E-3E48-9704-3A8D36FCB834}"/>
              </a:ext>
            </a:extLst>
          </p:cNvPr>
          <p:cNvSpPr>
            <a:spLocks noChangeArrowheads="1"/>
          </p:cNvSpPr>
          <p:nvPr/>
        </p:nvSpPr>
        <p:spPr bwMode="ltGray">
          <a:xfrm>
            <a:off x="1142755" y="6383796"/>
            <a:ext cx="4534733" cy="164924"/>
          </a:xfrm>
          <a:prstGeom prst="rect">
            <a:avLst/>
          </a:prstGeom>
          <a:noFill/>
          <a:ln w="9525">
            <a:noFill/>
            <a:miter lim="800000"/>
            <a:headEnd/>
            <a:tailEnd/>
          </a:ln>
          <a:effectLst/>
        </p:spPr>
        <p:txBody>
          <a:bodyPr wrap="square" lIns="82115" tIns="41056" rIns="82115" bIns="41056" anchor="b">
            <a:spAutoFit/>
          </a:bodyPr>
          <a:lstStyle/>
          <a:p>
            <a:pPr defTabSz="814318" fontAlgn="auto">
              <a:spcBef>
                <a:spcPts val="0"/>
              </a:spcBef>
              <a:spcAft>
                <a:spcPts val="0"/>
              </a:spcAft>
              <a:defRPr/>
            </a:pPr>
            <a:r>
              <a:rPr lang="en-US" sz="533" b="0" i="0" spc="27" baseline="0" dirty="0">
                <a:solidFill>
                  <a:srgbClr val="0D274D"/>
                </a:solidFill>
                <a:latin typeface="CiscoSansTT Light" panose="020B0503020201020303" pitchFamily="34" charset="0"/>
                <a:ea typeface="+mn-ea"/>
                <a:cs typeface="CiscoSansTT Light" panose="020B0503020201020303" pitchFamily="34" charset="0"/>
              </a:rPr>
              <a:t>© 2022  Cisco and/or its affiliates. All rights reserved.   Cisco Confidential</a:t>
            </a:r>
          </a:p>
        </p:txBody>
      </p:sp>
      <p:sp>
        <p:nvSpPr>
          <p:cNvPr id="12" name="Text Placeholder 2">
            <a:extLst>
              <a:ext uri="{FF2B5EF4-FFF2-40B4-BE49-F238E27FC236}">
                <a16:creationId xmlns:a16="http://schemas.microsoft.com/office/drawing/2014/main" id="{D9178804-B96E-BE4F-9C01-F123A4E79750}"/>
              </a:ext>
            </a:extLst>
          </p:cNvPr>
          <p:cNvSpPr>
            <a:spLocks noGrp="1"/>
          </p:cNvSpPr>
          <p:nvPr>
            <p:ph type="body" sz="quarter" idx="14" hasCustomPrompt="1"/>
          </p:nvPr>
        </p:nvSpPr>
        <p:spPr>
          <a:xfrm>
            <a:off x="632127" y="431801"/>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4" name="Text Placeholder 2">
            <a:extLst>
              <a:ext uri="{FF2B5EF4-FFF2-40B4-BE49-F238E27FC236}">
                <a16:creationId xmlns:a16="http://schemas.microsoft.com/office/drawing/2014/main" id="{0496D4BA-1A90-CD12-46A7-BEFF3610D8BF}"/>
              </a:ext>
            </a:extLst>
          </p:cNvPr>
          <p:cNvSpPr>
            <a:spLocks noGrp="1"/>
          </p:cNvSpPr>
          <p:nvPr>
            <p:ph type="body" sz="quarter" idx="21" hasCustomPrompt="1"/>
          </p:nvPr>
        </p:nvSpPr>
        <p:spPr>
          <a:xfrm>
            <a:off x="7360302" y="75839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6" name="Text Placeholder 2">
            <a:extLst>
              <a:ext uri="{FF2B5EF4-FFF2-40B4-BE49-F238E27FC236}">
                <a16:creationId xmlns:a16="http://schemas.microsoft.com/office/drawing/2014/main" id="{E5754773-B320-74FF-360B-AE12573C9FE6}"/>
              </a:ext>
            </a:extLst>
          </p:cNvPr>
          <p:cNvSpPr>
            <a:spLocks noGrp="1"/>
          </p:cNvSpPr>
          <p:nvPr>
            <p:ph type="body" sz="quarter" idx="24" hasCustomPrompt="1"/>
          </p:nvPr>
        </p:nvSpPr>
        <p:spPr>
          <a:xfrm>
            <a:off x="7360302" y="268901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0E77DDFA-F376-BD29-5DEA-72F5308CBF7A}"/>
              </a:ext>
            </a:extLst>
          </p:cNvPr>
          <p:cNvSpPr>
            <a:spLocks noGrp="1"/>
          </p:cNvSpPr>
          <p:nvPr>
            <p:ph type="body" sz="quarter" idx="26" hasCustomPrompt="1"/>
          </p:nvPr>
        </p:nvSpPr>
        <p:spPr>
          <a:xfrm>
            <a:off x="7360302" y="4610989"/>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9" name="Text Placeholder 2">
            <a:extLst>
              <a:ext uri="{FF2B5EF4-FFF2-40B4-BE49-F238E27FC236}">
                <a16:creationId xmlns:a16="http://schemas.microsoft.com/office/drawing/2014/main" id="{12102193-3492-4BAB-8F98-FC7C55191E4D}"/>
              </a:ext>
            </a:extLst>
          </p:cNvPr>
          <p:cNvSpPr>
            <a:spLocks noGrp="1"/>
          </p:cNvSpPr>
          <p:nvPr>
            <p:ph type="body" sz="quarter" idx="15" hasCustomPrompt="1"/>
          </p:nvPr>
        </p:nvSpPr>
        <p:spPr>
          <a:xfrm>
            <a:off x="7360302" y="1190595"/>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0" name="Text Placeholder 2">
            <a:extLst>
              <a:ext uri="{FF2B5EF4-FFF2-40B4-BE49-F238E27FC236}">
                <a16:creationId xmlns:a16="http://schemas.microsoft.com/office/drawing/2014/main" id="{0A6491F4-97AD-1094-3D4C-75416A30CE37}"/>
              </a:ext>
            </a:extLst>
          </p:cNvPr>
          <p:cNvSpPr>
            <a:spLocks noGrp="1"/>
          </p:cNvSpPr>
          <p:nvPr>
            <p:ph type="body" sz="quarter" idx="28" hasCustomPrompt="1"/>
          </p:nvPr>
        </p:nvSpPr>
        <p:spPr>
          <a:xfrm>
            <a:off x="7360302" y="3112568"/>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3" name="Text Placeholder 2">
            <a:extLst>
              <a:ext uri="{FF2B5EF4-FFF2-40B4-BE49-F238E27FC236}">
                <a16:creationId xmlns:a16="http://schemas.microsoft.com/office/drawing/2014/main" id="{792FD8C7-8C8B-6909-C32B-EAA567C1FEF3}"/>
              </a:ext>
            </a:extLst>
          </p:cNvPr>
          <p:cNvSpPr>
            <a:spLocks noGrp="1"/>
          </p:cNvSpPr>
          <p:nvPr>
            <p:ph type="body" sz="quarter" idx="29" hasCustomPrompt="1"/>
          </p:nvPr>
        </p:nvSpPr>
        <p:spPr>
          <a:xfrm>
            <a:off x="7360302" y="5043187"/>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Tree>
    <p:extLst>
      <p:ext uri="{BB962C8B-B14F-4D97-AF65-F5344CB8AC3E}">
        <p14:creationId xmlns:p14="http://schemas.microsoft.com/office/powerpoint/2010/main" val="4651385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Half Page Text 3">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3E8268D0-2B6B-14C3-F3A8-834B9EAEC765}"/>
              </a:ext>
            </a:extLst>
          </p:cNvPr>
          <p:cNvSpPr>
            <a:spLocks noGrp="1"/>
          </p:cNvSpPr>
          <p:nvPr>
            <p:ph type="body" sz="quarter" idx="21" hasCustomPrompt="1"/>
          </p:nvPr>
        </p:nvSpPr>
        <p:spPr>
          <a:xfrm>
            <a:off x="7360302" y="75839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4" name="Text Placeholder 2">
            <a:extLst>
              <a:ext uri="{FF2B5EF4-FFF2-40B4-BE49-F238E27FC236}">
                <a16:creationId xmlns:a16="http://schemas.microsoft.com/office/drawing/2014/main" id="{8A14A143-03AF-F347-89FC-0666167C56A7}"/>
              </a:ext>
            </a:extLst>
          </p:cNvPr>
          <p:cNvSpPr>
            <a:spLocks noGrp="1"/>
          </p:cNvSpPr>
          <p:nvPr>
            <p:ph type="body" sz="quarter" idx="24" hasCustomPrompt="1"/>
          </p:nvPr>
        </p:nvSpPr>
        <p:spPr>
          <a:xfrm>
            <a:off x="7360302" y="268901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5" name="Text Placeholder 2">
            <a:extLst>
              <a:ext uri="{FF2B5EF4-FFF2-40B4-BE49-F238E27FC236}">
                <a16:creationId xmlns:a16="http://schemas.microsoft.com/office/drawing/2014/main" id="{1E323F44-643B-8464-6F8E-6F0C68F4A75A}"/>
              </a:ext>
            </a:extLst>
          </p:cNvPr>
          <p:cNvSpPr>
            <a:spLocks noGrp="1"/>
          </p:cNvSpPr>
          <p:nvPr>
            <p:ph type="body" sz="quarter" idx="26" hasCustomPrompt="1"/>
          </p:nvPr>
        </p:nvSpPr>
        <p:spPr>
          <a:xfrm>
            <a:off x="7360302" y="4610989"/>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6" name="Text Placeholder 2">
            <a:extLst>
              <a:ext uri="{FF2B5EF4-FFF2-40B4-BE49-F238E27FC236}">
                <a16:creationId xmlns:a16="http://schemas.microsoft.com/office/drawing/2014/main" id="{77D7AA59-52D3-A85E-06D7-7D6C84CBBB83}"/>
              </a:ext>
            </a:extLst>
          </p:cNvPr>
          <p:cNvSpPr>
            <a:spLocks noGrp="1"/>
          </p:cNvSpPr>
          <p:nvPr>
            <p:ph type="body" sz="quarter" idx="15" hasCustomPrompt="1"/>
          </p:nvPr>
        </p:nvSpPr>
        <p:spPr>
          <a:xfrm>
            <a:off x="7360302" y="1190595"/>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0" name="Text Placeholder 2">
            <a:extLst>
              <a:ext uri="{FF2B5EF4-FFF2-40B4-BE49-F238E27FC236}">
                <a16:creationId xmlns:a16="http://schemas.microsoft.com/office/drawing/2014/main" id="{6481995A-7D97-808B-623A-0F2B9B54B1FA}"/>
              </a:ext>
            </a:extLst>
          </p:cNvPr>
          <p:cNvSpPr>
            <a:spLocks noGrp="1"/>
          </p:cNvSpPr>
          <p:nvPr>
            <p:ph type="body" sz="quarter" idx="28" hasCustomPrompt="1"/>
          </p:nvPr>
        </p:nvSpPr>
        <p:spPr>
          <a:xfrm>
            <a:off x="7360302" y="3112568"/>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2" name="Text Placeholder 2">
            <a:extLst>
              <a:ext uri="{FF2B5EF4-FFF2-40B4-BE49-F238E27FC236}">
                <a16:creationId xmlns:a16="http://schemas.microsoft.com/office/drawing/2014/main" id="{C2C22A22-15C4-D3F3-399F-EBDDB222B289}"/>
              </a:ext>
            </a:extLst>
          </p:cNvPr>
          <p:cNvSpPr>
            <a:spLocks noGrp="1"/>
          </p:cNvSpPr>
          <p:nvPr>
            <p:ph type="body" sz="quarter" idx="29" hasCustomPrompt="1"/>
          </p:nvPr>
        </p:nvSpPr>
        <p:spPr>
          <a:xfrm>
            <a:off x="7360302" y="5043187"/>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3" name="Title 1">
            <a:extLst>
              <a:ext uri="{FF2B5EF4-FFF2-40B4-BE49-F238E27FC236}">
                <a16:creationId xmlns:a16="http://schemas.microsoft.com/office/drawing/2014/main" id="{3576ECFD-ABB0-1491-EDD7-7F12498F6CCC}"/>
              </a:ext>
            </a:extLst>
          </p:cNvPr>
          <p:cNvSpPr>
            <a:spLocks noGrp="1"/>
          </p:cNvSpPr>
          <p:nvPr>
            <p:ph type="ctrTitle" hasCustomPrompt="1"/>
          </p:nvPr>
        </p:nvSpPr>
        <p:spPr>
          <a:xfrm>
            <a:off x="623904"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24" name="Text Placeholder 2">
            <a:extLst>
              <a:ext uri="{FF2B5EF4-FFF2-40B4-BE49-F238E27FC236}">
                <a16:creationId xmlns:a16="http://schemas.microsoft.com/office/drawing/2014/main" id="{AEDD64BB-96E9-B53B-7D4D-690B8C23D059}"/>
              </a:ext>
            </a:extLst>
          </p:cNvPr>
          <p:cNvSpPr>
            <a:spLocks noGrp="1"/>
          </p:cNvSpPr>
          <p:nvPr>
            <p:ph type="body" sz="quarter" idx="14" hasCustomPrompt="1"/>
          </p:nvPr>
        </p:nvSpPr>
        <p:spPr>
          <a:xfrm>
            <a:off x="632127" y="431801"/>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6759476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Half Page Text 4">
    <p:spTree>
      <p:nvGrpSpPr>
        <p:cNvPr id="1" name=""/>
        <p:cNvGrpSpPr/>
        <p:nvPr/>
      </p:nvGrpSpPr>
      <p:grpSpPr>
        <a:xfrm>
          <a:off x="0" y="0"/>
          <a:ext cx="0" cy="0"/>
          <a:chOff x="0" y="0"/>
          <a:chExt cx="0" cy="0"/>
        </a:xfrm>
      </p:grpSpPr>
      <p:sp>
        <p:nvSpPr>
          <p:cNvPr id="4" name="Rectangle 3"/>
          <p:cNvSpPr/>
          <p:nvPr/>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dirty="0">
              <a:latin typeface="CiscoSansTT ExtraLight" panose="020B0303020201020303" pitchFamily="34" charset="0"/>
            </a:endParaRPr>
          </a:p>
        </p:txBody>
      </p:sp>
      <p:sp>
        <p:nvSpPr>
          <p:cNvPr id="7" name="Title 1">
            <a:extLst>
              <a:ext uri="{FF2B5EF4-FFF2-40B4-BE49-F238E27FC236}">
                <a16:creationId xmlns:a16="http://schemas.microsoft.com/office/drawing/2014/main" id="{500FB767-EEA9-D740-8EE8-2114332F6203}"/>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16" name="Text Placeholder 2">
            <a:extLst>
              <a:ext uri="{FF2B5EF4-FFF2-40B4-BE49-F238E27FC236}">
                <a16:creationId xmlns:a16="http://schemas.microsoft.com/office/drawing/2014/main" id="{6D48D0B9-5AAE-5EA0-915E-F4A587C78D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3" name="Text Placeholder 2">
            <a:extLst>
              <a:ext uri="{FF2B5EF4-FFF2-40B4-BE49-F238E27FC236}">
                <a16:creationId xmlns:a16="http://schemas.microsoft.com/office/drawing/2014/main" id="{FD776BEA-9222-9BAE-1B0A-D130A0C27386}"/>
              </a:ext>
            </a:extLst>
          </p:cNvPr>
          <p:cNvSpPr>
            <a:spLocks noGrp="1"/>
          </p:cNvSpPr>
          <p:nvPr>
            <p:ph type="body" sz="quarter" idx="21" hasCustomPrompt="1"/>
          </p:nvPr>
        </p:nvSpPr>
        <p:spPr>
          <a:xfrm>
            <a:off x="7360304" y="75839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4" name="Text Placeholder 2">
            <a:extLst>
              <a:ext uri="{FF2B5EF4-FFF2-40B4-BE49-F238E27FC236}">
                <a16:creationId xmlns:a16="http://schemas.microsoft.com/office/drawing/2014/main" id="{4FF5CF4C-D0EB-653A-EF97-9B340B356D4E}"/>
              </a:ext>
            </a:extLst>
          </p:cNvPr>
          <p:cNvSpPr>
            <a:spLocks noGrp="1"/>
          </p:cNvSpPr>
          <p:nvPr>
            <p:ph type="body" sz="quarter" idx="24" hasCustomPrompt="1"/>
          </p:nvPr>
        </p:nvSpPr>
        <p:spPr>
          <a:xfrm>
            <a:off x="7360304" y="268901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5" name="Text Placeholder 2">
            <a:extLst>
              <a:ext uri="{FF2B5EF4-FFF2-40B4-BE49-F238E27FC236}">
                <a16:creationId xmlns:a16="http://schemas.microsoft.com/office/drawing/2014/main" id="{AD7E996C-EDDD-1C3A-F435-CE74CC8C66CD}"/>
              </a:ext>
            </a:extLst>
          </p:cNvPr>
          <p:cNvSpPr>
            <a:spLocks noGrp="1"/>
          </p:cNvSpPr>
          <p:nvPr>
            <p:ph type="body" sz="quarter" idx="26" hasCustomPrompt="1"/>
          </p:nvPr>
        </p:nvSpPr>
        <p:spPr>
          <a:xfrm>
            <a:off x="7360304" y="4610989"/>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0" name="Text Placeholder 2">
            <a:extLst>
              <a:ext uri="{FF2B5EF4-FFF2-40B4-BE49-F238E27FC236}">
                <a16:creationId xmlns:a16="http://schemas.microsoft.com/office/drawing/2014/main" id="{7EAE9D52-E667-E111-D1B1-C8DA2561EB82}"/>
              </a:ext>
            </a:extLst>
          </p:cNvPr>
          <p:cNvSpPr>
            <a:spLocks noGrp="1"/>
          </p:cNvSpPr>
          <p:nvPr>
            <p:ph type="body" sz="quarter" idx="15" hasCustomPrompt="1"/>
          </p:nvPr>
        </p:nvSpPr>
        <p:spPr>
          <a:xfrm>
            <a:off x="7360304" y="1190595"/>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2" name="Text Placeholder 2">
            <a:extLst>
              <a:ext uri="{FF2B5EF4-FFF2-40B4-BE49-F238E27FC236}">
                <a16:creationId xmlns:a16="http://schemas.microsoft.com/office/drawing/2014/main" id="{43217552-FC77-55C0-C4C3-86742477333B}"/>
              </a:ext>
            </a:extLst>
          </p:cNvPr>
          <p:cNvSpPr>
            <a:spLocks noGrp="1"/>
          </p:cNvSpPr>
          <p:nvPr>
            <p:ph type="body" sz="quarter" idx="28" hasCustomPrompt="1"/>
          </p:nvPr>
        </p:nvSpPr>
        <p:spPr>
          <a:xfrm>
            <a:off x="7360304" y="3112568"/>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3" name="Text Placeholder 2">
            <a:extLst>
              <a:ext uri="{FF2B5EF4-FFF2-40B4-BE49-F238E27FC236}">
                <a16:creationId xmlns:a16="http://schemas.microsoft.com/office/drawing/2014/main" id="{61B96D09-51F8-E400-53C3-04E0CB41305D}"/>
              </a:ext>
            </a:extLst>
          </p:cNvPr>
          <p:cNvSpPr>
            <a:spLocks noGrp="1"/>
          </p:cNvSpPr>
          <p:nvPr>
            <p:ph type="body" sz="quarter" idx="29" hasCustomPrompt="1"/>
          </p:nvPr>
        </p:nvSpPr>
        <p:spPr>
          <a:xfrm>
            <a:off x="7360304" y="5043187"/>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Tree>
    <p:extLst>
      <p:ext uri="{BB962C8B-B14F-4D97-AF65-F5344CB8AC3E}">
        <p14:creationId xmlns:p14="http://schemas.microsoft.com/office/powerpoint/2010/main" val="21561544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Half page text 5">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F37C714-926C-B64D-A4F5-C938E3E4ED20}"/>
              </a:ext>
            </a:extLst>
          </p:cNvPr>
          <p:cNvSpPr/>
          <p:nvPr/>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dirty="0">
              <a:latin typeface="CiscoSansTT ExtraLight" panose="020B0303020201020303" pitchFamily="34" charset="0"/>
            </a:endParaRPr>
          </a:p>
        </p:txBody>
      </p:sp>
      <p:sp>
        <p:nvSpPr>
          <p:cNvPr id="16" name="Text Placeholder 2">
            <a:extLst>
              <a:ext uri="{FF2B5EF4-FFF2-40B4-BE49-F238E27FC236}">
                <a16:creationId xmlns:a16="http://schemas.microsoft.com/office/drawing/2014/main" id="{C2CBB27D-4ECC-7D57-A8D7-9837ACB4C785}"/>
              </a:ext>
            </a:extLst>
          </p:cNvPr>
          <p:cNvSpPr>
            <a:spLocks noGrp="1"/>
          </p:cNvSpPr>
          <p:nvPr>
            <p:ph type="body" sz="quarter" idx="21" hasCustomPrompt="1"/>
          </p:nvPr>
        </p:nvSpPr>
        <p:spPr>
          <a:xfrm>
            <a:off x="7360304" y="75839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4E4DEDCA-B1D8-2700-95AE-F61F2A5A40E4}"/>
              </a:ext>
            </a:extLst>
          </p:cNvPr>
          <p:cNvSpPr>
            <a:spLocks noGrp="1"/>
          </p:cNvSpPr>
          <p:nvPr>
            <p:ph type="body" sz="quarter" idx="24" hasCustomPrompt="1"/>
          </p:nvPr>
        </p:nvSpPr>
        <p:spPr>
          <a:xfrm>
            <a:off x="7360304" y="268901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9" name="Text Placeholder 2">
            <a:extLst>
              <a:ext uri="{FF2B5EF4-FFF2-40B4-BE49-F238E27FC236}">
                <a16:creationId xmlns:a16="http://schemas.microsoft.com/office/drawing/2014/main" id="{DCB8C56B-FD0B-ED99-1F78-93E2F9DB6316}"/>
              </a:ext>
            </a:extLst>
          </p:cNvPr>
          <p:cNvSpPr>
            <a:spLocks noGrp="1"/>
          </p:cNvSpPr>
          <p:nvPr>
            <p:ph type="body" sz="quarter" idx="26" hasCustomPrompt="1"/>
          </p:nvPr>
        </p:nvSpPr>
        <p:spPr>
          <a:xfrm>
            <a:off x="7360304" y="4610989"/>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1" name="Text Placeholder 2">
            <a:extLst>
              <a:ext uri="{FF2B5EF4-FFF2-40B4-BE49-F238E27FC236}">
                <a16:creationId xmlns:a16="http://schemas.microsoft.com/office/drawing/2014/main" id="{4FF4178D-EA14-1DB3-76F5-F17A2F680081}"/>
              </a:ext>
            </a:extLst>
          </p:cNvPr>
          <p:cNvSpPr>
            <a:spLocks noGrp="1"/>
          </p:cNvSpPr>
          <p:nvPr>
            <p:ph type="body" sz="quarter" idx="15" hasCustomPrompt="1"/>
          </p:nvPr>
        </p:nvSpPr>
        <p:spPr>
          <a:xfrm>
            <a:off x="7360304" y="1190595"/>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2" name="Text Placeholder 2">
            <a:extLst>
              <a:ext uri="{FF2B5EF4-FFF2-40B4-BE49-F238E27FC236}">
                <a16:creationId xmlns:a16="http://schemas.microsoft.com/office/drawing/2014/main" id="{C50465A6-124F-F258-49BE-3472BBC000E1}"/>
              </a:ext>
            </a:extLst>
          </p:cNvPr>
          <p:cNvSpPr>
            <a:spLocks noGrp="1"/>
          </p:cNvSpPr>
          <p:nvPr>
            <p:ph type="body" sz="quarter" idx="28" hasCustomPrompt="1"/>
          </p:nvPr>
        </p:nvSpPr>
        <p:spPr>
          <a:xfrm>
            <a:off x="7360304" y="3112568"/>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3" name="Text Placeholder 2">
            <a:extLst>
              <a:ext uri="{FF2B5EF4-FFF2-40B4-BE49-F238E27FC236}">
                <a16:creationId xmlns:a16="http://schemas.microsoft.com/office/drawing/2014/main" id="{88F04DA7-F805-D415-F2BB-79E89146E2C0}"/>
              </a:ext>
            </a:extLst>
          </p:cNvPr>
          <p:cNvSpPr>
            <a:spLocks noGrp="1"/>
          </p:cNvSpPr>
          <p:nvPr>
            <p:ph type="body" sz="quarter" idx="29" hasCustomPrompt="1"/>
          </p:nvPr>
        </p:nvSpPr>
        <p:spPr>
          <a:xfrm>
            <a:off x="7360304" y="5043187"/>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4" name="Title 1">
            <a:extLst>
              <a:ext uri="{FF2B5EF4-FFF2-40B4-BE49-F238E27FC236}">
                <a16:creationId xmlns:a16="http://schemas.microsoft.com/office/drawing/2014/main" id="{63195051-635B-6257-E964-771DABF5DF3B}"/>
              </a:ext>
            </a:extLst>
          </p:cNvPr>
          <p:cNvSpPr>
            <a:spLocks noGrp="1"/>
          </p:cNvSpPr>
          <p:nvPr>
            <p:ph type="ctrTitle" hasCustomPrompt="1"/>
          </p:nvPr>
        </p:nvSpPr>
        <p:spPr>
          <a:xfrm>
            <a:off x="632125" y="1771876"/>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25" name="Text Placeholder 2">
            <a:extLst>
              <a:ext uri="{FF2B5EF4-FFF2-40B4-BE49-F238E27FC236}">
                <a16:creationId xmlns:a16="http://schemas.microsoft.com/office/drawing/2014/main" id="{D0A8471E-2BBA-AE3D-CE56-68CCA2519DA0}"/>
              </a:ext>
            </a:extLst>
          </p:cNvPr>
          <p:cNvSpPr>
            <a:spLocks noGrp="1"/>
          </p:cNvSpPr>
          <p:nvPr>
            <p:ph type="body" sz="quarter" idx="16" hasCustomPrompt="1"/>
          </p:nvPr>
        </p:nvSpPr>
        <p:spPr>
          <a:xfrm>
            <a:off x="63212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6" name="Text Placeholder 2">
            <a:extLst>
              <a:ext uri="{FF2B5EF4-FFF2-40B4-BE49-F238E27FC236}">
                <a16:creationId xmlns:a16="http://schemas.microsoft.com/office/drawing/2014/main" id="{748B7AD2-C316-D1F7-99FE-EF6B9A10F889}"/>
              </a:ext>
            </a:extLst>
          </p:cNvPr>
          <p:cNvSpPr>
            <a:spLocks noGrp="1"/>
          </p:cNvSpPr>
          <p:nvPr>
            <p:ph type="body" sz="quarter" idx="30" hasCustomPrompt="1"/>
          </p:nvPr>
        </p:nvSpPr>
        <p:spPr>
          <a:xfrm>
            <a:off x="632125" y="2813068"/>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8" name="Text Placeholder 2">
            <a:extLst>
              <a:ext uri="{FF2B5EF4-FFF2-40B4-BE49-F238E27FC236}">
                <a16:creationId xmlns:a16="http://schemas.microsoft.com/office/drawing/2014/main" id="{B3D1F05A-245C-2C85-24CE-BAD42CCB0C2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5908253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84">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Image Large Captio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A62B9F0-3EE9-0046-B656-7796BE0520F4}"/>
              </a:ext>
            </a:extLst>
          </p:cNvPr>
          <p:cNvSpPr>
            <a:spLocks noGrp="1"/>
          </p:cNvSpPr>
          <p:nvPr>
            <p:ph type="ctrTitle" hasCustomPrompt="1"/>
          </p:nvPr>
        </p:nvSpPr>
        <p:spPr>
          <a:xfrm>
            <a:off x="979707" y="4324906"/>
            <a:ext cx="10232588" cy="1955628"/>
          </a:xfrm>
          <a:prstGeom prst="rect">
            <a:avLst/>
          </a:prstGeom>
        </p:spPr>
        <p:txBody>
          <a:bodyPr anchor="ctr"/>
          <a:lstStyle>
            <a:lvl1pPr marL="0" indent="0" algn="ctr">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goes here</a:t>
            </a:r>
            <a:endParaRPr lang="en-US" dirty="0"/>
          </a:p>
        </p:txBody>
      </p:sp>
      <p:sp>
        <p:nvSpPr>
          <p:cNvPr id="6" name="Picture Placeholder 2">
            <a:extLst>
              <a:ext uri="{FF2B5EF4-FFF2-40B4-BE49-F238E27FC236}">
                <a16:creationId xmlns:a16="http://schemas.microsoft.com/office/drawing/2014/main" id="{EF1594EA-D397-6C41-A885-CC4BB73C61CA}"/>
              </a:ext>
            </a:extLst>
          </p:cNvPr>
          <p:cNvSpPr>
            <a:spLocks noGrp="1"/>
          </p:cNvSpPr>
          <p:nvPr>
            <p:ph type="pic" sz="quarter" idx="10" hasCustomPrompt="1"/>
          </p:nvPr>
        </p:nvSpPr>
        <p:spPr>
          <a:xfrm>
            <a:off x="1" y="0"/>
            <a:ext cx="12192000" cy="4324904"/>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spTree>
    <p:extLst>
      <p:ext uri="{BB962C8B-B14F-4D97-AF65-F5344CB8AC3E}">
        <p14:creationId xmlns:p14="http://schemas.microsoft.com/office/powerpoint/2010/main" val="1804233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Sky Image Large Caption">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A62B9F0-3EE9-0046-B656-7796BE0520F4}"/>
              </a:ext>
            </a:extLst>
          </p:cNvPr>
          <p:cNvSpPr>
            <a:spLocks noGrp="1"/>
          </p:cNvSpPr>
          <p:nvPr>
            <p:ph type="ctrTitle" hasCustomPrompt="1"/>
          </p:nvPr>
        </p:nvSpPr>
        <p:spPr>
          <a:xfrm>
            <a:off x="979707" y="4324906"/>
            <a:ext cx="10232588" cy="1955628"/>
          </a:xfrm>
          <a:prstGeom prst="rect">
            <a:avLst/>
          </a:prstGeom>
        </p:spPr>
        <p:txBody>
          <a:bodyPr anchor="ctr"/>
          <a:lstStyle>
            <a:lvl1pPr marL="0" indent="0" algn="ctr">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goes here</a:t>
            </a:r>
            <a:endParaRPr lang="en-US" dirty="0"/>
          </a:p>
        </p:txBody>
      </p:sp>
      <p:sp>
        <p:nvSpPr>
          <p:cNvPr id="6" name="Picture Placeholder 2">
            <a:extLst>
              <a:ext uri="{FF2B5EF4-FFF2-40B4-BE49-F238E27FC236}">
                <a16:creationId xmlns:a16="http://schemas.microsoft.com/office/drawing/2014/main" id="{EF1594EA-D397-6C41-A885-CC4BB73C61CA}"/>
              </a:ext>
            </a:extLst>
          </p:cNvPr>
          <p:cNvSpPr>
            <a:spLocks noGrp="1"/>
          </p:cNvSpPr>
          <p:nvPr>
            <p:ph type="pic" sz="quarter" idx="10" hasCustomPrompt="1"/>
          </p:nvPr>
        </p:nvSpPr>
        <p:spPr>
          <a:xfrm>
            <a:off x="1" y="0"/>
            <a:ext cx="12192000" cy="4324904"/>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spTree>
    <p:extLst>
      <p:ext uri="{BB962C8B-B14F-4D97-AF65-F5344CB8AC3E}">
        <p14:creationId xmlns:p14="http://schemas.microsoft.com/office/powerpoint/2010/main" val="36078782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Image Full">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45C13F8A-9C96-BC4F-A27C-6AF68C9B9A84}"/>
              </a:ext>
            </a:extLst>
          </p:cNvPr>
          <p:cNvSpPr>
            <a:spLocks noGrp="1"/>
          </p:cNvSpPr>
          <p:nvPr>
            <p:ph type="pic" sz="quarter" idx="10" hasCustomPrompt="1"/>
          </p:nvPr>
        </p:nvSpPr>
        <p:spPr>
          <a:xfrm>
            <a:off x="1" y="0"/>
            <a:ext cx="12192000" cy="5992432"/>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spTree>
    <p:extLst>
      <p:ext uri="{BB962C8B-B14F-4D97-AF65-F5344CB8AC3E}">
        <p14:creationId xmlns:p14="http://schemas.microsoft.com/office/powerpoint/2010/main" val="38349153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Sky Image Full">
    <p:bg>
      <p:bgPr>
        <a:solidFill>
          <a:schemeClr val="accent1"/>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45C13F8A-9C96-BC4F-A27C-6AF68C9B9A84}"/>
              </a:ext>
            </a:extLst>
          </p:cNvPr>
          <p:cNvSpPr>
            <a:spLocks noGrp="1"/>
          </p:cNvSpPr>
          <p:nvPr>
            <p:ph type="pic" sz="quarter" idx="10" hasCustomPrompt="1"/>
          </p:nvPr>
        </p:nvSpPr>
        <p:spPr>
          <a:xfrm>
            <a:off x="1" y="0"/>
            <a:ext cx="12192000" cy="5992432"/>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spTree>
    <p:extLst>
      <p:ext uri="{BB962C8B-B14F-4D97-AF65-F5344CB8AC3E}">
        <p14:creationId xmlns:p14="http://schemas.microsoft.com/office/powerpoint/2010/main" val="14228256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Half page image caption">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6786035" y="431802"/>
            <a:ext cx="5405967" cy="5201356"/>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9" name="Text Placeholder 8"/>
          <p:cNvSpPr>
            <a:spLocks noGrp="1"/>
          </p:cNvSpPr>
          <p:nvPr>
            <p:ph type="body" sz="quarter" idx="11"/>
          </p:nvPr>
        </p:nvSpPr>
        <p:spPr>
          <a:xfrm>
            <a:off x="6786035" y="5893686"/>
            <a:ext cx="4745567" cy="227716"/>
          </a:xfrm>
          <a:prstGeom prst="rect">
            <a:avLst/>
          </a:prstGeom>
        </p:spPr>
        <p:txBody>
          <a:bodyPr lIns="0" tIns="0" rIns="0" bIns="0"/>
          <a:lstStyle>
            <a:lvl1pPr marL="0" indent="0">
              <a:buNone/>
              <a:defRPr sz="1600">
                <a:solidFill>
                  <a:schemeClr val="tx1"/>
                </a:solidFill>
              </a:defRPr>
            </a:lvl1pPr>
          </a:lstStyle>
          <a:p>
            <a:pPr lvl="0"/>
            <a:r>
              <a:rPr lang="en-US"/>
              <a:t>Click to edit Master text styles</a:t>
            </a:r>
          </a:p>
        </p:txBody>
      </p:sp>
      <p:sp>
        <p:nvSpPr>
          <p:cNvPr id="13" name="Title 1">
            <a:extLst>
              <a:ext uri="{FF2B5EF4-FFF2-40B4-BE49-F238E27FC236}">
                <a16:creationId xmlns:a16="http://schemas.microsoft.com/office/drawing/2014/main" id="{ED0CF905-953D-514D-A5C8-5787B32C1E08}"/>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6" name="Text Placeholder 2">
            <a:extLst>
              <a:ext uri="{FF2B5EF4-FFF2-40B4-BE49-F238E27FC236}">
                <a16:creationId xmlns:a16="http://schemas.microsoft.com/office/drawing/2014/main" id="{1590B87F-2616-792A-8A7A-058FE3E9E64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1318551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7" pos="4275">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Sky Half page image caption">
    <p:bg>
      <p:bgPr>
        <a:solidFill>
          <a:schemeClr val="accent1"/>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6786035" y="431802"/>
            <a:ext cx="5405967" cy="5201356"/>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9" name="Text Placeholder 8"/>
          <p:cNvSpPr>
            <a:spLocks noGrp="1"/>
          </p:cNvSpPr>
          <p:nvPr>
            <p:ph type="body" sz="quarter" idx="11"/>
          </p:nvPr>
        </p:nvSpPr>
        <p:spPr>
          <a:xfrm>
            <a:off x="6786035" y="5893686"/>
            <a:ext cx="4745567" cy="227716"/>
          </a:xfrm>
          <a:prstGeom prst="rect">
            <a:avLst/>
          </a:prstGeom>
        </p:spPr>
        <p:txBody>
          <a:bodyPr lIns="0" tIns="0" rIns="0" bIns="0"/>
          <a:lstStyle>
            <a:lvl1pPr marL="0" indent="0">
              <a:buNone/>
              <a:defRPr sz="1600">
                <a:solidFill>
                  <a:schemeClr val="bg1"/>
                </a:solidFill>
              </a:defRPr>
            </a:lvl1pPr>
          </a:lstStyle>
          <a:p>
            <a:pPr lvl="0"/>
            <a:r>
              <a:rPr lang="en-US"/>
              <a:t>Click to edit Master text styles</a:t>
            </a:r>
          </a:p>
        </p:txBody>
      </p:sp>
      <p:sp>
        <p:nvSpPr>
          <p:cNvPr id="13" name="Title 1">
            <a:extLst>
              <a:ext uri="{FF2B5EF4-FFF2-40B4-BE49-F238E27FC236}">
                <a16:creationId xmlns:a16="http://schemas.microsoft.com/office/drawing/2014/main" id="{ED0CF905-953D-514D-A5C8-5787B32C1E08}"/>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6" name="Text Placeholder 2">
            <a:extLst>
              <a:ext uri="{FF2B5EF4-FFF2-40B4-BE49-F238E27FC236}">
                <a16:creationId xmlns:a16="http://schemas.microsoft.com/office/drawing/2014/main" id="{1590B87F-2616-792A-8A7A-058FE3E9E64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5784963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7" pos="4275">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Half page imag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64A223E-4FAB-424A-BE75-6FA1B39C4DB5}"/>
              </a:ext>
            </a:extLst>
          </p:cNvPr>
          <p:cNvSpPr>
            <a:spLocks noGrp="1"/>
          </p:cNvSpPr>
          <p:nvPr>
            <p:ph type="ctrTitle" hasCustomPrompt="1"/>
          </p:nvPr>
        </p:nvSpPr>
        <p:spPr>
          <a:xfrm>
            <a:off x="626050" y="2209802"/>
            <a:ext cx="5025988"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96003" y="431800"/>
            <a:ext cx="6096000" cy="6045200"/>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6" name="Text Placeholder 2">
            <a:extLst>
              <a:ext uri="{FF2B5EF4-FFF2-40B4-BE49-F238E27FC236}">
                <a16:creationId xmlns:a16="http://schemas.microsoft.com/office/drawing/2014/main" id="{9160C303-0E0A-0956-D717-7DF1839453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6009415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Sky Half page image">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64A223E-4FAB-424A-BE75-6FA1B39C4DB5}"/>
              </a:ext>
            </a:extLst>
          </p:cNvPr>
          <p:cNvSpPr>
            <a:spLocks noGrp="1"/>
          </p:cNvSpPr>
          <p:nvPr>
            <p:ph type="ctrTitle" hasCustomPrompt="1"/>
          </p:nvPr>
        </p:nvSpPr>
        <p:spPr>
          <a:xfrm>
            <a:off x="626050" y="2209802"/>
            <a:ext cx="5025988"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96003" y="431800"/>
            <a:ext cx="6096000" cy="6045200"/>
          </a:xfrm>
          <a:prstGeom prst="rect">
            <a:avLst/>
          </a:prstGeom>
        </p:spPr>
        <p:txBody>
          <a:bodyPr anchor="ctr" anchorCtr="0"/>
          <a:lstStyle>
            <a:lvl1pPr marL="0" indent="0" algn="ctr">
              <a:buNone/>
              <a:defRPr>
                <a:solidFill>
                  <a:schemeClr val="bg1"/>
                </a:solidFill>
              </a:defRPr>
            </a:lvl1pPr>
          </a:lstStyle>
          <a:p>
            <a:r>
              <a:rPr lang="en-US"/>
              <a:t>Click icon to add picture</a:t>
            </a:r>
            <a:endParaRPr lang="en-US" dirty="0"/>
          </a:p>
        </p:txBody>
      </p:sp>
      <p:sp>
        <p:nvSpPr>
          <p:cNvPr id="6" name="Text Placeholder 2">
            <a:extLst>
              <a:ext uri="{FF2B5EF4-FFF2-40B4-BE49-F238E27FC236}">
                <a16:creationId xmlns:a16="http://schemas.microsoft.com/office/drawing/2014/main" id="{9160C303-0E0A-0956-D717-7DF1839453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1142988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Half page image text">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5" y="431800"/>
            <a:ext cx="6104467" cy="6045200"/>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1" name="Title 1">
            <a:extLst>
              <a:ext uri="{FF2B5EF4-FFF2-40B4-BE49-F238E27FC236}">
                <a16:creationId xmlns:a16="http://schemas.microsoft.com/office/drawing/2014/main" id="{421E50EE-B08A-1619-635E-A2F7D64943D1}"/>
              </a:ext>
            </a:extLst>
          </p:cNvPr>
          <p:cNvSpPr>
            <a:spLocks noGrp="1"/>
          </p:cNvSpPr>
          <p:nvPr>
            <p:ph type="ctrTitle" hasCustomPrompt="1"/>
          </p:nvPr>
        </p:nvSpPr>
        <p:spPr>
          <a:xfrm>
            <a:off x="632125" y="1760885"/>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12" name="Text Placeholder 2">
            <a:extLst>
              <a:ext uri="{FF2B5EF4-FFF2-40B4-BE49-F238E27FC236}">
                <a16:creationId xmlns:a16="http://schemas.microsoft.com/office/drawing/2014/main" id="{A9C9E047-3B79-01FB-2668-552BA3E030C5}"/>
              </a:ext>
            </a:extLst>
          </p:cNvPr>
          <p:cNvSpPr>
            <a:spLocks noGrp="1"/>
          </p:cNvSpPr>
          <p:nvPr>
            <p:ph type="body" sz="quarter" idx="16" hasCustomPrompt="1"/>
          </p:nvPr>
        </p:nvSpPr>
        <p:spPr>
          <a:xfrm>
            <a:off x="632125" y="2372473"/>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3" name="Text Placeholder 2">
            <a:extLst>
              <a:ext uri="{FF2B5EF4-FFF2-40B4-BE49-F238E27FC236}">
                <a16:creationId xmlns:a16="http://schemas.microsoft.com/office/drawing/2014/main" id="{59B16207-AF3E-950B-D412-7CB2B8BB687D}"/>
              </a:ext>
            </a:extLst>
          </p:cNvPr>
          <p:cNvSpPr>
            <a:spLocks noGrp="1"/>
          </p:cNvSpPr>
          <p:nvPr>
            <p:ph type="body" sz="quarter" idx="30" hasCustomPrompt="1"/>
          </p:nvPr>
        </p:nvSpPr>
        <p:spPr>
          <a:xfrm>
            <a:off x="632125" y="2803020"/>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4" name="Text Placeholder 2">
            <a:extLst>
              <a:ext uri="{FF2B5EF4-FFF2-40B4-BE49-F238E27FC236}">
                <a16:creationId xmlns:a16="http://schemas.microsoft.com/office/drawing/2014/main" id="{39E0DAAB-B12B-D73A-BFD5-E3645B1EFF04}"/>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21" name="Text Placeholder 2">
            <a:extLst>
              <a:ext uri="{FF2B5EF4-FFF2-40B4-BE49-F238E27FC236}">
                <a16:creationId xmlns:a16="http://schemas.microsoft.com/office/drawing/2014/main" id="{D575CD87-CAFE-A05B-6B97-0E87969006E4}"/>
              </a:ext>
            </a:extLst>
          </p:cNvPr>
          <p:cNvSpPr>
            <a:spLocks noGrp="1"/>
          </p:cNvSpPr>
          <p:nvPr>
            <p:ph type="body" sz="quarter" idx="33" hasCustomPrompt="1"/>
          </p:nvPr>
        </p:nvSpPr>
        <p:spPr>
          <a:xfrm>
            <a:off x="632125" y="4216904"/>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2" name="Text Placeholder 2">
            <a:extLst>
              <a:ext uri="{FF2B5EF4-FFF2-40B4-BE49-F238E27FC236}">
                <a16:creationId xmlns:a16="http://schemas.microsoft.com/office/drawing/2014/main" id="{A9674B6B-6A39-1F78-81F7-17B4220675D4}"/>
              </a:ext>
            </a:extLst>
          </p:cNvPr>
          <p:cNvSpPr>
            <a:spLocks noGrp="1"/>
          </p:cNvSpPr>
          <p:nvPr>
            <p:ph type="body" sz="quarter" idx="34" hasCustomPrompt="1"/>
          </p:nvPr>
        </p:nvSpPr>
        <p:spPr>
          <a:xfrm>
            <a:off x="632125" y="4647451"/>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Tree>
    <p:extLst>
      <p:ext uri="{BB962C8B-B14F-4D97-AF65-F5344CB8AC3E}">
        <p14:creationId xmlns:p14="http://schemas.microsoft.com/office/powerpoint/2010/main" val="28059558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cSld name="Half page image text icons">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5" y="431800"/>
            <a:ext cx="6104467" cy="6045200"/>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9" name="Title 1">
            <a:extLst>
              <a:ext uri="{FF2B5EF4-FFF2-40B4-BE49-F238E27FC236}">
                <a16:creationId xmlns:a16="http://schemas.microsoft.com/office/drawing/2014/main" id="{453354D0-16E5-6249-964F-2F9A7EBF7C36}"/>
              </a:ext>
            </a:extLst>
          </p:cNvPr>
          <p:cNvSpPr>
            <a:spLocks noGrp="1"/>
          </p:cNvSpPr>
          <p:nvPr>
            <p:ph type="ctrTitle" hasCustomPrompt="1"/>
          </p:nvPr>
        </p:nvSpPr>
        <p:spPr>
          <a:xfrm>
            <a:off x="1727148"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13" name="Picture Placeholder 2">
            <a:extLst>
              <a:ext uri="{FF2B5EF4-FFF2-40B4-BE49-F238E27FC236}">
                <a16:creationId xmlns:a16="http://schemas.microsoft.com/office/drawing/2014/main" id="{DB316346-3BC8-EF4A-BBC3-4B56BAC5B9A5}"/>
              </a:ext>
            </a:extLst>
          </p:cNvPr>
          <p:cNvSpPr>
            <a:spLocks noGrp="1"/>
          </p:cNvSpPr>
          <p:nvPr>
            <p:ph type="pic" sz="quarter" idx="24" hasCustomPrompt="1"/>
          </p:nvPr>
        </p:nvSpPr>
        <p:spPr>
          <a:xfrm>
            <a:off x="632127" y="2362201"/>
            <a:ext cx="722541" cy="675271"/>
          </a:xfrm>
          <a:prstGeom prst="rect">
            <a:avLst/>
          </a:prstGeom>
          <a:solidFill>
            <a:schemeClr val="bg2">
              <a:alpha val="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14" name="Picture Placeholder 2">
            <a:extLst>
              <a:ext uri="{FF2B5EF4-FFF2-40B4-BE49-F238E27FC236}">
                <a16:creationId xmlns:a16="http://schemas.microsoft.com/office/drawing/2014/main" id="{3FD419D2-A5E0-5441-8593-FDCDFEAFC54B}"/>
              </a:ext>
            </a:extLst>
          </p:cNvPr>
          <p:cNvSpPr>
            <a:spLocks noGrp="1"/>
          </p:cNvSpPr>
          <p:nvPr>
            <p:ph type="pic" sz="quarter" idx="25" hasCustomPrompt="1"/>
          </p:nvPr>
        </p:nvSpPr>
        <p:spPr>
          <a:xfrm>
            <a:off x="632127" y="4206631"/>
            <a:ext cx="722541" cy="675271"/>
          </a:xfrm>
          <a:prstGeom prst="rect">
            <a:avLst/>
          </a:prstGeom>
          <a:solidFill>
            <a:schemeClr val="bg2">
              <a:alpha val="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15" name="Text Placeholder 2">
            <a:extLst>
              <a:ext uri="{FF2B5EF4-FFF2-40B4-BE49-F238E27FC236}">
                <a16:creationId xmlns:a16="http://schemas.microsoft.com/office/drawing/2014/main" id="{B5E5EDE7-AAAF-8C40-8D1E-D24E33A2ADF4}"/>
              </a:ext>
            </a:extLst>
          </p:cNvPr>
          <p:cNvSpPr>
            <a:spLocks noGrp="1"/>
          </p:cNvSpPr>
          <p:nvPr>
            <p:ph type="body" sz="quarter" idx="16" hasCustomPrompt="1"/>
          </p:nvPr>
        </p:nvSpPr>
        <p:spPr>
          <a:xfrm>
            <a:off x="1727148" y="236220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7" name="Text Placeholder 2">
            <a:extLst>
              <a:ext uri="{FF2B5EF4-FFF2-40B4-BE49-F238E27FC236}">
                <a16:creationId xmlns:a16="http://schemas.microsoft.com/office/drawing/2014/main" id="{458D6C5F-0B29-8A4E-A858-26BECF27D154}"/>
              </a:ext>
            </a:extLst>
          </p:cNvPr>
          <p:cNvSpPr>
            <a:spLocks noGrp="1"/>
          </p:cNvSpPr>
          <p:nvPr>
            <p:ph type="body" sz="quarter" idx="20" hasCustomPrompt="1"/>
          </p:nvPr>
        </p:nvSpPr>
        <p:spPr>
          <a:xfrm>
            <a:off x="1727148" y="420663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9" name="Text Placeholder 2">
            <a:extLst>
              <a:ext uri="{FF2B5EF4-FFF2-40B4-BE49-F238E27FC236}">
                <a16:creationId xmlns:a16="http://schemas.microsoft.com/office/drawing/2014/main" id="{C414CF6E-DEBF-5A4C-8822-AC1C0D5EE905}"/>
              </a:ext>
            </a:extLst>
          </p:cNvPr>
          <p:cNvSpPr>
            <a:spLocks noGrp="1"/>
          </p:cNvSpPr>
          <p:nvPr>
            <p:ph type="body" sz="quarter" idx="32" hasCustomPrompt="1"/>
          </p:nvPr>
        </p:nvSpPr>
        <p:spPr>
          <a:xfrm>
            <a:off x="1727148" y="4625586"/>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0" name="Text Placeholder 2">
            <a:extLst>
              <a:ext uri="{FF2B5EF4-FFF2-40B4-BE49-F238E27FC236}">
                <a16:creationId xmlns:a16="http://schemas.microsoft.com/office/drawing/2014/main" id="{E10C3C35-F284-9842-AF8E-B4C121DB854F}"/>
              </a:ext>
            </a:extLst>
          </p:cNvPr>
          <p:cNvSpPr>
            <a:spLocks noGrp="1"/>
          </p:cNvSpPr>
          <p:nvPr>
            <p:ph type="body" sz="quarter" idx="31" hasCustomPrompt="1"/>
          </p:nvPr>
        </p:nvSpPr>
        <p:spPr>
          <a:xfrm>
            <a:off x="1727148" y="2792747"/>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2" name="Text Placeholder 2">
            <a:extLst>
              <a:ext uri="{FF2B5EF4-FFF2-40B4-BE49-F238E27FC236}">
                <a16:creationId xmlns:a16="http://schemas.microsoft.com/office/drawing/2014/main" id="{530ECFE8-BB22-2C91-22E4-8B647E6289E0}"/>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0920093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52">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Half page chart">
    <p:spTree>
      <p:nvGrpSpPr>
        <p:cNvPr id="1" name=""/>
        <p:cNvGrpSpPr/>
        <p:nvPr/>
      </p:nvGrpSpPr>
      <p:grpSpPr>
        <a:xfrm>
          <a:off x="0" y="0"/>
          <a:ext cx="0" cy="0"/>
          <a:chOff x="0" y="0"/>
          <a:chExt cx="0" cy="0"/>
        </a:xfrm>
      </p:grpSpPr>
      <p:sp>
        <p:nvSpPr>
          <p:cNvPr id="6" name="Chart Placeholder 5"/>
          <p:cNvSpPr>
            <a:spLocks noGrp="1"/>
          </p:cNvSpPr>
          <p:nvPr>
            <p:ph type="chart" sz="quarter" idx="10"/>
          </p:nvPr>
        </p:nvSpPr>
        <p:spPr>
          <a:xfrm>
            <a:off x="6786035" y="431803"/>
            <a:ext cx="4796367" cy="6045199"/>
          </a:xfrm>
          <a:prstGeom prst="rect">
            <a:avLst/>
          </a:prstGeom>
        </p:spPr>
        <p:txBody>
          <a:bodyPr anchor="ctr" anchorCtr="0"/>
          <a:lstStyle>
            <a:lvl1pPr marL="0" indent="0" algn="ctr">
              <a:buNone/>
              <a:defRPr>
                <a:solidFill>
                  <a:schemeClr val="tx1"/>
                </a:solidFill>
              </a:defRPr>
            </a:lvl1pPr>
          </a:lstStyle>
          <a:p>
            <a:r>
              <a:rPr lang="en-US"/>
              <a:t>Click icon to add chart</a:t>
            </a:r>
            <a:endParaRPr lang="en-US" dirty="0"/>
          </a:p>
        </p:txBody>
      </p:sp>
      <p:sp>
        <p:nvSpPr>
          <p:cNvPr id="4" name="Title 1">
            <a:extLst>
              <a:ext uri="{FF2B5EF4-FFF2-40B4-BE49-F238E27FC236}">
                <a16:creationId xmlns:a16="http://schemas.microsoft.com/office/drawing/2014/main" id="{7C0FB4A9-9785-254F-982E-7E82B77BF549}"/>
              </a:ext>
            </a:extLst>
          </p:cNvPr>
          <p:cNvSpPr>
            <a:spLocks noGrp="1"/>
          </p:cNvSpPr>
          <p:nvPr>
            <p:ph type="ctrTitle" hasCustomPrompt="1"/>
          </p:nvPr>
        </p:nvSpPr>
        <p:spPr>
          <a:xfrm>
            <a:off x="636096"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7" name="Text Placeholder 2">
            <a:extLst>
              <a:ext uri="{FF2B5EF4-FFF2-40B4-BE49-F238E27FC236}">
                <a16:creationId xmlns:a16="http://schemas.microsoft.com/office/drawing/2014/main" id="{25F9E7A7-281F-24AD-2948-98640334E32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3367038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cSld name="Map">
    <p:spTree>
      <p:nvGrpSpPr>
        <p:cNvPr id="1" name=""/>
        <p:cNvGrpSpPr/>
        <p:nvPr/>
      </p:nvGrpSpPr>
      <p:grpSpPr>
        <a:xfrm>
          <a:off x="0" y="0"/>
          <a:ext cx="0" cy="0"/>
          <a:chOff x="0" y="0"/>
          <a:chExt cx="0" cy="0"/>
        </a:xfrm>
      </p:grpSpPr>
      <p:sp>
        <p:nvSpPr>
          <p:cNvPr id="239" name="Text Placeholder 2">
            <a:extLst>
              <a:ext uri="{FF2B5EF4-FFF2-40B4-BE49-F238E27FC236}">
                <a16:creationId xmlns:a16="http://schemas.microsoft.com/office/drawing/2014/main" id="{0432F0B5-AA18-A142-8000-0B8E86D9192F}"/>
              </a:ext>
            </a:extLst>
          </p:cNvPr>
          <p:cNvSpPr>
            <a:spLocks noGrp="1"/>
          </p:cNvSpPr>
          <p:nvPr>
            <p:ph type="body" sz="quarter" idx="15" hasCustomPrompt="1"/>
          </p:nvPr>
        </p:nvSpPr>
        <p:spPr>
          <a:xfrm>
            <a:off x="632125" y="4261989"/>
            <a:ext cx="2587813" cy="1859411"/>
          </a:xfrm>
          <a:prstGeom prst="rect">
            <a:avLst/>
          </a:prstGeom>
        </p:spPr>
        <p:txBody>
          <a:bodyPr lIns="0" tIns="0" rIns="0" bIns="0"/>
          <a:lstStyle>
            <a:lvl1pPr marL="0" marR="0" indent="0" algn="l" defTabSz="912276" rtl="0" eaLnBrk="1" fontAlgn="base" latinLnBrk="0" hangingPunct="1">
              <a:lnSpc>
                <a:spcPts val="1467"/>
              </a:lnSpc>
              <a:spcBef>
                <a:spcPts val="0"/>
              </a:spcBef>
              <a:spcAft>
                <a:spcPts val="800"/>
              </a:spcAft>
              <a:buClr>
                <a:schemeClr val="tx2"/>
              </a:buClr>
              <a:buSzPct val="90000"/>
              <a:buFont typeface="Arial" panose="020B0604020202020204" pitchFamily="34" charset="0"/>
              <a:buNone/>
              <a:tabLst/>
              <a:defRPr sz="1067" b="0" i="1"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This map is fully editable. Double-click </a:t>
            </a:r>
            <a:br>
              <a:rPr lang="en-GB" dirty="0"/>
            </a:br>
            <a:r>
              <a:rPr lang="en-GB" dirty="0"/>
              <a:t>or ungroup to edit individual countries. </a:t>
            </a:r>
            <a:br>
              <a:rPr lang="en-GB" dirty="0"/>
            </a:br>
            <a:br>
              <a:rPr lang="en-GB" dirty="0"/>
            </a:br>
            <a:r>
              <a:rPr lang="en-GB" dirty="0"/>
              <a:t>Disclaimer: This map is sourced from the current UN map. It represents only the approximate relative location of boundaries and is not authoritative. This is for informational purposes and is not prepared or suitable for legal, engineering or survey purposes.  </a:t>
            </a:r>
          </a:p>
          <a:p>
            <a:pPr lvl="0"/>
            <a:endParaRPr lang="en-GB" dirty="0"/>
          </a:p>
        </p:txBody>
      </p:sp>
      <p:sp>
        <p:nvSpPr>
          <p:cNvPr id="6" name="Text Placeholder 6">
            <a:extLst>
              <a:ext uri="{FF2B5EF4-FFF2-40B4-BE49-F238E27FC236}">
                <a16:creationId xmlns:a16="http://schemas.microsoft.com/office/drawing/2014/main" id="{CF248584-E96B-60F6-5CB7-077CEF8F3BDE}"/>
              </a:ext>
            </a:extLst>
          </p:cNvPr>
          <p:cNvSpPr>
            <a:spLocks noGrp="1"/>
          </p:cNvSpPr>
          <p:nvPr>
            <p:ph type="body" sz="quarter" idx="23"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7" name="Text Placeholder 2">
            <a:extLst>
              <a:ext uri="{FF2B5EF4-FFF2-40B4-BE49-F238E27FC236}">
                <a16:creationId xmlns:a16="http://schemas.microsoft.com/office/drawing/2014/main" id="{37AD3E42-A8B0-11B1-2428-C383D019513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8052195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Org chart 1">
    <p:bg>
      <p:bgPr>
        <a:solidFill>
          <a:schemeClr val="bg2"/>
        </a:solidFill>
        <a:effectLst/>
      </p:bgPr>
    </p:bg>
    <p:spTree>
      <p:nvGrpSpPr>
        <p:cNvPr id="1" name=""/>
        <p:cNvGrpSpPr/>
        <p:nvPr/>
      </p:nvGrpSpPr>
      <p:grpSpPr>
        <a:xfrm>
          <a:off x="0" y="0"/>
          <a:ext cx="0" cy="0"/>
          <a:chOff x="0" y="0"/>
          <a:chExt cx="0" cy="0"/>
        </a:xfrm>
      </p:grpSpPr>
      <p:sp>
        <p:nvSpPr>
          <p:cNvPr id="76" name="Text Placeholder 7">
            <a:extLst>
              <a:ext uri="{FF2B5EF4-FFF2-40B4-BE49-F238E27FC236}">
                <a16:creationId xmlns:a16="http://schemas.microsoft.com/office/drawing/2014/main" id="{E17737D0-FC6B-7145-AB20-DD008328E7AF}"/>
              </a:ext>
            </a:extLst>
          </p:cNvPr>
          <p:cNvSpPr>
            <a:spLocks noGrp="1"/>
          </p:cNvSpPr>
          <p:nvPr>
            <p:ph type="body" sz="quarter" idx="21" hasCustomPrompt="1"/>
          </p:nvPr>
        </p:nvSpPr>
        <p:spPr>
          <a:xfrm>
            <a:off x="632127" y="1349831"/>
            <a:ext cx="2490219"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8" name="Picture Placeholder 3">
            <a:extLst>
              <a:ext uri="{FF2B5EF4-FFF2-40B4-BE49-F238E27FC236}">
                <a16:creationId xmlns:a16="http://schemas.microsoft.com/office/drawing/2014/main" id="{A7181BD4-D32F-9345-AF80-E1B50A790230}"/>
              </a:ext>
            </a:extLst>
          </p:cNvPr>
          <p:cNvSpPr>
            <a:spLocks noGrp="1"/>
          </p:cNvSpPr>
          <p:nvPr>
            <p:ph type="pic" sz="quarter" idx="23"/>
          </p:nvPr>
        </p:nvSpPr>
        <p:spPr>
          <a:xfrm>
            <a:off x="696827" y="1917045"/>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79" name="Picture Placeholder 3">
            <a:extLst>
              <a:ext uri="{FF2B5EF4-FFF2-40B4-BE49-F238E27FC236}">
                <a16:creationId xmlns:a16="http://schemas.microsoft.com/office/drawing/2014/main" id="{8B41B35C-4335-694B-BF5C-EFF21B146926}"/>
              </a:ext>
            </a:extLst>
          </p:cNvPr>
          <p:cNvSpPr>
            <a:spLocks noGrp="1"/>
          </p:cNvSpPr>
          <p:nvPr>
            <p:ph type="pic" sz="quarter" idx="24"/>
          </p:nvPr>
        </p:nvSpPr>
        <p:spPr>
          <a:xfrm>
            <a:off x="696827" y="253519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0" name="Picture Placeholder 3">
            <a:extLst>
              <a:ext uri="{FF2B5EF4-FFF2-40B4-BE49-F238E27FC236}">
                <a16:creationId xmlns:a16="http://schemas.microsoft.com/office/drawing/2014/main" id="{866CFDD6-B03C-D145-9DE2-DE5127549723}"/>
              </a:ext>
            </a:extLst>
          </p:cNvPr>
          <p:cNvSpPr>
            <a:spLocks noGrp="1"/>
          </p:cNvSpPr>
          <p:nvPr>
            <p:ph type="pic" sz="quarter" idx="25"/>
          </p:nvPr>
        </p:nvSpPr>
        <p:spPr>
          <a:xfrm>
            <a:off x="696827" y="3153354"/>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1" name="Picture Placeholder 3">
            <a:extLst>
              <a:ext uri="{FF2B5EF4-FFF2-40B4-BE49-F238E27FC236}">
                <a16:creationId xmlns:a16="http://schemas.microsoft.com/office/drawing/2014/main" id="{7E9D6FF4-058B-8046-ABE9-38E11FFC6001}"/>
              </a:ext>
            </a:extLst>
          </p:cNvPr>
          <p:cNvSpPr>
            <a:spLocks noGrp="1"/>
          </p:cNvSpPr>
          <p:nvPr>
            <p:ph type="pic" sz="quarter" idx="26"/>
          </p:nvPr>
        </p:nvSpPr>
        <p:spPr>
          <a:xfrm>
            <a:off x="696827" y="377150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2" name="Picture Placeholder 3">
            <a:extLst>
              <a:ext uri="{FF2B5EF4-FFF2-40B4-BE49-F238E27FC236}">
                <a16:creationId xmlns:a16="http://schemas.microsoft.com/office/drawing/2014/main" id="{7D143D2C-F993-FD4D-A334-8C81C2918C4C}"/>
              </a:ext>
            </a:extLst>
          </p:cNvPr>
          <p:cNvSpPr>
            <a:spLocks noGrp="1"/>
          </p:cNvSpPr>
          <p:nvPr>
            <p:ph type="pic" sz="quarter" idx="27"/>
          </p:nvPr>
        </p:nvSpPr>
        <p:spPr>
          <a:xfrm>
            <a:off x="696827" y="4389663"/>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3" name="Picture Placeholder 3">
            <a:extLst>
              <a:ext uri="{FF2B5EF4-FFF2-40B4-BE49-F238E27FC236}">
                <a16:creationId xmlns:a16="http://schemas.microsoft.com/office/drawing/2014/main" id="{989569BD-3B1E-2F43-AD8E-12EEFDBDB542}"/>
              </a:ext>
            </a:extLst>
          </p:cNvPr>
          <p:cNvSpPr>
            <a:spLocks noGrp="1"/>
          </p:cNvSpPr>
          <p:nvPr>
            <p:ph type="pic" sz="quarter" idx="28"/>
          </p:nvPr>
        </p:nvSpPr>
        <p:spPr>
          <a:xfrm>
            <a:off x="696827" y="5007818"/>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4" name="Picture Placeholder 3">
            <a:extLst>
              <a:ext uri="{FF2B5EF4-FFF2-40B4-BE49-F238E27FC236}">
                <a16:creationId xmlns:a16="http://schemas.microsoft.com/office/drawing/2014/main" id="{BEB04B58-EE83-374A-AB3A-FD4D12C64DD5}"/>
              </a:ext>
            </a:extLst>
          </p:cNvPr>
          <p:cNvSpPr>
            <a:spLocks noGrp="1"/>
          </p:cNvSpPr>
          <p:nvPr>
            <p:ph type="pic" sz="quarter" idx="29"/>
          </p:nvPr>
        </p:nvSpPr>
        <p:spPr>
          <a:xfrm>
            <a:off x="696827" y="5625970"/>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5" name="Text Placeholder 7">
            <a:extLst>
              <a:ext uri="{FF2B5EF4-FFF2-40B4-BE49-F238E27FC236}">
                <a16:creationId xmlns:a16="http://schemas.microsoft.com/office/drawing/2014/main" id="{8AAC0B54-C96C-C441-8863-1932E37ACBAD}"/>
              </a:ext>
            </a:extLst>
          </p:cNvPr>
          <p:cNvSpPr>
            <a:spLocks noGrp="1"/>
          </p:cNvSpPr>
          <p:nvPr>
            <p:ph type="body" sz="quarter" idx="30" hasCustomPrompt="1"/>
          </p:nvPr>
        </p:nvSpPr>
        <p:spPr>
          <a:xfrm>
            <a:off x="1235089" y="1967221"/>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6" name="Text Placeholder 7">
            <a:extLst>
              <a:ext uri="{FF2B5EF4-FFF2-40B4-BE49-F238E27FC236}">
                <a16:creationId xmlns:a16="http://schemas.microsoft.com/office/drawing/2014/main" id="{0F089C13-C00D-1746-A5D0-6C1948F1A73E}"/>
              </a:ext>
            </a:extLst>
          </p:cNvPr>
          <p:cNvSpPr>
            <a:spLocks noGrp="1"/>
          </p:cNvSpPr>
          <p:nvPr>
            <p:ph type="body" sz="quarter" idx="31" hasCustomPrompt="1"/>
          </p:nvPr>
        </p:nvSpPr>
        <p:spPr>
          <a:xfrm>
            <a:off x="1235089" y="2584612"/>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7" name="Text Placeholder 7">
            <a:extLst>
              <a:ext uri="{FF2B5EF4-FFF2-40B4-BE49-F238E27FC236}">
                <a16:creationId xmlns:a16="http://schemas.microsoft.com/office/drawing/2014/main" id="{3AB30254-5518-6C40-BF50-3E9FAE4EDF85}"/>
              </a:ext>
            </a:extLst>
          </p:cNvPr>
          <p:cNvSpPr>
            <a:spLocks noGrp="1"/>
          </p:cNvSpPr>
          <p:nvPr>
            <p:ph type="body" sz="quarter" idx="32" hasCustomPrompt="1"/>
          </p:nvPr>
        </p:nvSpPr>
        <p:spPr>
          <a:xfrm>
            <a:off x="1235089" y="320200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8" name="Text Placeholder 7">
            <a:extLst>
              <a:ext uri="{FF2B5EF4-FFF2-40B4-BE49-F238E27FC236}">
                <a16:creationId xmlns:a16="http://schemas.microsoft.com/office/drawing/2014/main" id="{0811A6CF-DD21-8D4C-9C08-8AF894110913}"/>
              </a:ext>
            </a:extLst>
          </p:cNvPr>
          <p:cNvSpPr>
            <a:spLocks noGrp="1"/>
          </p:cNvSpPr>
          <p:nvPr>
            <p:ph type="body" sz="quarter" idx="33" hasCustomPrompt="1"/>
          </p:nvPr>
        </p:nvSpPr>
        <p:spPr>
          <a:xfrm>
            <a:off x="1235089" y="381939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9" name="Text Placeholder 7">
            <a:extLst>
              <a:ext uri="{FF2B5EF4-FFF2-40B4-BE49-F238E27FC236}">
                <a16:creationId xmlns:a16="http://schemas.microsoft.com/office/drawing/2014/main" id="{D21AD92C-4C78-7443-BE76-29C48973EDB2}"/>
              </a:ext>
            </a:extLst>
          </p:cNvPr>
          <p:cNvSpPr>
            <a:spLocks noGrp="1"/>
          </p:cNvSpPr>
          <p:nvPr>
            <p:ph type="body" sz="quarter" idx="34" hasCustomPrompt="1"/>
          </p:nvPr>
        </p:nvSpPr>
        <p:spPr>
          <a:xfrm>
            <a:off x="1235089" y="4436784"/>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0" name="Text Placeholder 7">
            <a:extLst>
              <a:ext uri="{FF2B5EF4-FFF2-40B4-BE49-F238E27FC236}">
                <a16:creationId xmlns:a16="http://schemas.microsoft.com/office/drawing/2014/main" id="{C2B48CD5-A321-6E4E-A37C-2F205EF929FB}"/>
              </a:ext>
            </a:extLst>
          </p:cNvPr>
          <p:cNvSpPr>
            <a:spLocks noGrp="1"/>
          </p:cNvSpPr>
          <p:nvPr>
            <p:ph type="body" sz="quarter" idx="35" hasCustomPrompt="1"/>
          </p:nvPr>
        </p:nvSpPr>
        <p:spPr>
          <a:xfrm>
            <a:off x="1235089" y="5054175"/>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1" name="Text Placeholder 7">
            <a:extLst>
              <a:ext uri="{FF2B5EF4-FFF2-40B4-BE49-F238E27FC236}">
                <a16:creationId xmlns:a16="http://schemas.microsoft.com/office/drawing/2014/main" id="{D1F05418-8D4D-C748-A3F2-A4480B3CD983}"/>
              </a:ext>
            </a:extLst>
          </p:cNvPr>
          <p:cNvSpPr>
            <a:spLocks noGrp="1"/>
          </p:cNvSpPr>
          <p:nvPr>
            <p:ph type="body" sz="quarter" idx="36" hasCustomPrompt="1"/>
          </p:nvPr>
        </p:nvSpPr>
        <p:spPr>
          <a:xfrm>
            <a:off x="1235089" y="567156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8" name="Text Placeholder 7">
            <a:extLst>
              <a:ext uri="{FF2B5EF4-FFF2-40B4-BE49-F238E27FC236}">
                <a16:creationId xmlns:a16="http://schemas.microsoft.com/office/drawing/2014/main" id="{F7397E79-89BD-7149-B996-8FADDB83B5EC}"/>
              </a:ext>
            </a:extLst>
          </p:cNvPr>
          <p:cNvSpPr>
            <a:spLocks noGrp="1"/>
          </p:cNvSpPr>
          <p:nvPr>
            <p:ph type="body" sz="quarter" idx="37" hasCustomPrompt="1"/>
          </p:nvPr>
        </p:nvSpPr>
        <p:spPr>
          <a:xfrm>
            <a:off x="9203831" y="1349831"/>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9" name="Picture Placeholder 3">
            <a:extLst>
              <a:ext uri="{FF2B5EF4-FFF2-40B4-BE49-F238E27FC236}">
                <a16:creationId xmlns:a16="http://schemas.microsoft.com/office/drawing/2014/main" id="{65977F0B-74CE-E44C-93B2-249490598A1B}"/>
              </a:ext>
            </a:extLst>
          </p:cNvPr>
          <p:cNvSpPr>
            <a:spLocks noGrp="1"/>
          </p:cNvSpPr>
          <p:nvPr>
            <p:ph type="pic" sz="quarter" idx="38"/>
          </p:nvPr>
        </p:nvSpPr>
        <p:spPr>
          <a:xfrm>
            <a:off x="9286023" y="1917045"/>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0" name="Picture Placeholder 3">
            <a:extLst>
              <a:ext uri="{FF2B5EF4-FFF2-40B4-BE49-F238E27FC236}">
                <a16:creationId xmlns:a16="http://schemas.microsoft.com/office/drawing/2014/main" id="{219BB1E5-9F99-5143-A2D1-EABF082DCA12}"/>
              </a:ext>
            </a:extLst>
          </p:cNvPr>
          <p:cNvSpPr>
            <a:spLocks noGrp="1"/>
          </p:cNvSpPr>
          <p:nvPr>
            <p:ph type="pic" sz="quarter" idx="39"/>
          </p:nvPr>
        </p:nvSpPr>
        <p:spPr>
          <a:xfrm>
            <a:off x="9286023" y="253519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1" name="Picture Placeholder 3">
            <a:extLst>
              <a:ext uri="{FF2B5EF4-FFF2-40B4-BE49-F238E27FC236}">
                <a16:creationId xmlns:a16="http://schemas.microsoft.com/office/drawing/2014/main" id="{916A17DF-2388-4B4F-9CF8-7379304305A8}"/>
              </a:ext>
            </a:extLst>
          </p:cNvPr>
          <p:cNvSpPr>
            <a:spLocks noGrp="1"/>
          </p:cNvSpPr>
          <p:nvPr>
            <p:ph type="pic" sz="quarter" idx="40"/>
          </p:nvPr>
        </p:nvSpPr>
        <p:spPr>
          <a:xfrm>
            <a:off x="9286023" y="3153354"/>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2" name="Picture Placeholder 3">
            <a:extLst>
              <a:ext uri="{FF2B5EF4-FFF2-40B4-BE49-F238E27FC236}">
                <a16:creationId xmlns:a16="http://schemas.microsoft.com/office/drawing/2014/main" id="{DC933AF6-FC67-8444-94EE-A70793FE14EC}"/>
              </a:ext>
            </a:extLst>
          </p:cNvPr>
          <p:cNvSpPr>
            <a:spLocks noGrp="1"/>
          </p:cNvSpPr>
          <p:nvPr>
            <p:ph type="pic" sz="quarter" idx="41"/>
          </p:nvPr>
        </p:nvSpPr>
        <p:spPr>
          <a:xfrm>
            <a:off x="9286023" y="377150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3" name="Picture Placeholder 3">
            <a:extLst>
              <a:ext uri="{FF2B5EF4-FFF2-40B4-BE49-F238E27FC236}">
                <a16:creationId xmlns:a16="http://schemas.microsoft.com/office/drawing/2014/main" id="{CB399D5E-7F31-A24F-A1DE-A37A559BF962}"/>
              </a:ext>
            </a:extLst>
          </p:cNvPr>
          <p:cNvSpPr>
            <a:spLocks noGrp="1"/>
          </p:cNvSpPr>
          <p:nvPr>
            <p:ph type="pic" sz="quarter" idx="42"/>
          </p:nvPr>
        </p:nvSpPr>
        <p:spPr>
          <a:xfrm>
            <a:off x="9286023" y="4389663"/>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4" name="Picture Placeholder 3">
            <a:extLst>
              <a:ext uri="{FF2B5EF4-FFF2-40B4-BE49-F238E27FC236}">
                <a16:creationId xmlns:a16="http://schemas.microsoft.com/office/drawing/2014/main" id="{B965FBBE-9194-2143-8B08-05E031CD6DBF}"/>
              </a:ext>
            </a:extLst>
          </p:cNvPr>
          <p:cNvSpPr>
            <a:spLocks noGrp="1"/>
          </p:cNvSpPr>
          <p:nvPr>
            <p:ph type="pic" sz="quarter" idx="43"/>
          </p:nvPr>
        </p:nvSpPr>
        <p:spPr>
          <a:xfrm>
            <a:off x="9286023" y="5007818"/>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5" name="Picture Placeholder 3">
            <a:extLst>
              <a:ext uri="{FF2B5EF4-FFF2-40B4-BE49-F238E27FC236}">
                <a16:creationId xmlns:a16="http://schemas.microsoft.com/office/drawing/2014/main" id="{49F35041-77CA-1848-B269-74C604CA7E40}"/>
              </a:ext>
            </a:extLst>
          </p:cNvPr>
          <p:cNvSpPr>
            <a:spLocks noGrp="1"/>
          </p:cNvSpPr>
          <p:nvPr>
            <p:ph type="pic" sz="quarter" idx="44"/>
          </p:nvPr>
        </p:nvSpPr>
        <p:spPr>
          <a:xfrm>
            <a:off x="9286022" y="5625970"/>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6" name="Text Placeholder 7">
            <a:extLst>
              <a:ext uri="{FF2B5EF4-FFF2-40B4-BE49-F238E27FC236}">
                <a16:creationId xmlns:a16="http://schemas.microsoft.com/office/drawing/2014/main" id="{7523ABB3-75D2-EB4B-8C6E-3820D8F4D52B}"/>
              </a:ext>
            </a:extLst>
          </p:cNvPr>
          <p:cNvSpPr>
            <a:spLocks noGrp="1"/>
          </p:cNvSpPr>
          <p:nvPr>
            <p:ph type="body" sz="quarter" idx="45" hasCustomPrompt="1"/>
          </p:nvPr>
        </p:nvSpPr>
        <p:spPr>
          <a:xfrm>
            <a:off x="9824285" y="1967221"/>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7" name="Text Placeholder 7">
            <a:extLst>
              <a:ext uri="{FF2B5EF4-FFF2-40B4-BE49-F238E27FC236}">
                <a16:creationId xmlns:a16="http://schemas.microsoft.com/office/drawing/2014/main" id="{31960E30-9C67-F74E-B253-1DE44672EE81}"/>
              </a:ext>
            </a:extLst>
          </p:cNvPr>
          <p:cNvSpPr>
            <a:spLocks noGrp="1"/>
          </p:cNvSpPr>
          <p:nvPr>
            <p:ph type="body" sz="quarter" idx="46" hasCustomPrompt="1"/>
          </p:nvPr>
        </p:nvSpPr>
        <p:spPr>
          <a:xfrm>
            <a:off x="9824285" y="2584612"/>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8" name="Text Placeholder 7">
            <a:extLst>
              <a:ext uri="{FF2B5EF4-FFF2-40B4-BE49-F238E27FC236}">
                <a16:creationId xmlns:a16="http://schemas.microsoft.com/office/drawing/2014/main" id="{D198513C-EECB-854A-B6A3-42BC9E6FB8C4}"/>
              </a:ext>
            </a:extLst>
          </p:cNvPr>
          <p:cNvSpPr>
            <a:spLocks noGrp="1"/>
          </p:cNvSpPr>
          <p:nvPr>
            <p:ph type="body" sz="quarter" idx="47" hasCustomPrompt="1"/>
          </p:nvPr>
        </p:nvSpPr>
        <p:spPr>
          <a:xfrm>
            <a:off x="9824285" y="320200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9" name="Text Placeholder 7">
            <a:extLst>
              <a:ext uri="{FF2B5EF4-FFF2-40B4-BE49-F238E27FC236}">
                <a16:creationId xmlns:a16="http://schemas.microsoft.com/office/drawing/2014/main" id="{D7710000-DF90-134E-97A1-21653758D218}"/>
              </a:ext>
            </a:extLst>
          </p:cNvPr>
          <p:cNvSpPr>
            <a:spLocks noGrp="1"/>
          </p:cNvSpPr>
          <p:nvPr>
            <p:ph type="body" sz="quarter" idx="48" hasCustomPrompt="1"/>
          </p:nvPr>
        </p:nvSpPr>
        <p:spPr>
          <a:xfrm>
            <a:off x="9824285" y="381939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0" name="Text Placeholder 7">
            <a:extLst>
              <a:ext uri="{FF2B5EF4-FFF2-40B4-BE49-F238E27FC236}">
                <a16:creationId xmlns:a16="http://schemas.microsoft.com/office/drawing/2014/main" id="{22BB9ACD-30E4-4842-B8B6-F65E21604C23}"/>
              </a:ext>
            </a:extLst>
          </p:cNvPr>
          <p:cNvSpPr>
            <a:spLocks noGrp="1"/>
          </p:cNvSpPr>
          <p:nvPr>
            <p:ph type="body" sz="quarter" idx="49" hasCustomPrompt="1"/>
          </p:nvPr>
        </p:nvSpPr>
        <p:spPr>
          <a:xfrm>
            <a:off x="9824285" y="4436784"/>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1" name="Text Placeholder 7">
            <a:extLst>
              <a:ext uri="{FF2B5EF4-FFF2-40B4-BE49-F238E27FC236}">
                <a16:creationId xmlns:a16="http://schemas.microsoft.com/office/drawing/2014/main" id="{F1A7767C-FCA9-9742-8B5C-0539AFAAB5B0}"/>
              </a:ext>
            </a:extLst>
          </p:cNvPr>
          <p:cNvSpPr>
            <a:spLocks noGrp="1"/>
          </p:cNvSpPr>
          <p:nvPr>
            <p:ph type="body" sz="quarter" idx="50" hasCustomPrompt="1"/>
          </p:nvPr>
        </p:nvSpPr>
        <p:spPr>
          <a:xfrm>
            <a:off x="9824285" y="5054175"/>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2" name="Text Placeholder 7">
            <a:extLst>
              <a:ext uri="{FF2B5EF4-FFF2-40B4-BE49-F238E27FC236}">
                <a16:creationId xmlns:a16="http://schemas.microsoft.com/office/drawing/2014/main" id="{C3DF1340-33D8-624D-A201-67A4FB45E295}"/>
              </a:ext>
            </a:extLst>
          </p:cNvPr>
          <p:cNvSpPr>
            <a:spLocks noGrp="1"/>
          </p:cNvSpPr>
          <p:nvPr>
            <p:ph type="body" sz="quarter" idx="51" hasCustomPrompt="1"/>
          </p:nvPr>
        </p:nvSpPr>
        <p:spPr>
          <a:xfrm>
            <a:off x="9824285" y="567156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3" name="Text Placeholder 7">
            <a:extLst>
              <a:ext uri="{FF2B5EF4-FFF2-40B4-BE49-F238E27FC236}">
                <a16:creationId xmlns:a16="http://schemas.microsoft.com/office/drawing/2014/main" id="{9A8C8EBC-B967-3441-9C50-E663A1873548}"/>
              </a:ext>
            </a:extLst>
          </p:cNvPr>
          <p:cNvSpPr>
            <a:spLocks noGrp="1"/>
          </p:cNvSpPr>
          <p:nvPr>
            <p:ph type="body" sz="quarter" idx="52" hasCustomPrompt="1"/>
          </p:nvPr>
        </p:nvSpPr>
        <p:spPr>
          <a:xfrm>
            <a:off x="6340767" y="1349831"/>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4" name="Picture Placeholder 3">
            <a:extLst>
              <a:ext uri="{FF2B5EF4-FFF2-40B4-BE49-F238E27FC236}">
                <a16:creationId xmlns:a16="http://schemas.microsoft.com/office/drawing/2014/main" id="{85D84EFE-A9F0-F949-8B06-B05A3CF9FC86}"/>
              </a:ext>
            </a:extLst>
          </p:cNvPr>
          <p:cNvSpPr>
            <a:spLocks noGrp="1"/>
          </p:cNvSpPr>
          <p:nvPr>
            <p:ph type="pic" sz="quarter" idx="53"/>
          </p:nvPr>
        </p:nvSpPr>
        <p:spPr>
          <a:xfrm>
            <a:off x="6422959" y="1917045"/>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5" name="Picture Placeholder 3">
            <a:extLst>
              <a:ext uri="{FF2B5EF4-FFF2-40B4-BE49-F238E27FC236}">
                <a16:creationId xmlns:a16="http://schemas.microsoft.com/office/drawing/2014/main" id="{8EFF426A-2289-1D42-9B4B-084B41BA8E48}"/>
              </a:ext>
            </a:extLst>
          </p:cNvPr>
          <p:cNvSpPr>
            <a:spLocks noGrp="1"/>
          </p:cNvSpPr>
          <p:nvPr>
            <p:ph type="pic" sz="quarter" idx="54"/>
          </p:nvPr>
        </p:nvSpPr>
        <p:spPr>
          <a:xfrm>
            <a:off x="6422959" y="253519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6" name="Picture Placeholder 3">
            <a:extLst>
              <a:ext uri="{FF2B5EF4-FFF2-40B4-BE49-F238E27FC236}">
                <a16:creationId xmlns:a16="http://schemas.microsoft.com/office/drawing/2014/main" id="{0A50ED24-F3A8-5A4B-9ABA-EE3E81B5D8D3}"/>
              </a:ext>
            </a:extLst>
          </p:cNvPr>
          <p:cNvSpPr>
            <a:spLocks noGrp="1"/>
          </p:cNvSpPr>
          <p:nvPr>
            <p:ph type="pic" sz="quarter" idx="55"/>
          </p:nvPr>
        </p:nvSpPr>
        <p:spPr>
          <a:xfrm>
            <a:off x="6422959" y="3153354"/>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7" name="Picture Placeholder 3">
            <a:extLst>
              <a:ext uri="{FF2B5EF4-FFF2-40B4-BE49-F238E27FC236}">
                <a16:creationId xmlns:a16="http://schemas.microsoft.com/office/drawing/2014/main" id="{86391241-E295-F04A-8D4F-B3CC3531A58C}"/>
              </a:ext>
            </a:extLst>
          </p:cNvPr>
          <p:cNvSpPr>
            <a:spLocks noGrp="1"/>
          </p:cNvSpPr>
          <p:nvPr>
            <p:ph type="pic" sz="quarter" idx="56"/>
          </p:nvPr>
        </p:nvSpPr>
        <p:spPr>
          <a:xfrm>
            <a:off x="6422959" y="377150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8" name="Picture Placeholder 3">
            <a:extLst>
              <a:ext uri="{FF2B5EF4-FFF2-40B4-BE49-F238E27FC236}">
                <a16:creationId xmlns:a16="http://schemas.microsoft.com/office/drawing/2014/main" id="{5800B324-271D-A144-994E-8EEC38FAD6E2}"/>
              </a:ext>
            </a:extLst>
          </p:cNvPr>
          <p:cNvSpPr>
            <a:spLocks noGrp="1"/>
          </p:cNvSpPr>
          <p:nvPr>
            <p:ph type="pic" sz="quarter" idx="57"/>
          </p:nvPr>
        </p:nvSpPr>
        <p:spPr>
          <a:xfrm>
            <a:off x="6422959" y="4389663"/>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9" name="Picture Placeholder 3">
            <a:extLst>
              <a:ext uri="{FF2B5EF4-FFF2-40B4-BE49-F238E27FC236}">
                <a16:creationId xmlns:a16="http://schemas.microsoft.com/office/drawing/2014/main" id="{2B710327-3253-2A41-8C63-5C40B8CE1260}"/>
              </a:ext>
            </a:extLst>
          </p:cNvPr>
          <p:cNvSpPr>
            <a:spLocks noGrp="1"/>
          </p:cNvSpPr>
          <p:nvPr>
            <p:ph type="pic" sz="quarter" idx="58"/>
          </p:nvPr>
        </p:nvSpPr>
        <p:spPr>
          <a:xfrm>
            <a:off x="6422959" y="5007818"/>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0" name="Picture Placeholder 3">
            <a:extLst>
              <a:ext uri="{FF2B5EF4-FFF2-40B4-BE49-F238E27FC236}">
                <a16:creationId xmlns:a16="http://schemas.microsoft.com/office/drawing/2014/main" id="{73578B84-B907-EE47-BD2B-152CC5042C2F}"/>
              </a:ext>
            </a:extLst>
          </p:cNvPr>
          <p:cNvSpPr>
            <a:spLocks noGrp="1"/>
          </p:cNvSpPr>
          <p:nvPr>
            <p:ph type="pic" sz="quarter" idx="59"/>
          </p:nvPr>
        </p:nvSpPr>
        <p:spPr>
          <a:xfrm>
            <a:off x="6422957" y="5625970"/>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1" name="Text Placeholder 7">
            <a:extLst>
              <a:ext uri="{FF2B5EF4-FFF2-40B4-BE49-F238E27FC236}">
                <a16:creationId xmlns:a16="http://schemas.microsoft.com/office/drawing/2014/main" id="{B19546DA-147A-E247-8549-A1603BB54EA3}"/>
              </a:ext>
            </a:extLst>
          </p:cNvPr>
          <p:cNvSpPr>
            <a:spLocks noGrp="1"/>
          </p:cNvSpPr>
          <p:nvPr>
            <p:ph type="body" sz="quarter" idx="60" hasCustomPrompt="1"/>
          </p:nvPr>
        </p:nvSpPr>
        <p:spPr>
          <a:xfrm>
            <a:off x="6961220" y="1967221"/>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2" name="Text Placeholder 7">
            <a:extLst>
              <a:ext uri="{FF2B5EF4-FFF2-40B4-BE49-F238E27FC236}">
                <a16:creationId xmlns:a16="http://schemas.microsoft.com/office/drawing/2014/main" id="{18BADDE2-0D41-7F49-94A6-68B4FC423185}"/>
              </a:ext>
            </a:extLst>
          </p:cNvPr>
          <p:cNvSpPr>
            <a:spLocks noGrp="1"/>
          </p:cNvSpPr>
          <p:nvPr>
            <p:ph type="body" sz="quarter" idx="61" hasCustomPrompt="1"/>
          </p:nvPr>
        </p:nvSpPr>
        <p:spPr>
          <a:xfrm>
            <a:off x="6961220" y="2584612"/>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3" name="Text Placeholder 7">
            <a:extLst>
              <a:ext uri="{FF2B5EF4-FFF2-40B4-BE49-F238E27FC236}">
                <a16:creationId xmlns:a16="http://schemas.microsoft.com/office/drawing/2014/main" id="{7E6CE366-201D-8B40-BA7D-4A11C575FF36}"/>
              </a:ext>
            </a:extLst>
          </p:cNvPr>
          <p:cNvSpPr>
            <a:spLocks noGrp="1"/>
          </p:cNvSpPr>
          <p:nvPr>
            <p:ph type="body" sz="quarter" idx="62" hasCustomPrompt="1"/>
          </p:nvPr>
        </p:nvSpPr>
        <p:spPr>
          <a:xfrm>
            <a:off x="6961220" y="320200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4" name="Text Placeholder 7">
            <a:extLst>
              <a:ext uri="{FF2B5EF4-FFF2-40B4-BE49-F238E27FC236}">
                <a16:creationId xmlns:a16="http://schemas.microsoft.com/office/drawing/2014/main" id="{465604B6-8FCF-4B40-8A9B-0F5C655A7EE7}"/>
              </a:ext>
            </a:extLst>
          </p:cNvPr>
          <p:cNvSpPr>
            <a:spLocks noGrp="1"/>
          </p:cNvSpPr>
          <p:nvPr>
            <p:ph type="body" sz="quarter" idx="63" hasCustomPrompt="1"/>
          </p:nvPr>
        </p:nvSpPr>
        <p:spPr>
          <a:xfrm>
            <a:off x="6961220" y="381939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5" name="Text Placeholder 7">
            <a:extLst>
              <a:ext uri="{FF2B5EF4-FFF2-40B4-BE49-F238E27FC236}">
                <a16:creationId xmlns:a16="http://schemas.microsoft.com/office/drawing/2014/main" id="{D608FA58-EAB0-4D46-9359-1EB2C7A651E9}"/>
              </a:ext>
            </a:extLst>
          </p:cNvPr>
          <p:cNvSpPr>
            <a:spLocks noGrp="1"/>
          </p:cNvSpPr>
          <p:nvPr>
            <p:ph type="body" sz="quarter" idx="64" hasCustomPrompt="1"/>
          </p:nvPr>
        </p:nvSpPr>
        <p:spPr>
          <a:xfrm>
            <a:off x="6961220" y="4436784"/>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6" name="Text Placeholder 7">
            <a:extLst>
              <a:ext uri="{FF2B5EF4-FFF2-40B4-BE49-F238E27FC236}">
                <a16:creationId xmlns:a16="http://schemas.microsoft.com/office/drawing/2014/main" id="{66A1D58A-319D-484B-B270-C19908CCE522}"/>
              </a:ext>
            </a:extLst>
          </p:cNvPr>
          <p:cNvSpPr>
            <a:spLocks noGrp="1"/>
          </p:cNvSpPr>
          <p:nvPr>
            <p:ph type="body" sz="quarter" idx="65" hasCustomPrompt="1"/>
          </p:nvPr>
        </p:nvSpPr>
        <p:spPr>
          <a:xfrm>
            <a:off x="6961220" y="5054175"/>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7" name="Text Placeholder 7">
            <a:extLst>
              <a:ext uri="{FF2B5EF4-FFF2-40B4-BE49-F238E27FC236}">
                <a16:creationId xmlns:a16="http://schemas.microsoft.com/office/drawing/2014/main" id="{445DAC0C-999B-824E-8AA3-C28ED112E896}"/>
              </a:ext>
            </a:extLst>
          </p:cNvPr>
          <p:cNvSpPr>
            <a:spLocks noGrp="1"/>
          </p:cNvSpPr>
          <p:nvPr>
            <p:ph type="body" sz="quarter" idx="66" hasCustomPrompt="1"/>
          </p:nvPr>
        </p:nvSpPr>
        <p:spPr>
          <a:xfrm>
            <a:off x="6961220" y="567156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8" name="Text Placeholder 7">
            <a:extLst>
              <a:ext uri="{FF2B5EF4-FFF2-40B4-BE49-F238E27FC236}">
                <a16:creationId xmlns:a16="http://schemas.microsoft.com/office/drawing/2014/main" id="{3EE18008-A4F6-524A-9AF5-F1EA61E66A83}"/>
              </a:ext>
            </a:extLst>
          </p:cNvPr>
          <p:cNvSpPr>
            <a:spLocks noGrp="1"/>
          </p:cNvSpPr>
          <p:nvPr>
            <p:ph type="body" sz="quarter" idx="67" hasCustomPrompt="1"/>
          </p:nvPr>
        </p:nvSpPr>
        <p:spPr>
          <a:xfrm>
            <a:off x="3491401" y="1349831"/>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9" name="Picture Placeholder 3">
            <a:extLst>
              <a:ext uri="{FF2B5EF4-FFF2-40B4-BE49-F238E27FC236}">
                <a16:creationId xmlns:a16="http://schemas.microsoft.com/office/drawing/2014/main" id="{C606DDCF-1093-3C40-9DA4-C8FA9DDF68A6}"/>
              </a:ext>
            </a:extLst>
          </p:cNvPr>
          <p:cNvSpPr>
            <a:spLocks noGrp="1"/>
          </p:cNvSpPr>
          <p:nvPr>
            <p:ph type="pic" sz="quarter" idx="68"/>
          </p:nvPr>
        </p:nvSpPr>
        <p:spPr>
          <a:xfrm>
            <a:off x="3573593" y="1917045"/>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0" name="Picture Placeholder 3">
            <a:extLst>
              <a:ext uri="{FF2B5EF4-FFF2-40B4-BE49-F238E27FC236}">
                <a16:creationId xmlns:a16="http://schemas.microsoft.com/office/drawing/2014/main" id="{7D435CA4-D726-254B-8C0D-14AABA90391A}"/>
              </a:ext>
            </a:extLst>
          </p:cNvPr>
          <p:cNvSpPr>
            <a:spLocks noGrp="1"/>
          </p:cNvSpPr>
          <p:nvPr>
            <p:ph type="pic" sz="quarter" idx="69"/>
          </p:nvPr>
        </p:nvSpPr>
        <p:spPr>
          <a:xfrm>
            <a:off x="3573593" y="253519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1" name="Picture Placeholder 3">
            <a:extLst>
              <a:ext uri="{FF2B5EF4-FFF2-40B4-BE49-F238E27FC236}">
                <a16:creationId xmlns:a16="http://schemas.microsoft.com/office/drawing/2014/main" id="{0BD6C709-0DC1-2C44-B6B5-6FF36E6A3BE5}"/>
              </a:ext>
            </a:extLst>
          </p:cNvPr>
          <p:cNvSpPr>
            <a:spLocks noGrp="1"/>
          </p:cNvSpPr>
          <p:nvPr>
            <p:ph type="pic" sz="quarter" idx="70"/>
          </p:nvPr>
        </p:nvSpPr>
        <p:spPr>
          <a:xfrm>
            <a:off x="3573593" y="3153354"/>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2" name="Picture Placeholder 3">
            <a:extLst>
              <a:ext uri="{FF2B5EF4-FFF2-40B4-BE49-F238E27FC236}">
                <a16:creationId xmlns:a16="http://schemas.microsoft.com/office/drawing/2014/main" id="{DC8D87A0-3C79-C546-A435-B78B1F5D3A4F}"/>
              </a:ext>
            </a:extLst>
          </p:cNvPr>
          <p:cNvSpPr>
            <a:spLocks noGrp="1"/>
          </p:cNvSpPr>
          <p:nvPr>
            <p:ph type="pic" sz="quarter" idx="71"/>
          </p:nvPr>
        </p:nvSpPr>
        <p:spPr>
          <a:xfrm>
            <a:off x="3573593" y="377150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3" name="Picture Placeholder 3">
            <a:extLst>
              <a:ext uri="{FF2B5EF4-FFF2-40B4-BE49-F238E27FC236}">
                <a16:creationId xmlns:a16="http://schemas.microsoft.com/office/drawing/2014/main" id="{A02C95F8-AB0D-6943-BE11-975298CD5587}"/>
              </a:ext>
            </a:extLst>
          </p:cNvPr>
          <p:cNvSpPr>
            <a:spLocks noGrp="1"/>
          </p:cNvSpPr>
          <p:nvPr>
            <p:ph type="pic" sz="quarter" idx="72"/>
          </p:nvPr>
        </p:nvSpPr>
        <p:spPr>
          <a:xfrm>
            <a:off x="3573593" y="4389663"/>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4" name="Picture Placeholder 3">
            <a:extLst>
              <a:ext uri="{FF2B5EF4-FFF2-40B4-BE49-F238E27FC236}">
                <a16:creationId xmlns:a16="http://schemas.microsoft.com/office/drawing/2014/main" id="{7F865E1B-0FE7-0D46-BDD2-A9C595992E87}"/>
              </a:ext>
            </a:extLst>
          </p:cNvPr>
          <p:cNvSpPr>
            <a:spLocks noGrp="1"/>
          </p:cNvSpPr>
          <p:nvPr>
            <p:ph type="pic" sz="quarter" idx="73"/>
          </p:nvPr>
        </p:nvSpPr>
        <p:spPr>
          <a:xfrm>
            <a:off x="3573593" y="5007818"/>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5" name="Picture Placeholder 3">
            <a:extLst>
              <a:ext uri="{FF2B5EF4-FFF2-40B4-BE49-F238E27FC236}">
                <a16:creationId xmlns:a16="http://schemas.microsoft.com/office/drawing/2014/main" id="{445B5578-E099-1041-967A-4DC54DB24B51}"/>
              </a:ext>
            </a:extLst>
          </p:cNvPr>
          <p:cNvSpPr>
            <a:spLocks noGrp="1"/>
          </p:cNvSpPr>
          <p:nvPr>
            <p:ph type="pic" sz="quarter" idx="74"/>
          </p:nvPr>
        </p:nvSpPr>
        <p:spPr>
          <a:xfrm>
            <a:off x="3573591" y="5625970"/>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6" name="Text Placeholder 7">
            <a:extLst>
              <a:ext uri="{FF2B5EF4-FFF2-40B4-BE49-F238E27FC236}">
                <a16:creationId xmlns:a16="http://schemas.microsoft.com/office/drawing/2014/main" id="{211687FD-DB71-0342-A587-F03CA82E1912}"/>
              </a:ext>
            </a:extLst>
          </p:cNvPr>
          <p:cNvSpPr>
            <a:spLocks noGrp="1"/>
          </p:cNvSpPr>
          <p:nvPr>
            <p:ph type="body" sz="quarter" idx="75" hasCustomPrompt="1"/>
          </p:nvPr>
        </p:nvSpPr>
        <p:spPr>
          <a:xfrm>
            <a:off x="4111853" y="1967221"/>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7" name="Text Placeholder 7">
            <a:extLst>
              <a:ext uri="{FF2B5EF4-FFF2-40B4-BE49-F238E27FC236}">
                <a16:creationId xmlns:a16="http://schemas.microsoft.com/office/drawing/2014/main" id="{C6266F2D-D76E-4B44-93DD-A34796AC023B}"/>
              </a:ext>
            </a:extLst>
          </p:cNvPr>
          <p:cNvSpPr>
            <a:spLocks noGrp="1"/>
          </p:cNvSpPr>
          <p:nvPr>
            <p:ph type="body" sz="quarter" idx="76" hasCustomPrompt="1"/>
          </p:nvPr>
        </p:nvSpPr>
        <p:spPr>
          <a:xfrm>
            <a:off x="4111853" y="2584612"/>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8" name="Text Placeholder 7">
            <a:extLst>
              <a:ext uri="{FF2B5EF4-FFF2-40B4-BE49-F238E27FC236}">
                <a16:creationId xmlns:a16="http://schemas.microsoft.com/office/drawing/2014/main" id="{EED47149-409B-B14D-8718-6D51AE3D3AB5}"/>
              </a:ext>
            </a:extLst>
          </p:cNvPr>
          <p:cNvSpPr>
            <a:spLocks noGrp="1"/>
          </p:cNvSpPr>
          <p:nvPr>
            <p:ph type="body" sz="quarter" idx="77" hasCustomPrompt="1"/>
          </p:nvPr>
        </p:nvSpPr>
        <p:spPr>
          <a:xfrm>
            <a:off x="4111853" y="320200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9" name="Text Placeholder 7">
            <a:extLst>
              <a:ext uri="{FF2B5EF4-FFF2-40B4-BE49-F238E27FC236}">
                <a16:creationId xmlns:a16="http://schemas.microsoft.com/office/drawing/2014/main" id="{4E84D3C7-B3A4-CC48-9855-4938E4E118AD}"/>
              </a:ext>
            </a:extLst>
          </p:cNvPr>
          <p:cNvSpPr>
            <a:spLocks noGrp="1"/>
          </p:cNvSpPr>
          <p:nvPr>
            <p:ph type="body" sz="quarter" idx="78" hasCustomPrompt="1"/>
          </p:nvPr>
        </p:nvSpPr>
        <p:spPr>
          <a:xfrm>
            <a:off x="4111853" y="381939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0" name="Text Placeholder 7">
            <a:extLst>
              <a:ext uri="{FF2B5EF4-FFF2-40B4-BE49-F238E27FC236}">
                <a16:creationId xmlns:a16="http://schemas.microsoft.com/office/drawing/2014/main" id="{DC0C48EA-7A34-944B-8132-DF37F09318AE}"/>
              </a:ext>
            </a:extLst>
          </p:cNvPr>
          <p:cNvSpPr>
            <a:spLocks noGrp="1"/>
          </p:cNvSpPr>
          <p:nvPr>
            <p:ph type="body" sz="quarter" idx="79" hasCustomPrompt="1"/>
          </p:nvPr>
        </p:nvSpPr>
        <p:spPr>
          <a:xfrm>
            <a:off x="4111853" y="4436784"/>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1" name="Text Placeholder 7">
            <a:extLst>
              <a:ext uri="{FF2B5EF4-FFF2-40B4-BE49-F238E27FC236}">
                <a16:creationId xmlns:a16="http://schemas.microsoft.com/office/drawing/2014/main" id="{7ACADDD2-9A10-6942-8259-473273FBB069}"/>
              </a:ext>
            </a:extLst>
          </p:cNvPr>
          <p:cNvSpPr>
            <a:spLocks noGrp="1"/>
          </p:cNvSpPr>
          <p:nvPr>
            <p:ph type="body" sz="quarter" idx="80" hasCustomPrompt="1"/>
          </p:nvPr>
        </p:nvSpPr>
        <p:spPr>
          <a:xfrm>
            <a:off x="4111853" y="5054175"/>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2" name="Text Placeholder 7">
            <a:extLst>
              <a:ext uri="{FF2B5EF4-FFF2-40B4-BE49-F238E27FC236}">
                <a16:creationId xmlns:a16="http://schemas.microsoft.com/office/drawing/2014/main" id="{B7475A50-9DE6-6F44-B7FA-C3C7928FF283}"/>
              </a:ext>
            </a:extLst>
          </p:cNvPr>
          <p:cNvSpPr>
            <a:spLocks noGrp="1"/>
          </p:cNvSpPr>
          <p:nvPr>
            <p:ph type="body" sz="quarter" idx="81" hasCustomPrompt="1"/>
          </p:nvPr>
        </p:nvSpPr>
        <p:spPr>
          <a:xfrm>
            <a:off x="4111853" y="567156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4" name="Text Placeholder 6">
            <a:extLst>
              <a:ext uri="{FF2B5EF4-FFF2-40B4-BE49-F238E27FC236}">
                <a16:creationId xmlns:a16="http://schemas.microsoft.com/office/drawing/2014/main" id="{58C553A7-8A31-870C-101B-0A204C3890FC}"/>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65" name="Text Placeholder 2">
            <a:extLst>
              <a:ext uri="{FF2B5EF4-FFF2-40B4-BE49-F238E27FC236}">
                <a16:creationId xmlns:a16="http://schemas.microsoft.com/office/drawing/2014/main" id="{7469A137-485B-5AAB-AAF4-554238BF1365}"/>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0286808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Org chart 2">
    <p:bg>
      <p:bgPr>
        <a:solidFill>
          <a:schemeClr val="bg2"/>
        </a:solidFill>
        <a:effectLst/>
      </p:bgPr>
    </p:bg>
    <p:spTree>
      <p:nvGrpSpPr>
        <p:cNvPr id="1" name=""/>
        <p:cNvGrpSpPr/>
        <p:nvPr/>
      </p:nvGrpSpPr>
      <p:grpSpPr>
        <a:xfrm>
          <a:off x="0" y="0"/>
          <a:ext cx="0" cy="0"/>
          <a:chOff x="0" y="0"/>
          <a:chExt cx="0" cy="0"/>
        </a:xfrm>
      </p:grpSpPr>
      <p:sp>
        <p:nvSpPr>
          <p:cNvPr id="76" name="Text Placeholder 7">
            <a:extLst>
              <a:ext uri="{FF2B5EF4-FFF2-40B4-BE49-F238E27FC236}">
                <a16:creationId xmlns:a16="http://schemas.microsoft.com/office/drawing/2014/main" id="{E17737D0-FC6B-7145-AB20-DD008328E7AF}"/>
              </a:ext>
            </a:extLst>
          </p:cNvPr>
          <p:cNvSpPr>
            <a:spLocks noGrp="1"/>
          </p:cNvSpPr>
          <p:nvPr>
            <p:ph type="body" sz="quarter" idx="21" hasCustomPrompt="1"/>
          </p:nvPr>
        </p:nvSpPr>
        <p:spPr>
          <a:xfrm>
            <a:off x="614635" y="1171748"/>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8" name="Picture Placeholder 3">
            <a:extLst>
              <a:ext uri="{FF2B5EF4-FFF2-40B4-BE49-F238E27FC236}">
                <a16:creationId xmlns:a16="http://schemas.microsoft.com/office/drawing/2014/main" id="{A7181BD4-D32F-9345-AF80-E1B50A790230}"/>
              </a:ext>
            </a:extLst>
          </p:cNvPr>
          <p:cNvSpPr>
            <a:spLocks noGrp="1"/>
          </p:cNvSpPr>
          <p:nvPr>
            <p:ph type="pic" sz="quarter" idx="23"/>
          </p:nvPr>
        </p:nvSpPr>
        <p:spPr>
          <a:xfrm>
            <a:off x="724227" y="1578211"/>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79" name="Picture Placeholder 3">
            <a:extLst>
              <a:ext uri="{FF2B5EF4-FFF2-40B4-BE49-F238E27FC236}">
                <a16:creationId xmlns:a16="http://schemas.microsoft.com/office/drawing/2014/main" id="{8B41B35C-4335-694B-BF5C-EFF21B146926}"/>
              </a:ext>
            </a:extLst>
          </p:cNvPr>
          <p:cNvSpPr>
            <a:spLocks noGrp="1"/>
          </p:cNvSpPr>
          <p:nvPr>
            <p:ph type="pic" sz="quarter" idx="24"/>
          </p:nvPr>
        </p:nvSpPr>
        <p:spPr>
          <a:xfrm>
            <a:off x="724227" y="216610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0" name="Picture Placeholder 3">
            <a:extLst>
              <a:ext uri="{FF2B5EF4-FFF2-40B4-BE49-F238E27FC236}">
                <a16:creationId xmlns:a16="http://schemas.microsoft.com/office/drawing/2014/main" id="{866CFDD6-B03C-D145-9DE2-DE5127549723}"/>
              </a:ext>
            </a:extLst>
          </p:cNvPr>
          <p:cNvSpPr>
            <a:spLocks noGrp="1"/>
          </p:cNvSpPr>
          <p:nvPr>
            <p:ph type="pic" sz="quarter" idx="25"/>
          </p:nvPr>
        </p:nvSpPr>
        <p:spPr>
          <a:xfrm>
            <a:off x="724227" y="2754000"/>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1" name="Picture Placeholder 3">
            <a:extLst>
              <a:ext uri="{FF2B5EF4-FFF2-40B4-BE49-F238E27FC236}">
                <a16:creationId xmlns:a16="http://schemas.microsoft.com/office/drawing/2014/main" id="{7E9D6FF4-058B-8046-ABE9-38E11FFC6001}"/>
              </a:ext>
            </a:extLst>
          </p:cNvPr>
          <p:cNvSpPr>
            <a:spLocks noGrp="1"/>
          </p:cNvSpPr>
          <p:nvPr>
            <p:ph type="pic" sz="quarter" idx="26"/>
          </p:nvPr>
        </p:nvSpPr>
        <p:spPr>
          <a:xfrm>
            <a:off x="724227" y="334189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2" name="Picture Placeholder 3">
            <a:extLst>
              <a:ext uri="{FF2B5EF4-FFF2-40B4-BE49-F238E27FC236}">
                <a16:creationId xmlns:a16="http://schemas.microsoft.com/office/drawing/2014/main" id="{7D143D2C-F993-FD4D-A334-8C81C2918C4C}"/>
              </a:ext>
            </a:extLst>
          </p:cNvPr>
          <p:cNvSpPr>
            <a:spLocks noGrp="1"/>
          </p:cNvSpPr>
          <p:nvPr>
            <p:ph type="pic" sz="quarter" idx="27"/>
          </p:nvPr>
        </p:nvSpPr>
        <p:spPr>
          <a:xfrm>
            <a:off x="724227" y="392978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3" name="Picture Placeholder 3">
            <a:extLst>
              <a:ext uri="{FF2B5EF4-FFF2-40B4-BE49-F238E27FC236}">
                <a16:creationId xmlns:a16="http://schemas.microsoft.com/office/drawing/2014/main" id="{989569BD-3B1E-2F43-AD8E-12EEFDBDB542}"/>
              </a:ext>
            </a:extLst>
          </p:cNvPr>
          <p:cNvSpPr>
            <a:spLocks noGrp="1"/>
          </p:cNvSpPr>
          <p:nvPr>
            <p:ph type="pic" sz="quarter" idx="28"/>
          </p:nvPr>
        </p:nvSpPr>
        <p:spPr>
          <a:xfrm>
            <a:off x="724227" y="4517684"/>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4" name="Picture Placeholder 3">
            <a:extLst>
              <a:ext uri="{FF2B5EF4-FFF2-40B4-BE49-F238E27FC236}">
                <a16:creationId xmlns:a16="http://schemas.microsoft.com/office/drawing/2014/main" id="{BEB04B58-EE83-374A-AB3A-FD4D12C64DD5}"/>
              </a:ext>
            </a:extLst>
          </p:cNvPr>
          <p:cNvSpPr>
            <a:spLocks noGrp="1"/>
          </p:cNvSpPr>
          <p:nvPr>
            <p:ph type="pic" sz="quarter" idx="29"/>
          </p:nvPr>
        </p:nvSpPr>
        <p:spPr>
          <a:xfrm>
            <a:off x="724224" y="510557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5" name="Text Placeholder 7">
            <a:extLst>
              <a:ext uri="{FF2B5EF4-FFF2-40B4-BE49-F238E27FC236}">
                <a16:creationId xmlns:a16="http://schemas.microsoft.com/office/drawing/2014/main" id="{8AAC0B54-C96C-C441-8863-1932E37ACBAD}"/>
              </a:ext>
            </a:extLst>
          </p:cNvPr>
          <p:cNvSpPr>
            <a:spLocks noGrp="1"/>
          </p:cNvSpPr>
          <p:nvPr>
            <p:ph type="body" sz="quarter" idx="30" hasCustomPrompt="1"/>
          </p:nvPr>
        </p:nvSpPr>
        <p:spPr>
          <a:xfrm>
            <a:off x="1235089" y="16009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6" name="Text Placeholder 7">
            <a:extLst>
              <a:ext uri="{FF2B5EF4-FFF2-40B4-BE49-F238E27FC236}">
                <a16:creationId xmlns:a16="http://schemas.microsoft.com/office/drawing/2014/main" id="{0F089C13-C00D-1746-A5D0-6C1948F1A73E}"/>
              </a:ext>
            </a:extLst>
          </p:cNvPr>
          <p:cNvSpPr>
            <a:spLocks noGrp="1"/>
          </p:cNvSpPr>
          <p:nvPr>
            <p:ph type="body" sz="quarter" idx="31" hasCustomPrompt="1"/>
          </p:nvPr>
        </p:nvSpPr>
        <p:spPr>
          <a:xfrm>
            <a:off x="1235089" y="21882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7" name="Text Placeholder 7">
            <a:extLst>
              <a:ext uri="{FF2B5EF4-FFF2-40B4-BE49-F238E27FC236}">
                <a16:creationId xmlns:a16="http://schemas.microsoft.com/office/drawing/2014/main" id="{3AB30254-5518-6C40-BF50-3E9FAE4EDF85}"/>
              </a:ext>
            </a:extLst>
          </p:cNvPr>
          <p:cNvSpPr>
            <a:spLocks noGrp="1"/>
          </p:cNvSpPr>
          <p:nvPr>
            <p:ph type="body" sz="quarter" idx="32" hasCustomPrompt="1"/>
          </p:nvPr>
        </p:nvSpPr>
        <p:spPr>
          <a:xfrm>
            <a:off x="1235089" y="277546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8" name="Text Placeholder 7">
            <a:extLst>
              <a:ext uri="{FF2B5EF4-FFF2-40B4-BE49-F238E27FC236}">
                <a16:creationId xmlns:a16="http://schemas.microsoft.com/office/drawing/2014/main" id="{0811A6CF-DD21-8D4C-9C08-8AF894110913}"/>
              </a:ext>
            </a:extLst>
          </p:cNvPr>
          <p:cNvSpPr>
            <a:spLocks noGrp="1"/>
          </p:cNvSpPr>
          <p:nvPr>
            <p:ph type="body" sz="quarter" idx="33" hasCustomPrompt="1"/>
          </p:nvPr>
        </p:nvSpPr>
        <p:spPr>
          <a:xfrm>
            <a:off x="1235089" y="336270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9" name="Text Placeholder 7">
            <a:extLst>
              <a:ext uri="{FF2B5EF4-FFF2-40B4-BE49-F238E27FC236}">
                <a16:creationId xmlns:a16="http://schemas.microsoft.com/office/drawing/2014/main" id="{D21AD92C-4C78-7443-BE76-29C48973EDB2}"/>
              </a:ext>
            </a:extLst>
          </p:cNvPr>
          <p:cNvSpPr>
            <a:spLocks noGrp="1"/>
          </p:cNvSpPr>
          <p:nvPr>
            <p:ph type="body" sz="quarter" idx="34" hasCustomPrompt="1"/>
          </p:nvPr>
        </p:nvSpPr>
        <p:spPr>
          <a:xfrm>
            <a:off x="1235089" y="394994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0" name="Text Placeholder 7">
            <a:extLst>
              <a:ext uri="{FF2B5EF4-FFF2-40B4-BE49-F238E27FC236}">
                <a16:creationId xmlns:a16="http://schemas.microsoft.com/office/drawing/2014/main" id="{C2B48CD5-A321-6E4E-A37C-2F205EF929FB}"/>
              </a:ext>
            </a:extLst>
          </p:cNvPr>
          <p:cNvSpPr>
            <a:spLocks noGrp="1"/>
          </p:cNvSpPr>
          <p:nvPr>
            <p:ph type="body" sz="quarter" idx="35" hasCustomPrompt="1"/>
          </p:nvPr>
        </p:nvSpPr>
        <p:spPr>
          <a:xfrm>
            <a:off x="1235089" y="45371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1" name="Text Placeholder 7">
            <a:extLst>
              <a:ext uri="{FF2B5EF4-FFF2-40B4-BE49-F238E27FC236}">
                <a16:creationId xmlns:a16="http://schemas.microsoft.com/office/drawing/2014/main" id="{D1F05418-8D4D-C748-A3F2-A4480B3CD983}"/>
              </a:ext>
            </a:extLst>
          </p:cNvPr>
          <p:cNvSpPr>
            <a:spLocks noGrp="1"/>
          </p:cNvSpPr>
          <p:nvPr>
            <p:ph type="body" sz="quarter" idx="36" hasCustomPrompt="1"/>
          </p:nvPr>
        </p:nvSpPr>
        <p:spPr>
          <a:xfrm>
            <a:off x="1235089" y="51244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8" name="Text Placeholder 7">
            <a:extLst>
              <a:ext uri="{FF2B5EF4-FFF2-40B4-BE49-F238E27FC236}">
                <a16:creationId xmlns:a16="http://schemas.microsoft.com/office/drawing/2014/main" id="{F7397E79-89BD-7149-B996-8FADDB83B5EC}"/>
              </a:ext>
            </a:extLst>
          </p:cNvPr>
          <p:cNvSpPr>
            <a:spLocks noGrp="1"/>
          </p:cNvSpPr>
          <p:nvPr>
            <p:ph type="body" sz="quarter" idx="37" hasCustomPrompt="1"/>
          </p:nvPr>
        </p:nvSpPr>
        <p:spPr>
          <a:xfrm>
            <a:off x="9203831" y="1171748"/>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9" name="Picture Placeholder 3">
            <a:extLst>
              <a:ext uri="{FF2B5EF4-FFF2-40B4-BE49-F238E27FC236}">
                <a16:creationId xmlns:a16="http://schemas.microsoft.com/office/drawing/2014/main" id="{65977F0B-74CE-E44C-93B2-249490598A1B}"/>
              </a:ext>
            </a:extLst>
          </p:cNvPr>
          <p:cNvSpPr>
            <a:spLocks noGrp="1"/>
          </p:cNvSpPr>
          <p:nvPr>
            <p:ph type="pic" sz="quarter" idx="38"/>
          </p:nvPr>
        </p:nvSpPr>
        <p:spPr>
          <a:xfrm>
            <a:off x="9313421" y="1578211"/>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0" name="Picture Placeholder 3">
            <a:extLst>
              <a:ext uri="{FF2B5EF4-FFF2-40B4-BE49-F238E27FC236}">
                <a16:creationId xmlns:a16="http://schemas.microsoft.com/office/drawing/2014/main" id="{219BB1E5-9F99-5143-A2D1-EABF082DCA12}"/>
              </a:ext>
            </a:extLst>
          </p:cNvPr>
          <p:cNvSpPr>
            <a:spLocks noGrp="1"/>
          </p:cNvSpPr>
          <p:nvPr>
            <p:ph type="pic" sz="quarter" idx="39"/>
          </p:nvPr>
        </p:nvSpPr>
        <p:spPr>
          <a:xfrm>
            <a:off x="9313421" y="216610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1" name="Picture Placeholder 3">
            <a:extLst>
              <a:ext uri="{FF2B5EF4-FFF2-40B4-BE49-F238E27FC236}">
                <a16:creationId xmlns:a16="http://schemas.microsoft.com/office/drawing/2014/main" id="{916A17DF-2388-4B4F-9CF8-7379304305A8}"/>
              </a:ext>
            </a:extLst>
          </p:cNvPr>
          <p:cNvSpPr>
            <a:spLocks noGrp="1"/>
          </p:cNvSpPr>
          <p:nvPr>
            <p:ph type="pic" sz="quarter" idx="40"/>
          </p:nvPr>
        </p:nvSpPr>
        <p:spPr>
          <a:xfrm>
            <a:off x="9313421" y="2754000"/>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2" name="Picture Placeholder 3">
            <a:extLst>
              <a:ext uri="{FF2B5EF4-FFF2-40B4-BE49-F238E27FC236}">
                <a16:creationId xmlns:a16="http://schemas.microsoft.com/office/drawing/2014/main" id="{DC933AF6-FC67-8444-94EE-A70793FE14EC}"/>
              </a:ext>
            </a:extLst>
          </p:cNvPr>
          <p:cNvSpPr>
            <a:spLocks noGrp="1"/>
          </p:cNvSpPr>
          <p:nvPr>
            <p:ph type="pic" sz="quarter" idx="41"/>
          </p:nvPr>
        </p:nvSpPr>
        <p:spPr>
          <a:xfrm>
            <a:off x="9313421" y="334189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3" name="Picture Placeholder 3">
            <a:extLst>
              <a:ext uri="{FF2B5EF4-FFF2-40B4-BE49-F238E27FC236}">
                <a16:creationId xmlns:a16="http://schemas.microsoft.com/office/drawing/2014/main" id="{CB399D5E-7F31-A24F-A1DE-A37A559BF962}"/>
              </a:ext>
            </a:extLst>
          </p:cNvPr>
          <p:cNvSpPr>
            <a:spLocks noGrp="1"/>
          </p:cNvSpPr>
          <p:nvPr>
            <p:ph type="pic" sz="quarter" idx="42"/>
          </p:nvPr>
        </p:nvSpPr>
        <p:spPr>
          <a:xfrm>
            <a:off x="9313421" y="392978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4" name="Picture Placeholder 3">
            <a:extLst>
              <a:ext uri="{FF2B5EF4-FFF2-40B4-BE49-F238E27FC236}">
                <a16:creationId xmlns:a16="http://schemas.microsoft.com/office/drawing/2014/main" id="{B965FBBE-9194-2143-8B08-05E031CD6DBF}"/>
              </a:ext>
            </a:extLst>
          </p:cNvPr>
          <p:cNvSpPr>
            <a:spLocks noGrp="1"/>
          </p:cNvSpPr>
          <p:nvPr>
            <p:ph type="pic" sz="quarter" idx="43"/>
          </p:nvPr>
        </p:nvSpPr>
        <p:spPr>
          <a:xfrm>
            <a:off x="9313421" y="4517684"/>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5" name="Picture Placeholder 3">
            <a:extLst>
              <a:ext uri="{FF2B5EF4-FFF2-40B4-BE49-F238E27FC236}">
                <a16:creationId xmlns:a16="http://schemas.microsoft.com/office/drawing/2014/main" id="{49F35041-77CA-1848-B269-74C604CA7E40}"/>
              </a:ext>
            </a:extLst>
          </p:cNvPr>
          <p:cNvSpPr>
            <a:spLocks noGrp="1"/>
          </p:cNvSpPr>
          <p:nvPr>
            <p:ph type="pic" sz="quarter" idx="44"/>
          </p:nvPr>
        </p:nvSpPr>
        <p:spPr>
          <a:xfrm>
            <a:off x="9313421" y="510557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6" name="Text Placeholder 7">
            <a:extLst>
              <a:ext uri="{FF2B5EF4-FFF2-40B4-BE49-F238E27FC236}">
                <a16:creationId xmlns:a16="http://schemas.microsoft.com/office/drawing/2014/main" id="{7523ABB3-75D2-EB4B-8C6E-3820D8F4D52B}"/>
              </a:ext>
            </a:extLst>
          </p:cNvPr>
          <p:cNvSpPr>
            <a:spLocks noGrp="1"/>
          </p:cNvSpPr>
          <p:nvPr>
            <p:ph type="body" sz="quarter" idx="45" hasCustomPrompt="1"/>
          </p:nvPr>
        </p:nvSpPr>
        <p:spPr>
          <a:xfrm>
            <a:off x="9824285" y="16009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7" name="Text Placeholder 7">
            <a:extLst>
              <a:ext uri="{FF2B5EF4-FFF2-40B4-BE49-F238E27FC236}">
                <a16:creationId xmlns:a16="http://schemas.microsoft.com/office/drawing/2014/main" id="{31960E30-9C67-F74E-B253-1DE44672EE81}"/>
              </a:ext>
            </a:extLst>
          </p:cNvPr>
          <p:cNvSpPr>
            <a:spLocks noGrp="1"/>
          </p:cNvSpPr>
          <p:nvPr>
            <p:ph type="body" sz="quarter" idx="46" hasCustomPrompt="1"/>
          </p:nvPr>
        </p:nvSpPr>
        <p:spPr>
          <a:xfrm>
            <a:off x="9824285" y="21882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8" name="Text Placeholder 7">
            <a:extLst>
              <a:ext uri="{FF2B5EF4-FFF2-40B4-BE49-F238E27FC236}">
                <a16:creationId xmlns:a16="http://schemas.microsoft.com/office/drawing/2014/main" id="{D198513C-EECB-854A-B6A3-42BC9E6FB8C4}"/>
              </a:ext>
            </a:extLst>
          </p:cNvPr>
          <p:cNvSpPr>
            <a:spLocks noGrp="1"/>
          </p:cNvSpPr>
          <p:nvPr>
            <p:ph type="body" sz="quarter" idx="47" hasCustomPrompt="1"/>
          </p:nvPr>
        </p:nvSpPr>
        <p:spPr>
          <a:xfrm>
            <a:off x="9824285" y="277546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9" name="Text Placeholder 7">
            <a:extLst>
              <a:ext uri="{FF2B5EF4-FFF2-40B4-BE49-F238E27FC236}">
                <a16:creationId xmlns:a16="http://schemas.microsoft.com/office/drawing/2014/main" id="{D7710000-DF90-134E-97A1-21653758D218}"/>
              </a:ext>
            </a:extLst>
          </p:cNvPr>
          <p:cNvSpPr>
            <a:spLocks noGrp="1"/>
          </p:cNvSpPr>
          <p:nvPr>
            <p:ph type="body" sz="quarter" idx="48" hasCustomPrompt="1"/>
          </p:nvPr>
        </p:nvSpPr>
        <p:spPr>
          <a:xfrm>
            <a:off x="9824285" y="336270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0" name="Text Placeholder 7">
            <a:extLst>
              <a:ext uri="{FF2B5EF4-FFF2-40B4-BE49-F238E27FC236}">
                <a16:creationId xmlns:a16="http://schemas.microsoft.com/office/drawing/2014/main" id="{22BB9ACD-30E4-4842-B8B6-F65E21604C23}"/>
              </a:ext>
            </a:extLst>
          </p:cNvPr>
          <p:cNvSpPr>
            <a:spLocks noGrp="1"/>
          </p:cNvSpPr>
          <p:nvPr>
            <p:ph type="body" sz="quarter" idx="49" hasCustomPrompt="1"/>
          </p:nvPr>
        </p:nvSpPr>
        <p:spPr>
          <a:xfrm>
            <a:off x="9824285" y="394994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1" name="Text Placeholder 7">
            <a:extLst>
              <a:ext uri="{FF2B5EF4-FFF2-40B4-BE49-F238E27FC236}">
                <a16:creationId xmlns:a16="http://schemas.microsoft.com/office/drawing/2014/main" id="{F1A7767C-FCA9-9742-8B5C-0539AFAAB5B0}"/>
              </a:ext>
            </a:extLst>
          </p:cNvPr>
          <p:cNvSpPr>
            <a:spLocks noGrp="1"/>
          </p:cNvSpPr>
          <p:nvPr>
            <p:ph type="body" sz="quarter" idx="50" hasCustomPrompt="1"/>
          </p:nvPr>
        </p:nvSpPr>
        <p:spPr>
          <a:xfrm>
            <a:off x="9824285" y="45371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2" name="Text Placeholder 7">
            <a:extLst>
              <a:ext uri="{FF2B5EF4-FFF2-40B4-BE49-F238E27FC236}">
                <a16:creationId xmlns:a16="http://schemas.microsoft.com/office/drawing/2014/main" id="{C3DF1340-33D8-624D-A201-67A4FB45E295}"/>
              </a:ext>
            </a:extLst>
          </p:cNvPr>
          <p:cNvSpPr>
            <a:spLocks noGrp="1"/>
          </p:cNvSpPr>
          <p:nvPr>
            <p:ph type="body" sz="quarter" idx="51" hasCustomPrompt="1"/>
          </p:nvPr>
        </p:nvSpPr>
        <p:spPr>
          <a:xfrm>
            <a:off x="9824285" y="51244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3" name="Text Placeholder 7">
            <a:extLst>
              <a:ext uri="{FF2B5EF4-FFF2-40B4-BE49-F238E27FC236}">
                <a16:creationId xmlns:a16="http://schemas.microsoft.com/office/drawing/2014/main" id="{9A8C8EBC-B967-3441-9C50-E663A1873548}"/>
              </a:ext>
            </a:extLst>
          </p:cNvPr>
          <p:cNvSpPr>
            <a:spLocks noGrp="1"/>
          </p:cNvSpPr>
          <p:nvPr>
            <p:ph type="body" sz="quarter" idx="52" hasCustomPrompt="1"/>
          </p:nvPr>
        </p:nvSpPr>
        <p:spPr>
          <a:xfrm>
            <a:off x="6340767" y="1171748"/>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4" name="Picture Placeholder 3">
            <a:extLst>
              <a:ext uri="{FF2B5EF4-FFF2-40B4-BE49-F238E27FC236}">
                <a16:creationId xmlns:a16="http://schemas.microsoft.com/office/drawing/2014/main" id="{85D84EFE-A9F0-F949-8B06-B05A3CF9FC86}"/>
              </a:ext>
            </a:extLst>
          </p:cNvPr>
          <p:cNvSpPr>
            <a:spLocks noGrp="1"/>
          </p:cNvSpPr>
          <p:nvPr>
            <p:ph type="pic" sz="quarter" idx="53"/>
          </p:nvPr>
        </p:nvSpPr>
        <p:spPr>
          <a:xfrm>
            <a:off x="6450356" y="1578211"/>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5" name="Picture Placeholder 3">
            <a:extLst>
              <a:ext uri="{FF2B5EF4-FFF2-40B4-BE49-F238E27FC236}">
                <a16:creationId xmlns:a16="http://schemas.microsoft.com/office/drawing/2014/main" id="{8EFF426A-2289-1D42-9B4B-084B41BA8E48}"/>
              </a:ext>
            </a:extLst>
          </p:cNvPr>
          <p:cNvSpPr>
            <a:spLocks noGrp="1"/>
          </p:cNvSpPr>
          <p:nvPr>
            <p:ph type="pic" sz="quarter" idx="54"/>
          </p:nvPr>
        </p:nvSpPr>
        <p:spPr>
          <a:xfrm>
            <a:off x="6450356" y="216610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6" name="Picture Placeholder 3">
            <a:extLst>
              <a:ext uri="{FF2B5EF4-FFF2-40B4-BE49-F238E27FC236}">
                <a16:creationId xmlns:a16="http://schemas.microsoft.com/office/drawing/2014/main" id="{0A50ED24-F3A8-5A4B-9ABA-EE3E81B5D8D3}"/>
              </a:ext>
            </a:extLst>
          </p:cNvPr>
          <p:cNvSpPr>
            <a:spLocks noGrp="1"/>
          </p:cNvSpPr>
          <p:nvPr>
            <p:ph type="pic" sz="quarter" idx="55"/>
          </p:nvPr>
        </p:nvSpPr>
        <p:spPr>
          <a:xfrm>
            <a:off x="6450356" y="2754000"/>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7" name="Picture Placeholder 3">
            <a:extLst>
              <a:ext uri="{FF2B5EF4-FFF2-40B4-BE49-F238E27FC236}">
                <a16:creationId xmlns:a16="http://schemas.microsoft.com/office/drawing/2014/main" id="{86391241-E295-F04A-8D4F-B3CC3531A58C}"/>
              </a:ext>
            </a:extLst>
          </p:cNvPr>
          <p:cNvSpPr>
            <a:spLocks noGrp="1"/>
          </p:cNvSpPr>
          <p:nvPr>
            <p:ph type="pic" sz="quarter" idx="56"/>
          </p:nvPr>
        </p:nvSpPr>
        <p:spPr>
          <a:xfrm>
            <a:off x="6450356" y="334189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8" name="Picture Placeholder 3">
            <a:extLst>
              <a:ext uri="{FF2B5EF4-FFF2-40B4-BE49-F238E27FC236}">
                <a16:creationId xmlns:a16="http://schemas.microsoft.com/office/drawing/2014/main" id="{5800B324-271D-A144-994E-8EEC38FAD6E2}"/>
              </a:ext>
            </a:extLst>
          </p:cNvPr>
          <p:cNvSpPr>
            <a:spLocks noGrp="1"/>
          </p:cNvSpPr>
          <p:nvPr>
            <p:ph type="pic" sz="quarter" idx="57"/>
          </p:nvPr>
        </p:nvSpPr>
        <p:spPr>
          <a:xfrm>
            <a:off x="6450356" y="392978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9" name="Picture Placeholder 3">
            <a:extLst>
              <a:ext uri="{FF2B5EF4-FFF2-40B4-BE49-F238E27FC236}">
                <a16:creationId xmlns:a16="http://schemas.microsoft.com/office/drawing/2014/main" id="{2B710327-3253-2A41-8C63-5C40B8CE1260}"/>
              </a:ext>
            </a:extLst>
          </p:cNvPr>
          <p:cNvSpPr>
            <a:spLocks noGrp="1"/>
          </p:cNvSpPr>
          <p:nvPr>
            <p:ph type="pic" sz="quarter" idx="58"/>
          </p:nvPr>
        </p:nvSpPr>
        <p:spPr>
          <a:xfrm>
            <a:off x="6450356" y="4517684"/>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0" name="Picture Placeholder 3">
            <a:extLst>
              <a:ext uri="{FF2B5EF4-FFF2-40B4-BE49-F238E27FC236}">
                <a16:creationId xmlns:a16="http://schemas.microsoft.com/office/drawing/2014/main" id="{73578B84-B907-EE47-BD2B-152CC5042C2F}"/>
              </a:ext>
            </a:extLst>
          </p:cNvPr>
          <p:cNvSpPr>
            <a:spLocks noGrp="1"/>
          </p:cNvSpPr>
          <p:nvPr>
            <p:ph type="pic" sz="quarter" idx="59"/>
          </p:nvPr>
        </p:nvSpPr>
        <p:spPr>
          <a:xfrm>
            <a:off x="6450356" y="510557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1" name="Text Placeholder 7">
            <a:extLst>
              <a:ext uri="{FF2B5EF4-FFF2-40B4-BE49-F238E27FC236}">
                <a16:creationId xmlns:a16="http://schemas.microsoft.com/office/drawing/2014/main" id="{B19546DA-147A-E247-8549-A1603BB54EA3}"/>
              </a:ext>
            </a:extLst>
          </p:cNvPr>
          <p:cNvSpPr>
            <a:spLocks noGrp="1"/>
          </p:cNvSpPr>
          <p:nvPr>
            <p:ph type="body" sz="quarter" idx="60" hasCustomPrompt="1"/>
          </p:nvPr>
        </p:nvSpPr>
        <p:spPr>
          <a:xfrm>
            <a:off x="6961220" y="16009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2" name="Text Placeholder 7">
            <a:extLst>
              <a:ext uri="{FF2B5EF4-FFF2-40B4-BE49-F238E27FC236}">
                <a16:creationId xmlns:a16="http://schemas.microsoft.com/office/drawing/2014/main" id="{18BADDE2-0D41-7F49-94A6-68B4FC423185}"/>
              </a:ext>
            </a:extLst>
          </p:cNvPr>
          <p:cNvSpPr>
            <a:spLocks noGrp="1"/>
          </p:cNvSpPr>
          <p:nvPr>
            <p:ph type="body" sz="quarter" idx="61" hasCustomPrompt="1"/>
          </p:nvPr>
        </p:nvSpPr>
        <p:spPr>
          <a:xfrm>
            <a:off x="6961220" y="21882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3" name="Text Placeholder 7">
            <a:extLst>
              <a:ext uri="{FF2B5EF4-FFF2-40B4-BE49-F238E27FC236}">
                <a16:creationId xmlns:a16="http://schemas.microsoft.com/office/drawing/2014/main" id="{7E6CE366-201D-8B40-BA7D-4A11C575FF36}"/>
              </a:ext>
            </a:extLst>
          </p:cNvPr>
          <p:cNvSpPr>
            <a:spLocks noGrp="1"/>
          </p:cNvSpPr>
          <p:nvPr>
            <p:ph type="body" sz="quarter" idx="62" hasCustomPrompt="1"/>
          </p:nvPr>
        </p:nvSpPr>
        <p:spPr>
          <a:xfrm>
            <a:off x="6961220" y="277546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4" name="Text Placeholder 7">
            <a:extLst>
              <a:ext uri="{FF2B5EF4-FFF2-40B4-BE49-F238E27FC236}">
                <a16:creationId xmlns:a16="http://schemas.microsoft.com/office/drawing/2014/main" id="{465604B6-8FCF-4B40-8A9B-0F5C655A7EE7}"/>
              </a:ext>
            </a:extLst>
          </p:cNvPr>
          <p:cNvSpPr>
            <a:spLocks noGrp="1"/>
          </p:cNvSpPr>
          <p:nvPr>
            <p:ph type="body" sz="quarter" idx="63" hasCustomPrompt="1"/>
          </p:nvPr>
        </p:nvSpPr>
        <p:spPr>
          <a:xfrm>
            <a:off x="6961220" y="336270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5" name="Text Placeholder 7">
            <a:extLst>
              <a:ext uri="{FF2B5EF4-FFF2-40B4-BE49-F238E27FC236}">
                <a16:creationId xmlns:a16="http://schemas.microsoft.com/office/drawing/2014/main" id="{D608FA58-EAB0-4D46-9359-1EB2C7A651E9}"/>
              </a:ext>
            </a:extLst>
          </p:cNvPr>
          <p:cNvSpPr>
            <a:spLocks noGrp="1"/>
          </p:cNvSpPr>
          <p:nvPr>
            <p:ph type="body" sz="quarter" idx="64" hasCustomPrompt="1"/>
          </p:nvPr>
        </p:nvSpPr>
        <p:spPr>
          <a:xfrm>
            <a:off x="6961220" y="394994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6" name="Text Placeholder 7">
            <a:extLst>
              <a:ext uri="{FF2B5EF4-FFF2-40B4-BE49-F238E27FC236}">
                <a16:creationId xmlns:a16="http://schemas.microsoft.com/office/drawing/2014/main" id="{66A1D58A-319D-484B-B270-C19908CCE522}"/>
              </a:ext>
            </a:extLst>
          </p:cNvPr>
          <p:cNvSpPr>
            <a:spLocks noGrp="1"/>
          </p:cNvSpPr>
          <p:nvPr>
            <p:ph type="body" sz="quarter" idx="65" hasCustomPrompt="1"/>
          </p:nvPr>
        </p:nvSpPr>
        <p:spPr>
          <a:xfrm>
            <a:off x="6961220" y="45371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7" name="Text Placeholder 7">
            <a:extLst>
              <a:ext uri="{FF2B5EF4-FFF2-40B4-BE49-F238E27FC236}">
                <a16:creationId xmlns:a16="http://schemas.microsoft.com/office/drawing/2014/main" id="{445DAC0C-999B-824E-8AA3-C28ED112E896}"/>
              </a:ext>
            </a:extLst>
          </p:cNvPr>
          <p:cNvSpPr>
            <a:spLocks noGrp="1"/>
          </p:cNvSpPr>
          <p:nvPr>
            <p:ph type="body" sz="quarter" idx="66" hasCustomPrompt="1"/>
          </p:nvPr>
        </p:nvSpPr>
        <p:spPr>
          <a:xfrm>
            <a:off x="6961220" y="51244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8" name="Text Placeholder 7">
            <a:extLst>
              <a:ext uri="{FF2B5EF4-FFF2-40B4-BE49-F238E27FC236}">
                <a16:creationId xmlns:a16="http://schemas.microsoft.com/office/drawing/2014/main" id="{3EE18008-A4F6-524A-9AF5-F1EA61E66A83}"/>
              </a:ext>
            </a:extLst>
          </p:cNvPr>
          <p:cNvSpPr>
            <a:spLocks noGrp="1"/>
          </p:cNvSpPr>
          <p:nvPr>
            <p:ph type="body" sz="quarter" idx="67" hasCustomPrompt="1"/>
          </p:nvPr>
        </p:nvSpPr>
        <p:spPr>
          <a:xfrm>
            <a:off x="3491401" y="1171748"/>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9" name="Picture Placeholder 3">
            <a:extLst>
              <a:ext uri="{FF2B5EF4-FFF2-40B4-BE49-F238E27FC236}">
                <a16:creationId xmlns:a16="http://schemas.microsoft.com/office/drawing/2014/main" id="{C606DDCF-1093-3C40-9DA4-C8FA9DDF68A6}"/>
              </a:ext>
            </a:extLst>
          </p:cNvPr>
          <p:cNvSpPr>
            <a:spLocks noGrp="1"/>
          </p:cNvSpPr>
          <p:nvPr>
            <p:ph type="pic" sz="quarter" idx="68"/>
          </p:nvPr>
        </p:nvSpPr>
        <p:spPr>
          <a:xfrm>
            <a:off x="3600989" y="1578211"/>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0" name="Picture Placeholder 3">
            <a:extLst>
              <a:ext uri="{FF2B5EF4-FFF2-40B4-BE49-F238E27FC236}">
                <a16:creationId xmlns:a16="http://schemas.microsoft.com/office/drawing/2014/main" id="{7D435CA4-D726-254B-8C0D-14AABA90391A}"/>
              </a:ext>
            </a:extLst>
          </p:cNvPr>
          <p:cNvSpPr>
            <a:spLocks noGrp="1"/>
          </p:cNvSpPr>
          <p:nvPr>
            <p:ph type="pic" sz="quarter" idx="69"/>
          </p:nvPr>
        </p:nvSpPr>
        <p:spPr>
          <a:xfrm>
            <a:off x="3600989" y="216610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1" name="Picture Placeholder 3">
            <a:extLst>
              <a:ext uri="{FF2B5EF4-FFF2-40B4-BE49-F238E27FC236}">
                <a16:creationId xmlns:a16="http://schemas.microsoft.com/office/drawing/2014/main" id="{0BD6C709-0DC1-2C44-B6B5-6FF36E6A3BE5}"/>
              </a:ext>
            </a:extLst>
          </p:cNvPr>
          <p:cNvSpPr>
            <a:spLocks noGrp="1"/>
          </p:cNvSpPr>
          <p:nvPr>
            <p:ph type="pic" sz="quarter" idx="70"/>
          </p:nvPr>
        </p:nvSpPr>
        <p:spPr>
          <a:xfrm>
            <a:off x="3600989" y="2754000"/>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2" name="Picture Placeholder 3">
            <a:extLst>
              <a:ext uri="{FF2B5EF4-FFF2-40B4-BE49-F238E27FC236}">
                <a16:creationId xmlns:a16="http://schemas.microsoft.com/office/drawing/2014/main" id="{DC8D87A0-3C79-C546-A435-B78B1F5D3A4F}"/>
              </a:ext>
            </a:extLst>
          </p:cNvPr>
          <p:cNvSpPr>
            <a:spLocks noGrp="1"/>
          </p:cNvSpPr>
          <p:nvPr>
            <p:ph type="pic" sz="quarter" idx="71"/>
          </p:nvPr>
        </p:nvSpPr>
        <p:spPr>
          <a:xfrm>
            <a:off x="3600989" y="334189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3" name="Picture Placeholder 3">
            <a:extLst>
              <a:ext uri="{FF2B5EF4-FFF2-40B4-BE49-F238E27FC236}">
                <a16:creationId xmlns:a16="http://schemas.microsoft.com/office/drawing/2014/main" id="{A02C95F8-AB0D-6943-BE11-975298CD5587}"/>
              </a:ext>
            </a:extLst>
          </p:cNvPr>
          <p:cNvSpPr>
            <a:spLocks noGrp="1"/>
          </p:cNvSpPr>
          <p:nvPr>
            <p:ph type="pic" sz="quarter" idx="72"/>
          </p:nvPr>
        </p:nvSpPr>
        <p:spPr>
          <a:xfrm>
            <a:off x="3600989" y="392978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4" name="Picture Placeholder 3">
            <a:extLst>
              <a:ext uri="{FF2B5EF4-FFF2-40B4-BE49-F238E27FC236}">
                <a16:creationId xmlns:a16="http://schemas.microsoft.com/office/drawing/2014/main" id="{7F865E1B-0FE7-0D46-BDD2-A9C595992E87}"/>
              </a:ext>
            </a:extLst>
          </p:cNvPr>
          <p:cNvSpPr>
            <a:spLocks noGrp="1"/>
          </p:cNvSpPr>
          <p:nvPr>
            <p:ph type="pic" sz="quarter" idx="73"/>
          </p:nvPr>
        </p:nvSpPr>
        <p:spPr>
          <a:xfrm>
            <a:off x="3600989" y="4517684"/>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5" name="Picture Placeholder 3">
            <a:extLst>
              <a:ext uri="{FF2B5EF4-FFF2-40B4-BE49-F238E27FC236}">
                <a16:creationId xmlns:a16="http://schemas.microsoft.com/office/drawing/2014/main" id="{445B5578-E099-1041-967A-4DC54DB24B51}"/>
              </a:ext>
            </a:extLst>
          </p:cNvPr>
          <p:cNvSpPr>
            <a:spLocks noGrp="1"/>
          </p:cNvSpPr>
          <p:nvPr>
            <p:ph type="pic" sz="quarter" idx="74"/>
          </p:nvPr>
        </p:nvSpPr>
        <p:spPr>
          <a:xfrm>
            <a:off x="3600988" y="510557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6" name="Text Placeholder 7">
            <a:extLst>
              <a:ext uri="{FF2B5EF4-FFF2-40B4-BE49-F238E27FC236}">
                <a16:creationId xmlns:a16="http://schemas.microsoft.com/office/drawing/2014/main" id="{211687FD-DB71-0342-A587-F03CA82E1912}"/>
              </a:ext>
            </a:extLst>
          </p:cNvPr>
          <p:cNvSpPr>
            <a:spLocks noGrp="1"/>
          </p:cNvSpPr>
          <p:nvPr>
            <p:ph type="body" sz="quarter" idx="75" hasCustomPrompt="1"/>
          </p:nvPr>
        </p:nvSpPr>
        <p:spPr>
          <a:xfrm>
            <a:off x="4111853" y="16009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7" name="Text Placeholder 7">
            <a:extLst>
              <a:ext uri="{FF2B5EF4-FFF2-40B4-BE49-F238E27FC236}">
                <a16:creationId xmlns:a16="http://schemas.microsoft.com/office/drawing/2014/main" id="{C6266F2D-D76E-4B44-93DD-A34796AC023B}"/>
              </a:ext>
            </a:extLst>
          </p:cNvPr>
          <p:cNvSpPr>
            <a:spLocks noGrp="1"/>
          </p:cNvSpPr>
          <p:nvPr>
            <p:ph type="body" sz="quarter" idx="76" hasCustomPrompt="1"/>
          </p:nvPr>
        </p:nvSpPr>
        <p:spPr>
          <a:xfrm>
            <a:off x="4111853" y="21882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8" name="Text Placeholder 7">
            <a:extLst>
              <a:ext uri="{FF2B5EF4-FFF2-40B4-BE49-F238E27FC236}">
                <a16:creationId xmlns:a16="http://schemas.microsoft.com/office/drawing/2014/main" id="{EED47149-409B-B14D-8718-6D51AE3D3AB5}"/>
              </a:ext>
            </a:extLst>
          </p:cNvPr>
          <p:cNvSpPr>
            <a:spLocks noGrp="1"/>
          </p:cNvSpPr>
          <p:nvPr>
            <p:ph type="body" sz="quarter" idx="77" hasCustomPrompt="1"/>
          </p:nvPr>
        </p:nvSpPr>
        <p:spPr>
          <a:xfrm>
            <a:off x="4111853" y="277546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9" name="Text Placeholder 7">
            <a:extLst>
              <a:ext uri="{FF2B5EF4-FFF2-40B4-BE49-F238E27FC236}">
                <a16:creationId xmlns:a16="http://schemas.microsoft.com/office/drawing/2014/main" id="{4E84D3C7-B3A4-CC48-9855-4938E4E118AD}"/>
              </a:ext>
            </a:extLst>
          </p:cNvPr>
          <p:cNvSpPr>
            <a:spLocks noGrp="1"/>
          </p:cNvSpPr>
          <p:nvPr>
            <p:ph type="body" sz="quarter" idx="78" hasCustomPrompt="1"/>
          </p:nvPr>
        </p:nvSpPr>
        <p:spPr>
          <a:xfrm>
            <a:off x="4111853" y="336270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0" name="Text Placeholder 7">
            <a:extLst>
              <a:ext uri="{FF2B5EF4-FFF2-40B4-BE49-F238E27FC236}">
                <a16:creationId xmlns:a16="http://schemas.microsoft.com/office/drawing/2014/main" id="{DC0C48EA-7A34-944B-8132-DF37F09318AE}"/>
              </a:ext>
            </a:extLst>
          </p:cNvPr>
          <p:cNvSpPr>
            <a:spLocks noGrp="1"/>
          </p:cNvSpPr>
          <p:nvPr>
            <p:ph type="body" sz="quarter" idx="79" hasCustomPrompt="1"/>
          </p:nvPr>
        </p:nvSpPr>
        <p:spPr>
          <a:xfrm>
            <a:off x="4111853" y="394994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1" name="Text Placeholder 7">
            <a:extLst>
              <a:ext uri="{FF2B5EF4-FFF2-40B4-BE49-F238E27FC236}">
                <a16:creationId xmlns:a16="http://schemas.microsoft.com/office/drawing/2014/main" id="{7ACADDD2-9A10-6942-8259-473273FBB069}"/>
              </a:ext>
            </a:extLst>
          </p:cNvPr>
          <p:cNvSpPr>
            <a:spLocks noGrp="1"/>
          </p:cNvSpPr>
          <p:nvPr>
            <p:ph type="body" sz="quarter" idx="80" hasCustomPrompt="1"/>
          </p:nvPr>
        </p:nvSpPr>
        <p:spPr>
          <a:xfrm>
            <a:off x="4111853" y="45371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2" name="Text Placeholder 7">
            <a:extLst>
              <a:ext uri="{FF2B5EF4-FFF2-40B4-BE49-F238E27FC236}">
                <a16:creationId xmlns:a16="http://schemas.microsoft.com/office/drawing/2014/main" id="{B7475A50-9DE6-6F44-B7FA-C3C7928FF283}"/>
              </a:ext>
            </a:extLst>
          </p:cNvPr>
          <p:cNvSpPr>
            <a:spLocks noGrp="1"/>
          </p:cNvSpPr>
          <p:nvPr>
            <p:ph type="body" sz="quarter" idx="81" hasCustomPrompt="1"/>
          </p:nvPr>
        </p:nvSpPr>
        <p:spPr>
          <a:xfrm>
            <a:off x="4111853" y="51244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4" name="Picture Placeholder 3">
            <a:extLst>
              <a:ext uri="{FF2B5EF4-FFF2-40B4-BE49-F238E27FC236}">
                <a16:creationId xmlns:a16="http://schemas.microsoft.com/office/drawing/2014/main" id="{12FBBD29-DE96-1B40-80B4-0F0231B1AC5D}"/>
              </a:ext>
            </a:extLst>
          </p:cNvPr>
          <p:cNvSpPr>
            <a:spLocks noGrp="1"/>
          </p:cNvSpPr>
          <p:nvPr>
            <p:ph type="pic" sz="quarter" idx="82"/>
          </p:nvPr>
        </p:nvSpPr>
        <p:spPr>
          <a:xfrm>
            <a:off x="724224" y="5693473"/>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5" name="Text Placeholder 7">
            <a:extLst>
              <a:ext uri="{FF2B5EF4-FFF2-40B4-BE49-F238E27FC236}">
                <a16:creationId xmlns:a16="http://schemas.microsoft.com/office/drawing/2014/main" id="{39F508A9-3E93-DC43-B332-68A35B7D24FA}"/>
              </a:ext>
            </a:extLst>
          </p:cNvPr>
          <p:cNvSpPr>
            <a:spLocks noGrp="1"/>
          </p:cNvSpPr>
          <p:nvPr>
            <p:ph type="body" sz="quarter" idx="83" hasCustomPrompt="1"/>
          </p:nvPr>
        </p:nvSpPr>
        <p:spPr>
          <a:xfrm>
            <a:off x="1235089" y="5711668"/>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6" name="Picture Placeholder 3">
            <a:extLst>
              <a:ext uri="{FF2B5EF4-FFF2-40B4-BE49-F238E27FC236}">
                <a16:creationId xmlns:a16="http://schemas.microsoft.com/office/drawing/2014/main" id="{6840C14B-D589-C94B-B8F9-28CFE94FABCE}"/>
              </a:ext>
            </a:extLst>
          </p:cNvPr>
          <p:cNvSpPr>
            <a:spLocks noGrp="1"/>
          </p:cNvSpPr>
          <p:nvPr>
            <p:ph type="pic" sz="quarter" idx="84"/>
          </p:nvPr>
        </p:nvSpPr>
        <p:spPr>
          <a:xfrm>
            <a:off x="9313421" y="5693473"/>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7" name="Text Placeholder 7">
            <a:extLst>
              <a:ext uri="{FF2B5EF4-FFF2-40B4-BE49-F238E27FC236}">
                <a16:creationId xmlns:a16="http://schemas.microsoft.com/office/drawing/2014/main" id="{6F63A7A9-9CFA-0F4D-8695-447FE1CB25B8}"/>
              </a:ext>
            </a:extLst>
          </p:cNvPr>
          <p:cNvSpPr>
            <a:spLocks noGrp="1"/>
          </p:cNvSpPr>
          <p:nvPr>
            <p:ph type="body" sz="quarter" idx="85" hasCustomPrompt="1"/>
          </p:nvPr>
        </p:nvSpPr>
        <p:spPr>
          <a:xfrm>
            <a:off x="9824285" y="5711668"/>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8" name="Picture Placeholder 3">
            <a:extLst>
              <a:ext uri="{FF2B5EF4-FFF2-40B4-BE49-F238E27FC236}">
                <a16:creationId xmlns:a16="http://schemas.microsoft.com/office/drawing/2014/main" id="{39551C59-03A2-B642-967F-11FFE636352F}"/>
              </a:ext>
            </a:extLst>
          </p:cNvPr>
          <p:cNvSpPr>
            <a:spLocks noGrp="1"/>
          </p:cNvSpPr>
          <p:nvPr>
            <p:ph type="pic" sz="quarter" idx="86"/>
          </p:nvPr>
        </p:nvSpPr>
        <p:spPr>
          <a:xfrm>
            <a:off x="6450356" y="5693473"/>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9" name="Text Placeholder 7">
            <a:extLst>
              <a:ext uri="{FF2B5EF4-FFF2-40B4-BE49-F238E27FC236}">
                <a16:creationId xmlns:a16="http://schemas.microsoft.com/office/drawing/2014/main" id="{C02837D7-FC31-B34E-9191-971D6AEF1BA0}"/>
              </a:ext>
            </a:extLst>
          </p:cNvPr>
          <p:cNvSpPr>
            <a:spLocks noGrp="1"/>
          </p:cNvSpPr>
          <p:nvPr>
            <p:ph type="body" sz="quarter" idx="87" hasCustomPrompt="1"/>
          </p:nvPr>
        </p:nvSpPr>
        <p:spPr>
          <a:xfrm>
            <a:off x="6961220" y="5711668"/>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0" name="Picture Placeholder 3">
            <a:extLst>
              <a:ext uri="{FF2B5EF4-FFF2-40B4-BE49-F238E27FC236}">
                <a16:creationId xmlns:a16="http://schemas.microsoft.com/office/drawing/2014/main" id="{0A9A16C4-5950-FE46-8970-C4FE824F08F2}"/>
              </a:ext>
            </a:extLst>
          </p:cNvPr>
          <p:cNvSpPr>
            <a:spLocks noGrp="1"/>
          </p:cNvSpPr>
          <p:nvPr>
            <p:ph type="pic" sz="quarter" idx="88"/>
          </p:nvPr>
        </p:nvSpPr>
        <p:spPr>
          <a:xfrm>
            <a:off x="3600988" y="5693473"/>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71" name="Text Placeholder 7">
            <a:extLst>
              <a:ext uri="{FF2B5EF4-FFF2-40B4-BE49-F238E27FC236}">
                <a16:creationId xmlns:a16="http://schemas.microsoft.com/office/drawing/2014/main" id="{F0A4E703-0CB6-8D41-8B11-CDC79E494EEE}"/>
              </a:ext>
            </a:extLst>
          </p:cNvPr>
          <p:cNvSpPr>
            <a:spLocks noGrp="1"/>
          </p:cNvSpPr>
          <p:nvPr>
            <p:ph type="body" sz="quarter" idx="89" hasCustomPrompt="1"/>
          </p:nvPr>
        </p:nvSpPr>
        <p:spPr>
          <a:xfrm>
            <a:off x="4111853" y="5711668"/>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4" name="Text Placeholder 6">
            <a:extLst>
              <a:ext uri="{FF2B5EF4-FFF2-40B4-BE49-F238E27FC236}">
                <a16:creationId xmlns:a16="http://schemas.microsoft.com/office/drawing/2014/main" id="{1E10DC83-CCB3-2596-F842-884E3BF17A47}"/>
              </a:ext>
            </a:extLst>
          </p:cNvPr>
          <p:cNvSpPr>
            <a:spLocks noGrp="1"/>
          </p:cNvSpPr>
          <p:nvPr>
            <p:ph type="body" sz="quarter" idx="90"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5655276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Org chart 3">
    <p:bg>
      <p:bgPr>
        <a:solidFill>
          <a:schemeClr val="bg2"/>
        </a:solidFill>
        <a:effectLst/>
      </p:bgPr>
    </p:bg>
    <p:spTree>
      <p:nvGrpSpPr>
        <p:cNvPr id="1" name=""/>
        <p:cNvGrpSpPr/>
        <p:nvPr/>
      </p:nvGrpSpPr>
      <p:grpSpPr>
        <a:xfrm>
          <a:off x="0" y="0"/>
          <a:ext cx="0" cy="0"/>
          <a:chOff x="0" y="0"/>
          <a:chExt cx="0" cy="0"/>
        </a:xfrm>
      </p:grpSpPr>
      <p:sp>
        <p:nvSpPr>
          <p:cNvPr id="76" name="Text Placeholder 7">
            <a:extLst>
              <a:ext uri="{FF2B5EF4-FFF2-40B4-BE49-F238E27FC236}">
                <a16:creationId xmlns:a16="http://schemas.microsoft.com/office/drawing/2014/main" id="{E17737D0-FC6B-7145-AB20-DD008328E7AF}"/>
              </a:ext>
            </a:extLst>
          </p:cNvPr>
          <p:cNvSpPr>
            <a:spLocks noGrp="1"/>
          </p:cNvSpPr>
          <p:nvPr>
            <p:ph type="body" sz="quarter" idx="21" hasCustomPrompt="1"/>
          </p:nvPr>
        </p:nvSpPr>
        <p:spPr>
          <a:xfrm>
            <a:off x="632126" y="1029572"/>
            <a:ext cx="2517617"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8" name="Picture Placeholder 3">
            <a:extLst>
              <a:ext uri="{FF2B5EF4-FFF2-40B4-BE49-F238E27FC236}">
                <a16:creationId xmlns:a16="http://schemas.microsoft.com/office/drawing/2014/main" id="{A7181BD4-D32F-9345-AF80-E1B50A790230}"/>
              </a:ext>
            </a:extLst>
          </p:cNvPr>
          <p:cNvSpPr>
            <a:spLocks noGrp="1"/>
          </p:cNvSpPr>
          <p:nvPr>
            <p:ph type="pic" sz="quarter" idx="23"/>
          </p:nvPr>
        </p:nvSpPr>
        <p:spPr>
          <a:xfrm>
            <a:off x="711691" y="1479553"/>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79" name="Picture Placeholder 3">
            <a:extLst>
              <a:ext uri="{FF2B5EF4-FFF2-40B4-BE49-F238E27FC236}">
                <a16:creationId xmlns:a16="http://schemas.microsoft.com/office/drawing/2014/main" id="{8B41B35C-4335-694B-BF5C-EFF21B146926}"/>
              </a:ext>
            </a:extLst>
          </p:cNvPr>
          <p:cNvSpPr>
            <a:spLocks noGrp="1"/>
          </p:cNvSpPr>
          <p:nvPr>
            <p:ph type="pic" sz="quarter" idx="24"/>
          </p:nvPr>
        </p:nvSpPr>
        <p:spPr>
          <a:xfrm>
            <a:off x="711691" y="200432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0" name="Picture Placeholder 3">
            <a:extLst>
              <a:ext uri="{FF2B5EF4-FFF2-40B4-BE49-F238E27FC236}">
                <a16:creationId xmlns:a16="http://schemas.microsoft.com/office/drawing/2014/main" id="{866CFDD6-B03C-D145-9DE2-DE5127549723}"/>
              </a:ext>
            </a:extLst>
          </p:cNvPr>
          <p:cNvSpPr>
            <a:spLocks noGrp="1"/>
          </p:cNvSpPr>
          <p:nvPr>
            <p:ph type="pic" sz="quarter" idx="25"/>
          </p:nvPr>
        </p:nvSpPr>
        <p:spPr>
          <a:xfrm>
            <a:off x="711691" y="252908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1" name="Picture Placeholder 3">
            <a:extLst>
              <a:ext uri="{FF2B5EF4-FFF2-40B4-BE49-F238E27FC236}">
                <a16:creationId xmlns:a16="http://schemas.microsoft.com/office/drawing/2014/main" id="{7E9D6FF4-058B-8046-ABE9-38E11FFC6001}"/>
              </a:ext>
            </a:extLst>
          </p:cNvPr>
          <p:cNvSpPr>
            <a:spLocks noGrp="1"/>
          </p:cNvSpPr>
          <p:nvPr>
            <p:ph type="pic" sz="quarter" idx="26"/>
          </p:nvPr>
        </p:nvSpPr>
        <p:spPr>
          <a:xfrm>
            <a:off x="711691" y="3053849"/>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2" name="Picture Placeholder 3">
            <a:extLst>
              <a:ext uri="{FF2B5EF4-FFF2-40B4-BE49-F238E27FC236}">
                <a16:creationId xmlns:a16="http://schemas.microsoft.com/office/drawing/2014/main" id="{7D143D2C-F993-FD4D-A334-8C81C2918C4C}"/>
              </a:ext>
            </a:extLst>
          </p:cNvPr>
          <p:cNvSpPr>
            <a:spLocks noGrp="1"/>
          </p:cNvSpPr>
          <p:nvPr>
            <p:ph type="pic" sz="quarter" idx="27"/>
          </p:nvPr>
        </p:nvSpPr>
        <p:spPr>
          <a:xfrm>
            <a:off x="711691" y="3578614"/>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3" name="Picture Placeholder 3">
            <a:extLst>
              <a:ext uri="{FF2B5EF4-FFF2-40B4-BE49-F238E27FC236}">
                <a16:creationId xmlns:a16="http://schemas.microsoft.com/office/drawing/2014/main" id="{989569BD-3B1E-2F43-AD8E-12EEFDBDB542}"/>
              </a:ext>
            </a:extLst>
          </p:cNvPr>
          <p:cNvSpPr>
            <a:spLocks noGrp="1"/>
          </p:cNvSpPr>
          <p:nvPr>
            <p:ph type="pic" sz="quarter" idx="28"/>
          </p:nvPr>
        </p:nvSpPr>
        <p:spPr>
          <a:xfrm>
            <a:off x="711691" y="410338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4" name="Picture Placeholder 3">
            <a:extLst>
              <a:ext uri="{FF2B5EF4-FFF2-40B4-BE49-F238E27FC236}">
                <a16:creationId xmlns:a16="http://schemas.microsoft.com/office/drawing/2014/main" id="{BEB04B58-EE83-374A-AB3A-FD4D12C64DD5}"/>
              </a:ext>
            </a:extLst>
          </p:cNvPr>
          <p:cNvSpPr>
            <a:spLocks noGrp="1"/>
          </p:cNvSpPr>
          <p:nvPr>
            <p:ph type="pic" sz="quarter" idx="29"/>
          </p:nvPr>
        </p:nvSpPr>
        <p:spPr>
          <a:xfrm>
            <a:off x="711690" y="462814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5" name="Text Placeholder 7">
            <a:extLst>
              <a:ext uri="{FF2B5EF4-FFF2-40B4-BE49-F238E27FC236}">
                <a16:creationId xmlns:a16="http://schemas.microsoft.com/office/drawing/2014/main" id="{8AAC0B54-C96C-C441-8863-1932E37ACBAD}"/>
              </a:ext>
            </a:extLst>
          </p:cNvPr>
          <p:cNvSpPr>
            <a:spLocks noGrp="1"/>
          </p:cNvSpPr>
          <p:nvPr>
            <p:ph type="body" sz="quarter" idx="30" hasCustomPrompt="1"/>
          </p:nvPr>
        </p:nvSpPr>
        <p:spPr>
          <a:xfrm>
            <a:off x="1108119"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6" name="Text Placeholder 7">
            <a:extLst>
              <a:ext uri="{FF2B5EF4-FFF2-40B4-BE49-F238E27FC236}">
                <a16:creationId xmlns:a16="http://schemas.microsoft.com/office/drawing/2014/main" id="{0F089C13-C00D-1746-A5D0-6C1948F1A73E}"/>
              </a:ext>
            </a:extLst>
          </p:cNvPr>
          <p:cNvSpPr>
            <a:spLocks noGrp="1"/>
          </p:cNvSpPr>
          <p:nvPr>
            <p:ph type="body" sz="quarter" idx="31" hasCustomPrompt="1"/>
          </p:nvPr>
        </p:nvSpPr>
        <p:spPr>
          <a:xfrm>
            <a:off x="1108119"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7" name="Text Placeholder 7">
            <a:extLst>
              <a:ext uri="{FF2B5EF4-FFF2-40B4-BE49-F238E27FC236}">
                <a16:creationId xmlns:a16="http://schemas.microsoft.com/office/drawing/2014/main" id="{3AB30254-5518-6C40-BF50-3E9FAE4EDF85}"/>
              </a:ext>
            </a:extLst>
          </p:cNvPr>
          <p:cNvSpPr>
            <a:spLocks noGrp="1"/>
          </p:cNvSpPr>
          <p:nvPr>
            <p:ph type="body" sz="quarter" idx="32" hasCustomPrompt="1"/>
          </p:nvPr>
        </p:nvSpPr>
        <p:spPr>
          <a:xfrm>
            <a:off x="1108119"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8" name="Text Placeholder 7">
            <a:extLst>
              <a:ext uri="{FF2B5EF4-FFF2-40B4-BE49-F238E27FC236}">
                <a16:creationId xmlns:a16="http://schemas.microsoft.com/office/drawing/2014/main" id="{0811A6CF-DD21-8D4C-9C08-8AF894110913}"/>
              </a:ext>
            </a:extLst>
          </p:cNvPr>
          <p:cNvSpPr>
            <a:spLocks noGrp="1"/>
          </p:cNvSpPr>
          <p:nvPr>
            <p:ph type="body" sz="quarter" idx="33" hasCustomPrompt="1"/>
          </p:nvPr>
        </p:nvSpPr>
        <p:spPr>
          <a:xfrm>
            <a:off x="1108119"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9" name="Text Placeholder 7">
            <a:extLst>
              <a:ext uri="{FF2B5EF4-FFF2-40B4-BE49-F238E27FC236}">
                <a16:creationId xmlns:a16="http://schemas.microsoft.com/office/drawing/2014/main" id="{D21AD92C-4C78-7443-BE76-29C48973EDB2}"/>
              </a:ext>
            </a:extLst>
          </p:cNvPr>
          <p:cNvSpPr>
            <a:spLocks noGrp="1"/>
          </p:cNvSpPr>
          <p:nvPr>
            <p:ph type="body" sz="quarter" idx="34" hasCustomPrompt="1"/>
          </p:nvPr>
        </p:nvSpPr>
        <p:spPr>
          <a:xfrm>
            <a:off x="1108119"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0" name="Text Placeholder 7">
            <a:extLst>
              <a:ext uri="{FF2B5EF4-FFF2-40B4-BE49-F238E27FC236}">
                <a16:creationId xmlns:a16="http://schemas.microsoft.com/office/drawing/2014/main" id="{C2B48CD5-A321-6E4E-A37C-2F205EF929FB}"/>
              </a:ext>
            </a:extLst>
          </p:cNvPr>
          <p:cNvSpPr>
            <a:spLocks noGrp="1"/>
          </p:cNvSpPr>
          <p:nvPr>
            <p:ph type="body" sz="quarter" idx="35" hasCustomPrompt="1"/>
          </p:nvPr>
        </p:nvSpPr>
        <p:spPr>
          <a:xfrm>
            <a:off x="1108119"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1" name="Text Placeholder 7">
            <a:extLst>
              <a:ext uri="{FF2B5EF4-FFF2-40B4-BE49-F238E27FC236}">
                <a16:creationId xmlns:a16="http://schemas.microsoft.com/office/drawing/2014/main" id="{D1F05418-8D4D-C748-A3F2-A4480B3CD983}"/>
              </a:ext>
            </a:extLst>
          </p:cNvPr>
          <p:cNvSpPr>
            <a:spLocks noGrp="1"/>
          </p:cNvSpPr>
          <p:nvPr>
            <p:ph type="body" sz="quarter" idx="36" hasCustomPrompt="1"/>
          </p:nvPr>
        </p:nvSpPr>
        <p:spPr>
          <a:xfrm>
            <a:off x="1108119"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8" name="Text Placeholder 7">
            <a:extLst>
              <a:ext uri="{FF2B5EF4-FFF2-40B4-BE49-F238E27FC236}">
                <a16:creationId xmlns:a16="http://schemas.microsoft.com/office/drawing/2014/main" id="{F7397E79-89BD-7149-B996-8FADDB83B5EC}"/>
              </a:ext>
            </a:extLst>
          </p:cNvPr>
          <p:cNvSpPr>
            <a:spLocks noGrp="1"/>
          </p:cNvSpPr>
          <p:nvPr>
            <p:ph type="body" sz="quarter" idx="37" hasCustomPrompt="1"/>
          </p:nvPr>
        </p:nvSpPr>
        <p:spPr>
          <a:xfrm>
            <a:off x="9203831"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9" name="Picture Placeholder 3">
            <a:extLst>
              <a:ext uri="{FF2B5EF4-FFF2-40B4-BE49-F238E27FC236}">
                <a16:creationId xmlns:a16="http://schemas.microsoft.com/office/drawing/2014/main" id="{65977F0B-74CE-E44C-93B2-249490598A1B}"/>
              </a:ext>
            </a:extLst>
          </p:cNvPr>
          <p:cNvSpPr>
            <a:spLocks noGrp="1"/>
          </p:cNvSpPr>
          <p:nvPr>
            <p:ph type="pic" sz="quarter" idx="38"/>
          </p:nvPr>
        </p:nvSpPr>
        <p:spPr>
          <a:xfrm>
            <a:off x="9300887" y="1479553"/>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0" name="Picture Placeholder 3">
            <a:extLst>
              <a:ext uri="{FF2B5EF4-FFF2-40B4-BE49-F238E27FC236}">
                <a16:creationId xmlns:a16="http://schemas.microsoft.com/office/drawing/2014/main" id="{219BB1E5-9F99-5143-A2D1-EABF082DCA12}"/>
              </a:ext>
            </a:extLst>
          </p:cNvPr>
          <p:cNvSpPr>
            <a:spLocks noGrp="1"/>
          </p:cNvSpPr>
          <p:nvPr>
            <p:ph type="pic" sz="quarter" idx="39"/>
          </p:nvPr>
        </p:nvSpPr>
        <p:spPr>
          <a:xfrm>
            <a:off x="9300887" y="200432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1" name="Picture Placeholder 3">
            <a:extLst>
              <a:ext uri="{FF2B5EF4-FFF2-40B4-BE49-F238E27FC236}">
                <a16:creationId xmlns:a16="http://schemas.microsoft.com/office/drawing/2014/main" id="{916A17DF-2388-4B4F-9CF8-7379304305A8}"/>
              </a:ext>
            </a:extLst>
          </p:cNvPr>
          <p:cNvSpPr>
            <a:spLocks noGrp="1"/>
          </p:cNvSpPr>
          <p:nvPr>
            <p:ph type="pic" sz="quarter" idx="40"/>
          </p:nvPr>
        </p:nvSpPr>
        <p:spPr>
          <a:xfrm>
            <a:off x="9300887" y="252908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2" name="Picture Placeholder 3">
            <a:extLst>
              <a:ext uri="{FF2B5EF4-FFF2-40B4-BE49-F238E27FC236}">
                <a16:creationId xmlns:a16="http://schemas.microsoft.com/office/drawing/2014/main" id="{DC933AF6-FC67-8444-94EE-A70793FE14EC}"/>
              </a:ext>
            </a:extLst>
          </p:cNvPr>
          <p:cNvSpPr>
            <a:spLocks noGrp="1"/>
          </p:cNvSpPr>
          <p:nvPr>
            <p:ph type="pic" sz="quarter" idx="41"/>
          </p:nvPr>
        </p:nvSpPr>
        <p:spPr>
          <a:xfrm>
            <a:off x="9300887" y="3053849"/>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3" name="Picture Placeholder 3">
            <a:extLst>
              <a:ext uri="{FF2B5EF4-FFF2-40B4-BE49-F238E27FC236}">
                <a16:creationId xmlns:a16="http://schemas.microsoft.com/office/drawing/2014/main" id="{CB399D5E-7F31-A24F-A1DE-A37A559BF962}"/>
              </a:ext>
            </a:extLst>
          </p:cNvPr>
          <p:cNvSpPr>
            <a:spLocks noGrp="1"/>
          </p:cNvSpPr>
          <p:nvPr>
            <p:ph type="pic" sz="quarter" idx="42"/>
          </p:nvPr>
        </p:nvSpPr>
        <p:spPr>
          <a:xfrm>
            <a:off x="9300887" y="3578614"/>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4" name="Picture Placeholder 3">
            <a:extLst>
              <a:ext uri="{FF2B5EF4-FFF2-40B4-BE49-F238E27FC236}">
                <a16:creationId xmlns:a16="http://schemas.microsoft.com/office/drawing/2014/main" id="{B965FBBE-9194-2143-8B08-05E031CD6DBF}"/>
              </a:ext>
            </a:extLst>
          </p:cNvPr>
          <p:cNvSpPr>
            <a:spLocks noGrp="1"/>
          </p:cNvSpPr>
          <p:nvPr>
            <p:ph type="pic" sz="quarter" idx="43"/>
          </p:nvPr>
        </p:nvSpPr>
        <p:spPr>
          <a:xfrm>
            <a:off x="9300887" y="410338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5" name="Picture Placeholder 3">
            <a:extLst>
              <a:ext uri="{FF2B5EF4-FFF2-40B4-BE49-F238E27FC236}">
                <a16:creationId xmlns:a16="http://schemas.microsoft.com/office/drawing/2014/main" id="{49F35041-77CA-1848-B269-74C604CA7E40}"/>
              </a:ext>
            </a:extLst>
          </p:cNvPr>
          <p:cNvSpPr>
            <a:spLocks noGrp="1"/>
          </p:cNvSpPr>
          <p:nvPr>
            <p:ph type="pic" sz="quarter" idx="44"/>
          </p:nvPr>
        </p:nvSpPr>
        <p:spPr>
          <a:xfrm>
            <a:off x="9300886" y="462814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6" name="Text Placeholder 7">
            <a:extLst>
              <a:ext uri="{FF2B5EF4-FFF2-40B4-BE49-F238E27FC236}">
                <a16:creationId xmlns:a16="http://schemas.microsoft.com/office/drawing/2014/main" id="{7523ABB3-75D2-EB4B-8C6E-3820D8F4D52B}"/>
              </a:ext>
            </a:extLst>
          </p:cNvPr>
          <p:cNvSpPr>
            <a:spLocks noGrp="1"/>
          </p:cNvSpPr>
          <p:nvPr>
            <p:ph type="body" sz="quarter" idx="45" hasCustomPrompt="1"/>
          </p:nvPr>
        </p:nvSpPr>
        <p:spPr>
          <a:xfrm>
            <a:off x="9697315"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7" name="Text Placeholder 7">
            <a:extLst>
              <a:ext uri="{FF2B5EF4-FFF2-40B4-BE49-F238E27FC236}">
                <a16:creationId xmlns:a16="http://schemas.microsoft.com/office/drawing/2014/main" id="{31960E30-9C67-F74E-B253-1DE44672EE81}"/>
              </a:ext>
            </a:extLst>
          </p:cNvPr>
          <p:cNvSpPr>
            <a:spLocks noGrp="1"/>
          </p:cNvSpPr>
          <p:nvPr>
            <p:ph type="body" sz="quarter" idx="46" hasCustomPrompt="1"/>
          </p:nvPr>
        </p:nvSpPr>
        <p:spPr>
          <a:xfrm>
            <a:off x="9697315"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8" name="Text Placeholder 7">
            <a:extLst>
              <a:ext uri="{FF2B5EF4-FFF2-40B4-BE49-F238E27FC236}">
                <a16:creationId xmlns:a16="http://schemas.microsoft.com/office/drawing/2014/main" id="{D198513C-EECB-854A-B6A3-42BC9E6FB8C4}"/>
              </a:ext>
            </a:extLst>
          </p:cNvPr>
          <p:cNvSpPr>
            <a:spLocks noGrp="1"/>
          </p:cNvSpPr>
          <p:nvPr>
            <p:ph type="body" sz="quarter" idx="47" hasCustomPrompt="1"/>
          </p:nvPr>
        </p:nvSpPr>
        <p:spPr>
          <a:xfrm>
            <a:off x="9697315"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9" name="Text Placeholder 7">
            <a:extLst>
              <a:ext uri="{FF2B5EF4-FFF2-40B4-BE49-F238E27FC236}">
                <a16:creationId xmlns:a16="http://schemas.microsoft.com/office/drawing/2014/main" id="{D7710000-DF90-134E-97A1-21653758D218}"/>
              </a:ext>
            </a:extLst>
          </p:cNvPr>
          <p:cNvSpPr>
            <a:spLocks noGrp="1"/>
          </p:cNvSpPr>
          <p:nvPr>
            <p:ph type="body" sz="quarter" idx="48" hasCustomPrompt="1"/>
          </p:nvPr>
        </p:nvSpPr>
        <p:spPr>
          <a:xfrm>
            <a:off x="9697315"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0" name="Text Placeholder 7">
            <a:extLst>
              <a:ext uri="{FF2B5EF4-FFF2-40B4-BE49-F238E27FC236}">
                <a16:creationId xmlns:a16="http://schemas.microsoft.com/office/drawing/2014/main" id="{22BB9ACD-30E4-4842-B8B6-F65E21604C23}"/>
              </a:ext>
            </a:extLst>
          </p:cNvPr>
          <p:cNvSpPr>
            <a:spLocks noGrp="1"/>
          </p:cNvSpPr>
          <p:nvPr>
            <p:ph type="body" sz="quarter" idx="49" hasCustomPrompt="1"/>
          </p:nvPr>
        </p:nvSpPr>
        <p:spPr>
          <a:xfrm>
            <a:off x="9697315"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1" name="Text Placeholder 7">
            <a:extLst>
              <a:ext uri="{FF2B5EF4-FFF2-40B4-BE49-F238E27FC236}">
                <a16:creationId xmlns:a16="http://schemas.microsoft.com/office/drawing/2014/main" id="{F1A7767C-FCA9-9742-8B5C-0539AFAAB5B0}"/>
              </a:ext>
            </a:extLst>
          </p:cNvPr>
          <p:cNvSpPr>
            <a:spLocks noGrp="1"/>
          </p:cNvSpPr>
          <p:nvPr>
            <p:ph type="body" sz="quarter" idx="50" hasCustomPrompt="1"/>
          </p:nvPr>
        </p:nvSpPr>
        <p:spPr>
          <a:xfrm>
            <a:off x="9697315"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2" name="Text Placeholder 7">
            <a:extLst>
              <a:ext uri="{FF2B5EF4-FFF2-40B4-BE49-F238E27FC236}">
                <a16:creationId xmlns:a16="http://schemas.microsoft.com/office/drawing/2014/main" id="{C3DF1340-33D8-624D-A201-67A4FB45E295}"/>
              </a:ext>
            </a:extLst>
          </p:cNvPr>
          <p:cNvSpPr>
            <a:spLocks noGrp="1"/>
          </p:cNvSpPr>
          <p:nvPr>
            <p:ph type="body" sz="quarter" idx="51" hasCustomPrompt="1"/>
          </p:nvPr>
        </p:nvSpPr>
        <p:spPr>
          <a:xfrm>
            <a:off x="9697315"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3" name="Text Placeholder 7">
            <a:extLst>
              <a:ext uri="{FF2B5EF4-FFF2-40B4-BE49-F238E27FC236}">
                <a16:creationId xmlns:a16="http://schemas.microsoft.com/office/drawing/2014/main" id="{9A8C8EBC-B967-3441-9C50-E663A1873548}"/>
              </a:ext>
            </a:extLst>
          </p:cNvPr>
          <p:cNvSpPr>
            <a:spLocks noGrp="1"/>
          </p:cNvSpPr>
          <p:nvPr>
            <p:ph type="body" sz="quarter" idx="52" hasCustomPrompt="1"/>
          </p:nvPr>
        </p:nvSpPr>
        <p:spPr>
          <a:xfrm>
            <a:off x="6340767"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4" name="Picture Placeholder 3">
            <a:extLst>
              <a:ext uri="{FF2B5EF4-FFF2-40B4-BE49-F238E27FC236}">
                <a16:creationId xmlns:a16="http://schemas.microsoft.com/office/drawing/2014/main" id="{85D84EFE-A9F0-F949-8B06-B05A3CF9FC86}"/>
              </a:ext>
            </a:extLst>
          </p:cNvPr>
          <p:cNvSpPr>
            <a:spLocks noGrp="1"/>
          </p:cNvSpPr>
          <p:nvPr>
            <p:ph type="pic" sz="quarter" idx="53"/>
          </p:nvPr>
        </p:nvSpPr>
        <p:spPr>
          <a:xfrm>
            <a:off x="6437822" y="1479553"/>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5" name="Picture Placeholder 3">
            <a:extLst>
              <a:ext uri="{FF2B5EF4-FFF2-40B4-BE49-F238E27FC236}">
                <a16:creationId xmlns:a16="http://schemas.microsoft.com/office/drawing/2014/main" id="{8EFF426A-2289-1D42-9B4B-084B41BA8E48}"/>
              </a:ext>
            </a:extLst>
          </p:cNvPr>
          <p:cNvSpPr>
            <a:spLocks noGrp="1"/>
          </p:cNvSpPr>
          <p:nvPr>
            <p:ph type="pic" sz="quarter" idx="54"/>
          </p:nvPr>
        </p:nvSpPr>
        <p:spPr>
          <a:xfrm>
            <a:off x="6437822" y="200432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6" name="Picture Placeholder 3">
            <a:extLst>
              <a:ext uri="{FF2B5EF4-FFF2-40B4-BE49-F238E27FC236}">
                <a16:creationId xmlns:a16="http://schemas.microsoft.com/office/drawing/2014/main" id="{0A50ED24-F3A8-5A4B-9ABA-EE3E81B5D8D3}"/>
              </a:ext>
            </a:extLst>
          </p:cNvPr>
          <p:cNvSpPr>
            <a:spLocks noGrp="1"/>
          </p:cNvSpPr>
          <p:nvPr>
            <p:ph type="pic" sz="quarter" idx="55"/>
          </p:nvPr>
        </p:nvSpPr>
        <p:spPr>
          <a:xfrm>
            <a:off x="6437822" y="252908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7" name="Picture Placeholder 3">
            <a:extLst>
              <a:ext uri="{FF2B5EF4-FFF2-40B4-BE49-F238E27FC236}">
                <a16:creationId xmlns:a16="http://schemas.microsoft.com/office/drawing/2014/main" id="{86391241-E295-F04A-8D4F-B3CC3531A58C}"/>
              </a:ext>
            </a:extLst>
          </p:cNvPr>
          <p:cNvSpPr>
            <a:spLocks noGrp="1"/>
          </p:cNvSpPr>
          <p:nvPr>
            <p:ph type="pic" sz="quarter" idx="56"/>
          </p:nvPr>
        </p:nvSpPr>
        <p:spPr>
          <a:xfrm>
            <a:off x="6437822" y="3053849"/>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8" name="Picture Placeholder 3">
            <a:extLst>
              <a:ext uri="{FF2B5EF4-FFF2-40B4-BE49-F238E27FC236}">
                <a16:creationId xmlns:a16="http://schemas.microsoft.com/office/drawing/2014/main" id="{5800B324-271D-A144-994E-8EEC38FAD6E2}"/>
              </a:ext>
            </a:extLst>
          </p:cNvPr>
          <p:cNvSpPr>
            <a:spLocks noGrp="1"/>
          </p:cNvSpPr>
          <p:nvPr>
            <p:ph type="pic" sz="quarter" idx="57"/>
          </p:nvPr>
        </p:nvSpPr>
        <p:spPr>
          <a:xfrm>
            <a:off x="6437822" y="3578614"/>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9" name="Picture Placeholder 3">
            <a:extLst>
              <a:ext uri="{FF2B5EF4-FFF2-40B4-BE49-F238E27FC236}">
                <a16:creationId xmlns:a16="http://schemas.microsoft.com/office/drawing/2014/main" id="{2B710327-3253-2A41-8C63-5C40B8CE1260}"/>
              </a:ext>
            </a:extLst>
          </p:cNvPr>
          <p:cNvSpPr>
            <a:spLocks noGrp="1"/>
          </p:cNvSpPr>
          <p:nvPr>
            <p:ph type="pic" sz="quarter" idx="58"/>
          </p:nvPr>
        </p:nvSpPr>
        <p:spPr>
          <a:xfrm>
            <a:off x="6437822" y="410338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0" name="Picture Placeholder 3">
            <a:extLst>
              <a:ext uri="{FF2B5EF4-FFF2-40B4-BE49-F238E27FC236}">
                <a16:creationId xmlns:a16="http://schemas.microsoft.com/office/drawing/2014/main" id="{73578B84-B907-EE47-BD2B-152CC5042C2F}"/>
              </a:ext>
            </a:extLst>
          </p:cNvPr>
          <p:cNvSpPr>
            <a:spLocks noGrp="1"/>
          </p:cNvSpPr>
          <p:nvPr>
            <p:ph type="pic" sz="quarter" idx="59"/>
          </p:nvPr>
        </p:nvSpPr>
        <p:spPr>
          <a:xfrm>
            <a:off x="6437820" y="462814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1" name="Text Placeholder 7">
            <a:extLst>
              <a:ext uri="{FF2B5EF4-FFF2-40B4-BE49-F238E27FC236}">
                <a16:creationId xmlns:a16="http://schemas.microsoft.com/office/drawing/2014/main" id="{B19546DA-147A-E247-8549-A1603BB54EA3}"/>
              </a:ext>
            </a:extLst>
          </p:cNvPr>
          <p:cNvSpPr>
            <a:spLocks noGrp="1"/>
          </p:cNvSpPr>
          <p:nvPr>
            <p:ph type="body" sz="quarter" idx="60" hasCustomPrompt="1"/>
          </p:nvPr>
        </p:nvSpPr>
        <p:spPr>
          <a:xfrm>
            <a:off x="6834251"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2" name="Text Placeholder 7">
            <a:extLst>
              <a:ext uri="{FF2B5EF4-FFF2-40B4-BE49-F238E27FC236}">
                <a16:creationId xmlns:a16="http://schemas.microsoft.com/office/drawing/2014/main" id="{18BADDE2-0D41-7F49-94A6-68B4FC423185}"/>
              </a:ext>
            </a:extLst>
          </p:cNvPr>
          <p:cNvSpPr>
            <a:spLocks noGrp="1"/>
          </p:cNvSpPr>
          <p:nvPr>
            <p:ph type="body" sz="quarter" idx="61" hasCustomPrompt="1"/>
          </p:nvPr>
        </p:nvSpPr>
        <p:spPr>
          <a:xfrm>
            <a:off x="6834251"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3" name="Text Placeholder 7">
            <a:extLst>
              <a:ext uri="{FF2B5EF4-FFF2-40B4-BE49-F238E27FC236}">
                <a16:creationId xmlns:a16="http://schemas.microsoft.com/office/drawing/2014/main" id="{7E6CE366-201D-8B40-BA7D-4A11C575FF36}"/>
              </a:ext>
            </a:extLst>
          </p:cNvPr>
          <p:cNvSpPr>
            <a:spLocks noGrp="1"/>
          </p:cNvSpPr>
          <p:nvPr>
            <p:ph type="body" sz="quarter" idx="62" hasCustomPrompt="1"/>
          </p:nvPr>
        </p:nvSpPr>
        <p:spPr>
          <a:xfrm>
            <a:off x="6834251"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4" name="Text Placeholder 7">
            <a:extLst>
              <a:ext uri="{FF2B5EF4-FFF2-40B4-BE49-F238E27FC236}">
                <a16:creationId xmlns:a16="http://schemas.microsoft.com/office/drawing/2014/main" id="{465604B6-8FCF-4B40-8A9B-0F5C655A7EE7}"/>
              </a:ext>
            </a:extLst>
          </p:cNvPr>
          <p:cNvSpPr>
            <a:spLocks noGrp="1"/>
          </p:cNvSpPr>
          <p:nvPr>
            <p:ph type="body" sz="quarter" idx="63" hasCustomPrompt="1"/>
          </p:nvPr>
        </p:nvSpPr>
        <p:spPr>
          <a:xfrm>
            <a:off x="6834251"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5" name="Text Placeholder 7">
            <a:extLst>
              <a:ext uri="{FF2B5EF4-FFF2-40B4-BE49-F238E27FC236}">
                <a16:creationId xmlns:a16="http://schemas.microsoft.com/office/drawing/2014/main" id="{D608FA58-EAB0-4D46-9359-1EB2C7A651E9}"/>
              </a:ext>
            </a:extLst>
          </p:cNvPr>
          <p:cNvSpPr>
            <a:spLocks noGrp="1"/>
          </p:cNvSpPr>
          <p:nvPr>
            <p:ph type="body" sz="quarter" idx="64" hasCustomPrompt="1"/>
          </p:nvPr>
        </p:nvSpPr>
        <p:spPr>
          <a:xfrm>
            <a:off x="6834251"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6" name="Text Placeholder 7">
            <a:extLst>
              <a:ext uri="{FF2B5EF4-FFF2-40B4-BE49-F238E27FC236}">
                <a16:creationId xmlns:a16="http://schemas.microsoft.com/office/drawing/2014/main" id="{66A1D58A-319D-484B-B270-C19908CCE522}"/>
              </a:ext>
            </a:extLst>
          </p:cNvPr>
          <p:cNvSpPr>
            <a:spLocks noGrp="1"/>
          </p:cNvSpPr>
          <p:nvPr>
            <p:ph type="body" sz="quarter" idx="65" hasCustomPrompt="1"/>
          </p:nvPr>
        </p:nvSpPr>
        <p:spPr>
          <a:xfrm>
            <a:off x="6834251"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7" name="Text Placeholder 7">
            <a:extLst>
              <a:ext uri="{FF2B5EF4-FFF2-40B4-BE49-F238E27FC236}">
                <a16:creationId xmlns:a16="http://schemas.microsoft.com/office/drawing/2014/main" id="{445DAC0C-999B-824E-8AA3-C28ED112E896}"/>
              </a:ext>
            </a:extLst>
          </p:cNvPr>
          <p:cNvSpPr>
            <a:spLocks noGrp="1"/>
          </p:cNvSpPr>
          <p:nvPr>
            <p:ph type="body" sz="quarter" idx="66" hasCustomPrompt="1"/>
          </p:nvPr>
        </p:nvSpPr>
        <p:spPr>
          <a:xfrm>
            <a:off x="6834251"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8" name="Text Placeholder 7">
            <a:extLst>
              <a:ext uri="{FF2B5EF4-FFF2-40B4-BE49-F238E27FC236}">
                <a16:creationId xmlns:a16="http://schemas.microsoft.com/office/drawing/2014/main" id="{3EE18008-A4F6-524A-9AF5-F1EA61E66A83}"/>
              </a:ext>
            </a:extLst>
          </p:cNvPr>
          <p:cNvSpPr>
            <a:spLocks noGrp="1"/>
          </p:cNvSpPr>
          <p:nvPr>
            <p:ph type="body" sz="quarter" idx="67" hasCustomPrompt="1"/>
          </p:nvPr>
        </p:nvSpPr>
        <p:spPr>
          <a:xfrm>
            <a:off x="3491401"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9" name="Picture Placeholder 3">
            <a:extLst>
              <a:ext uri="{FF2B5EF4-FFF2-40B4-BE49-F238E27FC236}">
                <a16:creationId xmlns:a16="http://schemas.microsoft.com/office/drawing/2014/main" id="{C606DDCF-1093-3C40-9DA4-C8FA9DDF68A6}"/>
              </a:ext>
            </a:extLst>
          </p:cNvPr>
          <p:cNvSpPr>
            <a:spLocks noGrp="1"/>
          </p:cNvSpPr>
          <p:nvPr>
            <p:ph type="pic" sz="quarter" idx="68"/>
          </p:nvPr>
        </p:nvSpPr>
        <p:spPr>
          <a:xfrm>
            <a:off x="3588455" y="1479553"/>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0" name="Picture Placeholder 3">
            <a:extLst>
              <a:ext uri="{FF2B5EF4-FFF2-40B4-BE49-F238E27FC236}">
                <a16:creationId xmlns:a16="http://schemas.microsoft.com/office/drawing/2014/main" id="{7D435CA4-D726-254B-8C0D-14AABA90391A}"/>
              </a:ext>
            </a:extLst>
          </p:cNvPr>
          <p:cNvSpPr>
            <a:spLocks noGrp="1"/>
          </p:cNvSpPr>
          <p:nvPr>
            <p:ph type="pic" sz="quarter" idx="69"/>
          </p:nvPr>
        </p:nvSpPr>
        <p:spPr>
          <a:xfrm>
            <a:off x="3588455" y="200432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1" name="Picture Placeholder 3">
            <a:extLst>
              <a:ext uri="{FF2B5EF4-FFF2-40B4-BE49-F238E27FC236}">
                <a16:creationId xmlns:a16="http://schemas.microsoft.com/office/drawing/2014/main" id="{0BD6C709-0DC1-2C44-B6B5-6FF36E6A3BE5}"/>
              </a:ext>
            </a:extLst>
          </p:cNvPr>
          <p:cNvSpPr>
            <a:spLocks noGrp="1"/>
          </p:cNvSpPr>
          <p:nvPr>
            <p:ph type="pic" sz="quarter" idx="70"/>
          </p:nvPr>
        </p:nvSpPr>
        <p:spPr>
          <a:xfrm>
            <a:off x="3588455" y="252908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2" name="Picture Placeholder 3">
            <a:extLst>
              <a:ext uri="{FF2B5EF4-FFF2-40B4-BE49-F238E27FC236}">
                <a16:creationId xmlns:a16="http://schemas.microsoft.com/office/drawing/2014/main" id="{DC8D87A0-3C79-C546-A435-B78B1F5D3A4F}"/>
              </a:ext>
            </a:extLst>
          </p:cNvPr>
          <p:cNvSpPr>
            <a:spLocks noGrp="1"/>
          </p:cNvSpPr>
          <p:nvPr>
            <p:ph type="pic" sz="quarter" idx="71"/>
          </p:nvPr>
        </p:nvSpPr>
        <p:spPr>
          <a:xfrm>
            <a:off x="3588455" y="3053849"/>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3" name="Picture Placeholder 3">
            <a:extLst>
              <a:ext uri="{FF2B5EF4-FFF2-40B4-BE49-F238E27FC236}">
                <a16:creationId xmlns:a16="http://schemas.microsoft.com/office/drawing/2014/main" id="{A02C95F8-AB0D-6943-BE11-975298CD5587}"/>
              </a:ext>
            </a:extLst>
          </p:cNvPr>
          <p:cNvSpPr>
            <a:spLocks noGrp="1"/>
          </p:cNvSpPr>
          <p:nvPr>
            <p:ph type="pic" sz="quarter" idx="72"/>
          </p:nvPr>
        </p:nvSpPr>
        <p:spPr>
          <a:xfrm>
            <a:off x="3588455" y="3578614"/>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4" name="Picture Placeholder 3">
            <a:extLst>
              <a:ext uri="{FF2B5EF4-FFF2-40B4-BE49-F238E27FC236}">
                <a16:creationId xmlns:a16="http://schemas.microsoft.com/office/drawing/2014/main" id="{7F865E1B-0FE7-0D46-BDD2-A9C595992E87}"/>
              </a:ext>
            </a:extLst>
          </p:cNvPr>
          <p:cNvSpPr>
            <a:spLocks noGrp="1"/>
          </p:cNvSpPr>
          <p:nvPr>
            <p:ph type="pic" sz="quarter" idx="73"/>
          </p:nvPr>
        </p:nvSpPr>
        <p:spPr>
          <a:xfrm>
            <a:off x="3588455" y="410338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5" name="Picture Placeholder 3">
            <a:extLst>
              <a:ext uri="{FF2B5EF4-FFF2-40B4-BE49-F238E27FC236}">
                <a16:creationId xmlns:a16="http://schemas.microsoft.com/office/drawing/2014/main" id="{445B5578-E099-1041-967A-4DC54DB24B51}"/>
              </a:ext>
            </a:extLst>
          </p:cNvPr>
          <p:cNvSpPr>
            <a:spLocks noGrp="1"/>
          </p:cNvSpPr>
          <p:nvPr>
            <p:ph type="pic" sz="quarter" idx="74"/>
          </p:nvPr>
        </p:nvSpPr>
        <p:spPr>
          <a:xfrm>
            <a:off x="3588454" y="462814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6" name="Text Placeholder 7">
            <a:extLst>
              <a:ext uri="{FF2B5EF4-FFF2-40B4-BE49-F238E27FC236}">
                <a16:creationId xmlns:a16="http://schemas.microsoft.com/office/drawing/2014/main" id="{211687FD-DB71-0342-A587-F03CA82E1912}"/>
              </a:ext>
            </a:extLst>
          </p:cNvPr>
          <p:cNvSpPr>
            <a:spLocks noGrp="1"/>
          </p:cNvSpPr>
          <p:nvPr>
            <p:ph type="body" sz="quarter" idx="75" hasCustomPrompt="1"/>
          </p:nvPr>
        </p:nvSpPr>
        <p:spPr>
          <a:xfrm>
            <a:off x="3984883"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7" name="Text Placeholder 7">
            <a:extLst>
              <a:ext uri="{FF2B5EF4-FFF2-40B4-BE49-F238E27FC236}">
                <a16:creationId xmlns:a16="http://schemas.microsoft.com/office/drawing/2014/main" id="{C6266F2D-D76E-4B44-93DD-A34796AC023B}"/>
              </a:ext>
            </a:extLst>
          </p:cNvPr>
          <p:cNvSpPr>
            <a:spLocks noGrp="1"/>
          </p:cNvSpPr>
          <p:nvPr>
            <p:ph type="body" sz="quarter" idx="76" hasCustomPrompt="1"/>
          </p:nvPr>
        </p:nvSpPr>
        <p:spPr>
          <a:xfrm>
            <a:off x="3984883"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8" name="Text Placeholder 7">
            <a:extLst>
              <a:ext uri="{FF2B5EF4-FFF2-40B4-BE49-F238E27FC236}">
                <a16:creationId xmlns:a16="http://schemas.microsoft.com/office/drawing/2014/main" id="{EED47149-409B-B14D-8718-6D51AE3D3AB5}"/>
              </a:ext>
            </a:extLst>
          </p:cNvPr>
          <p:cNvSpPr>
            <a:spLocks noGrp="1"/>
          </p:cNvSpPr>
          <p:nvPr>
            <p:ph type="body" sz="quarter" idx="77" hasCustomPrompt="1"/>
          </p:nvPr>
        </p:nvSpPr>
        <p:spPr>
          <a:xfrm>
            <a:off x="3984883"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9" name="Text Placeholder 7">
            <a:extLst>
              <a:ext uri="{FF2B5EF4-FFF2-40B4-BE49-F238E27FC236}">
                <a16:creationId xmlns:a16="http://schemas.microsoft.com/office/drawing/2014/main" id="{4E84D3C7-B3A4-CC48-9855-4938E4E118AD}"/>
              </a:ext>
            </a:extLst>
          </p:cNvPr>
          <p:cNvSpPr>
            <a:spLocks noGrp="1"/>
          </p:cNvSpPr>
          <p:nvPr>
            <p:ph type="body" sz="quarter" idx="78" hasCustomPrompt="1"/>
          </p:nvPr>
        </p:nvSpPr>
        <p:spPr>
          <a:xfrm>
            <a:off x="3984883"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0" name="Text Placeholder 7">
            <a:extLst>
              <a:ext uri="{FF2B5EF4-FFF2-40B4-BE49-F238E27FC236}">
                <a16:creationId xmlns:a16="http://schemas.microsoft.com/office/drawing/2014/main" id="{DC0C48EA-7A34-944B-8132-DF37F09318AE}"/>
              </a:ext>
            </a:extLst>
          </p:cNvPr>
          <p:cNvSpPr>
            <a:spLocks noGrp="1"/>
          </p:cNvSpPr>
          <p:nvPr>
            <p:ph type="body" sz="quarter" idx="79" hasCustomPrompt="1"/>
          </p:nvPr>
        </p:nvSpPr>
        <p:spPr>
          <a:xfrm>
            <a:off x="3984883"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1" name="Text Placeholder 7">
            <a:extLst>
              <a:ext uri="{FF2B5EF4-FFF2-40B4-BE49-F238E27FC236}">
                <a16:creationId xmlns:a16="http://schemas.microsoft.com/office/drawing/2014/main" id="{7ACADDD2-9A10-6942-8259-473273FBB069}"/>
              </a:ext>
            </a:extLst>
          </p:cNvPr>
          <p:cNvSpPr>
            <a:spLocks noGrp="1"/>
          </p:cNvSpPr>
          <p:nvPr>
            <p:ph type="body" sz="quarter" idx="80" hasCustomPrompt="1"/>
          </p:nvPr>
        </p:nvSpPr>
        <p:spPr>
          <a:xfrm>
            <a:off x="3984883"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2" name="Text Placeholder 7">
            <a:extLst>
              <a:ext uri="{FF2B5EF4-FFF2-40B4-BE49-F238E27FC236}">
                <a16:creationId xmlns:a16="http://schemas.microsoft.com/office/drawing/2014/main" id="{B7475A50-9DE6-6F44-B7FA-C3C7928FF283}"/>
              </a:ext>
            </a:extLst>
          </p:cNvPr>
          <p:cNvSpPr>
            <a:spLocks noGrp="1"/>
          </p:cNvSpPr>
          <p:nvPr>
            <p:ph type="body" sz="quarter" idx="81" hasCustomPrompt="1"/>
          </p:nvPr>
        </p:nvSpPr>
        <p:spPr>
          <a:xfrm>
            <a:off x="3984883"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4" name="Picture Placeholder 3">
            <a:extLst>
              <a:ext uri="{FF2B5EF4-FFF2-40B4-BE49-F238E27FC236}">
                <a16:creationId xmlns:a16="http://schemas.microsoft.com/office/drawing/2014/main" id="{12FBBD29-DE96-1B40-80B4-0F0231B1AC5D}"/>
              </a:ext>
            </a:extLst>
          </p:cNvPr>
          <p:cNvSpPr>
            <a:spLocks noGrp="1"/>
          </p:cNvSpPr>
          <p:nvPr>
            <p:ph type="pic" sz="quarter" idx="82"/>
          </p:nvPr>
        </p:nvSpPr>
        <p:spPr>
          <a:xfrm>
            <a:off x="711690" y="5152912"/>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5" name="Text Placeholder 7">
            <a:extLst>
              <a:ext uri="{FF2B5EF4-FFF2-40B4-BE49-F238E27FC236}">
                <a16:creationId xmlns:a16="http://schemas.microsoft.com/office/drawing/2014/main" id="{39F508A9-3E93-DC43-B332-68A35B7D24FA}"/>
              </a:ext>
            </a:extLst>
          </p:cNvPr>
          <p:cNvSpPr>
            <a:spLocks noGrp="1"/>
          </p:cNvSpPr>
          <p:nvPr>
            <p:ph type="body" sz="quarter" idx="83" hasCustomPrompt="1"/>
          </p:nvPr>
        </p:nvSpPr>
        <p:spPr>
          <a:xfrm>
            <a:off x="1108119"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6" name="Picture Placeholder 3">
            <a:extLst>
              <a:ext uri="{FF2B5EF4-FFF2-40B4-BE49-F238E27FC236}">
                <a16:creationId xmlns:a16="http://schemas.microsoft.com/office/drawing/2014/main" id="{6840C14B-D589-C94B-B8F9-28CFE94FABCE}"/>
              </a:ext>
            </a:extLst>
          </p:cNvPr>
          <p:cNvSpPr>
            <a:spLocks noGrp="1"/>
          </p:cNvSpPr>
          <p:nvPr>
            <p:ph type="pic" sz="quarter" idx="84"/>
          </p:nvPr>
        </p:nvSpPr>
        <p:spPr>
          <a:xfrm>
            <a:off x="9300886" y="5152912"/>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7" name="Text Placeholder 7">
            <a:extLst>
              <a:ext uri="{FF2B5EF4-FFF2-40B4-BE49-F238E27FC236}">
                <a16:creationId xmlns:a16="http://schemas.microsoft.com/office/drawing/2014/main" id="{6F63A7A9-9CFA-0F4D-8695-447FE1CB25B8}"/>
              </a:ext>
            </a:extLst>
          </p:cNvPr>
          <p:cNvSpPr>
            <a:spLocks noGrp="1"/>
          </p:cNvSpPr>
          <p:nvPr>
            <p:ph type="body" sz="quarter" idx="85" hasCustomPrompt="1"/>
          </p:nvPr>
        </p:nvSpPr>
        <p:spPr>
          <a:xfrm>
            <a:off x="9697315"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8" name="Picture Placeholder 3">
            <a:extLst>
              <a:ext uri="{FF2B5EF4-FFF2-40B4-BE49-F238E27FC236}">
                <a16:creationId xmlns:a16="http://schemas.microsoft.com/office/drawing/2014/main" id="{39551C59-03A2-B642-967F-11FFE636352F}"/>
              </a:ext>
            </a:extLst>
          </p:cNvPr>
          <p:cNvSpPr>
            <a:spLocks noGrp="1"/>
          </p:cNvSpPr>
          <p:nvPr>
            <p:ph type="pic" sz="quarter" idx="86"/>
          </p:nvPr>
        </p:nvSpPr>
        <p:spPr>
          <a:xfrm>
            <a:off x="6437820" y="5152912"/>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9" name="Text Placeholder 7">
            <a:extLst>
              <a:ext uri="{FF2B5EF4-FFF2-40B4-BE49-F238E27FC236}">
                <a16:creationId xmlns:a16="http://schemas.microsoft.com/office/drawing/2014/main" id="{C02837D7-FC31-B34E-9191-971D6AEF1BA0}"/>
              </a:ext>
            </a:extLst>
          </p:cNvPr>
          <p:cNvSpPr>
            <a:spLocks noGrp="1"/>
          </p:cNvSpPr>
          <p:nvPr>
            <p:ph type="body" sz="quarter" idx="87" hasCustomPrompt="1"/>
          </p:nvPr>
        </p:nvSpPr>
        <p:spPr>
          <a:xfrm>
            <a:off x="6834251"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0" name="Picture Placeholder 3">
            <a:extLst>
              <a:ext uri="{FF2B5EF4-FFF2-40B4-BE49-F238E27FC236}">
                <a16:creationId xmlns:a16="http://schemas.microsoft.com/office/drawing/2014/main" id="{0A9A16C4-5950-FE46-8970-C4FE824F08F2}"/>
              </a:ext>
            </a:extLst>
          </p:cNvPr>
          <p:cNvSpPr>
            <a:spLocks noGrp="1"/>
          </p:cNvSpPr>
          <p:nvPr>
            <p:ph type="pic" sz="quarter" idx="88"/>
          </p:nvPr>
        </p:nvSpPr>
        <p:spPr>
          <a:xfrm>
            <a:off x="3588454" y="5152912"/>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71" name="Text Placeholder 7">
            <a:extLst>
              <a:ext uri="{FF2B5EF4-FFF2-40B4-BE49-F238E27FC236}">
                <a16:creationId xmlns:a16="http://schemas.microsoft.com/office/drawing/2014/main" id="{F0A4E703-0CB6-8D41-8B11-CDC79E494EEE}"/>
              </a:ext>
            </a:extLst>
          </p:cNvPr>
          <p:cNvSpPr>
            <a:spLocks noGrp="1"/>
          </p:cNvSpPr>
          <p:nvPr>
            <p:ph type="body" sz="quarter" idx="89" hasCustomPrompt="1"/>
          </p:nvPr>
        </p:nvSpPr>
        <p:spPr>
          <a:xfrm>
            <a:off x="3984883"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5" name="Picture Placeholder 3">
            <a:extLst>
              <a:ext uri="{FF2B5EF4-FFF2-40B4-BE49-F238E27FC236}">
                <a16:creationId xmlns:a16="http://schemas.microsoft.com/office/drawing/2014/main" id="{1DCBBC5A-83E1-534A-A729-2AAE15A559D1}"/>
              </a:ext>
            </a:extLst>
          </p:cNvPr>
          <p:cNvSpPr>
            <a:spLocks noGrp="1"/>
          </p:cNvSpPr>
          <p:nvPr>
            <p:ph type="pic" sz="quarter" idx="90"/>
          </p:nvPr>
        </p:nvSpPr>
        <p:spPr>
          <a:xfrm>
            <a:off x="711690" y="5677676"/>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96" name="Text Placeholder 7">
            <a:extLst>
              <a:ext uri="{FF2B5EF4-FFF2-40B4-BE49-F238E27FC236}">
                <a16:creationId xmlns:a16="http://schemas.microsoft.com/office/drawing/2014/main" id="{D7A1E629-C759-8A43-BBEE-5E84A4D978CA}"/>
              </a:ext>
            </a:extLst>
          </p:cNvPr>
          <p:cNvSpPr>
            <a:spLocks noGrp="1"/>
          </p:cNvSpPr>
          <p:nvPr>
            <p:ph type="body" sz="quarter" idx="91" hasCustomPrompt="1"/>
          </p:nvPr>
        </p:nvSpPr>
        <p:spPr>
          <a:xfrm>
            <a:off x="1108119"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7" name="Picture Placeholder 3">
            <a:extLst>
              <a:ext uri="{FF2B5EF4-FFF2-40B4-BE49-F238E27FC236}">
                <a16:creationId xmlns:a16="http://schemas.microsoft.com/office/drawing/2014/main" id="{32560AF2-6EDC-E545-AC85-CD3E6C2E8432}"/>
              </a:ext>
            </a:extLst>
          </p:cNvPr>
          <p:cNvSpPr>
            <a:spLocks noGrp="1"/>
          </p:cNvSpPr>
          <p:nvPr>
            <p:ph type="pic" sz="quarter" idx="92"/>
          </p:nvPr>
        </p:nvSpPr>
        <p:spPr>
          <a:xfrm>
            <a:off x="9300886" y="5677676"/>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98" name="Text Placeholder 7">
            <a:extLst>
              <a:ext uri="{FF2B5EF4-FFF2-40B4-BE49-F238E27FC236}">
                <a16:creationId xmlns:a16="http://schemas.microsoft.com/office/drawing/2014/main" id="{0BF57D0D-FFC1-8745-91E3-01339FD39DB6}"/>
              </a:ext>
            </a:extLst>
          </p:cNvPr>
          <p:cNvSpPr>
            <a:spLocks noGrp="1"/>
          </p:cNvSpPr>
          <p:nvPr>
            <p:ph type="body" sz="quarter" idx="93" hasCustomPrompt="1"/>
          </p:nvPr>
        </p:nvSpPr>
        <p:spPr>
          <a:xfrm>
            <a:off x="9697315"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9" name="Picture Placeholder 3">
            <a:extLst>
              <a:ext uri="{FF2B5EF4-FFF2-40B4-BE49-F238E27FC236}">
                <a16:creationId xmlns:a16="http://schemas.microsoft.com/office/drawing/2014/main" id="{98DE4193-D11C-344E-B5AB-974997CACEED}"/>
              </a:ext>
            </a:extLst>
          </p:cNvPr>
          <p:cNvSpPr>
            <a:spLocks noGrp="1"/>
          </p:cNvSpPr>
          <p:nvPr>
            <p:ph type="pic" sz="quarter" idx="94"/>
          </p:nvPr>
        </p:nvSpPr>
        <p:spPr>
          <a:xfrm>
            <a:off x="6437820" y="5677676"/>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00" name="Text Placeholder 7">
            <a:extLst>
              <a:ext uri="{FF2B5EF4-FFF2-40B4-BE49-F238E27FC236}">
                <a16:creationId xmlns:a16="http://schemas.microsoft.com/office/drawing/2014/main" id="{3765874A-1593-9045-B59A-2202C9F499A1}"/>
              </a:ext>
            </a:extLst>
          </p:cNvPr>
          <p:cNvSpPr>
            <a:spLocks noGrp="1"/>
          </p:cNvSpPr>
          <p:nvPr>
            <p:ph type="body" sz="quarter" idx="95" hasCustomPrompt="1"/>
          </p:nvPr>
        </p:nvSpPr>
        <p:spPr>
          <a:xfrm>
            <a:off x="6834251"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1" name="Picture Placeholder 3">
            <a:extLst>
              <a:ext uri="{FF2B5EF4-FFF2-40B4-BE49-F238E27FC236}">
                <a16:creationId xmlns:a16="http://schemas.microsoft.com/office/drawing/2014/main" id="{9EAEB5CC-1475-8842-A12E-5F1190B1EACB}"/>
              </a:ext>
            </a:extLst>
          </p:cNvPr>
          <p:cNvSpPr>
            <a:spLocks noGrp="1"/>
          </p:cNvSpPr>
          <p:nvPr>
            <p:ph type="pic" sz="quarter" idx="96"/>
          </p:nvPr>
        </p:nvSpPr>
        <p:spPr>
          <a:xfrm>
            <a:off x="3588454" y="5677676"/>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02" name="Text Placeholder 7">
            <a:extLst>
              <a:ext uri="{FF2B5EF4-FFF2-40B4-BE49-F238E27FC236}">
                <a16:creationId xmlns:a16="http://schemas.microsoft.com/office/drawing/2014/main" id="{6203C484-A713-F14B-94DA-4C6D5A4958CC}"/>
              </a:ext>
            </a:extLst>
          </p:cNvPr>
          <p:cNvSpPr>
            <a:spLocks noGrp="1"/>
          </p:cNvSpPr>
          <p:nvPr>
            <p:ph type="body" sz="quarter" idx="97" hasCustomPrompt="1"/>
          </p:nvPr>
        </p:nvSpPr>
        <p:spPr>
          <a:xfrm>
            <a:off x="3984883"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4" name="Text Placeholder 6">
            <a:extLst>
              <a:ext uri="{FF2B5EF4-FFF2-40B4-BE49-F238E27FC236}">
                <a16:creationId xmlns:a16="http://schemas.microsoft.com/office/drawing/2014/main" id="{125F027B-F432-97D0-4000-2DD17AFB9473}"/>
              </a:ext>
            </a:extLst>
          </p:cNvPr>
          <p:cNvSpPr>
            <a:spLocks noGrp="1"/>
          </p:cNvSpPr>
          <p:nvPr>
            <p:ph type="body" sz="quarter" idx="98"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39959957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Photo grid 1">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711200" y="1650808"/>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3" name="Picture Placeholder 3"/>
          <p:cNvSpPr>
            <a:spLocks noGrp="1"/>
          </p:cNvSpPr>
          <p:nvPr>
            <p:ph type="pic" sz="quarter" idx="11"/>
          </p:nvPr>
        </p:nvSpPr>
        <p:spPr>
          <a:xfrm>
            <a:off x="711200" y="3946044"/>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4" name="Picture Placeholder 3"/>
          <p:cNvSpPr>
            <a:spLocks noGrp="1"/>
          </p:cNvSpPr>
          <p:nvPr>
            <p:ph type="pic" sz="quarter" idx="12"/>
          </p:nvPr>
        </p:nvSpPr>
        <p:spPr>
          <a:xfrm>
            <a:off x="6087533" y="1650808"/>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5" name="Picture Placeholder 3"/>
          <p:cNvSpPr>
            <a:spLocks noGrp="1"/>
          </p:cNvSpPr>
          <p:nvPr>
            <p:ph type="pic" sz="quarter" idx="13"/>
          </p:nvPr>
        </p:nvSpPr>
        <p:spPr>
          <a:xfrm>
            <a:off x="6087533" y="3946044"/>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8" name="Text Placeholder 7"/>
          <p:cNvSpPr>
            <a:spLocks noGrp="1"/>
          </p:cNvSpPr>
          <p:nvPr>
            <p:ph type="body" sz="quarter" idx="14" hasCustomPrompt="1"/>
          </p:nvPr>
        </p:nvSpPr>
        <p:spPr>
          <a:xfrm>
            <a:off x="2708570" y="215880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dirty="0"/>
              <a:t>Place title here</a:t>
            </a:r>
          </a:p>
        </p:txBody>
      </p:sp>
      <p:sp>
        <p:nvSpPr>
          <p:cNvPr id="9" name="Text Placeholder 7"/>
          <p:cNvSpPr>
            <a:spLocks noGrp="1"/>
          </p:cNvSpPr>
          <p:nvPr>
            <p:ph type="body" sz="quarter" idx="15" hasCustomPrompt="1"/>
          </p:nvPr>
        </p:nvSpPr>
        <p:spPr>
          <a:xfrm>
            <a:off x="2708570" y="2565210"/>
            <a:ext cx="2997201" cy="406401"/>
          </a:xfrm>
          <a:prstGeom prst="rect">
            <a:avLst/>
          </a:prstGeom>
        </p:spPr>
        <p:txBody>
          <a:bodyPr/>
          <a:lstStyle>
            <a:lvl1pPr marL="0" indent="0">
              <a:buNone/>
              <a:defRPr sz="1300" baseline="0">
                <a:solidFill>
                  <a:schemeClr val="tx1"/>
                </a:solidFill>
              </a:defRPr>
            </a:lvl1pPr>
          </a:lstStyle>
          <a:p>
            <a:pPr lvl="0"/>
            <a:r>
              <a:rPr lang="en-US" dirty="0"/>
              <a:t>Place text here</a:t>
            </a:r>
          </a:p>
        </p:txBody>
      </p:sp>
      <p:sp>
        <p:nvSpPr>
          <p:cNvPr id="10" name="Text Placeholder 7"/>
          <p:cNvSpPr>
            <a:spLocks noGrp="1"/>
          </p:cNvSpPr>
          <p:nvPr>
            <p:ph type="body" sz="quarter" idx="16" hasCustomPrompt="1"/>
          </p:nvPr>
        </p:nvSpPr>
        <p:spPr>
          <a:xfrm>
            <a:off x="2708570" y="449156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dirty="0"/>
              <a:t>Place title here</a:t>
            </a:r>
          </a:p>
        </p:txBody>
      </p:sp>
      <p:sp>
        <p:nvSpPr>
          <p:cNvPr id="11" name="Text Placeholder 7"/>
          <p:cNvSpPr>
            <a:spLocks noGrp="1"/>
          </p:cNvSpPr>
          <p:nvPr>
            <p:ph type="body" sz="quarter" idx="17" hasCustomPrompt="1"/>
          </p:nvPr>
        </p:nvSpPr>
        <p:spPr>
          <a:xfrm>
            <a:off x="2708570" y="4897970"/>
            <a:ext cx="2997201" cy="406401"/>
          </a:xfrm>
          <a:prstGeom prst="rect">
            <a:avLst/>
          </a:prstGeom>
        </p:spPr>
        <p:txBody>
          <a:bodyPr/>
          <a:lstStyle>
            <a:lvl1pPr marL="0" indent="0">
              <a:buNone/>
              <a:defRPr sz="1300" baseline="0">
                <a:solidFill>
                  <a:schemeClr val="tx1"/>
                </a:solidFill>
              </a:defRPr>
            </a:lvl1pPr>
          </a:lstStyle>
          <a:p>
            <a:pPr lvl="0"/>
            <a:r>
              <a:rPr lang="en-US" dirty="0"/>
              <a:t>Place text here</a:t>
            </a:r>
          </a:p>
        </p:txBody>
      </p:sp>
      <p:sp>
        <p:nvSpPr>
          <p:cNvPr id="12" name="Text Placeholder 7"/>
          <p:cNvSpPr>
            <a:spLocks noGrp="1"/>
          </p:cNvSpPr>
          <p:nvPr>
            <p:ph type="body" sz="quarter" idx="18" hasCustomPrompt="1"/>
          </p:nvPr>
        </p:nvSpPr>
        <p:spPr>
          <a:xfrm>
            <a:off x="8079516" y="215880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dirty="0"/>
              <a:t>Place title here</a:t>
            </a:r>
          </a:p>
        </p:txBody>
      </p:sp>
      <p:sp>
        <p:nvSpPr>
          <p:cNvPr id="13" name="Text Placeholder 7"/>
          <p:cNvSpPr>
            <a:spLocks noGrp="1"/>
          </p:cNvSpPr>
          <p:nvPr>
            <p:ph type="body" sz="quarter" idx="19" hasCustomPrompt="1"/>
          </p:nvPr>
        </p:nvSpPr>
        <p:spPr>
          <a:xfrm>
            <a:off x="8079516" y="2565210"/>
            <a:ext cx="2997201" cy="406401"/>
          </a:xfrm>
          <a:prstGeom prst="rect">
            <a:avLst/>
          </a:prstGeom>
        </p:spPr>
        <p:txBody>
          <a:bodyPr/>
          <a:lstStyle>
            <a:lvl1pPr marL="0" indent="0">
              <a:buNone/>
              <a:defRPr sz="1300" baseline="0">
                <a:solidFill>
                  <a:schemeClr val="tx1"/>
                </a:solidFill>
              </a:defRPr>
            </a:lvl1pPr>
          </a:lstStyle>
          <a:p>
            <a:pPr lvl="0"/>
            <a:r>
              <a:rPr lang="en-US" dirty="0"/>
              <a:t>Place text here</a:t>
            </a:r>
          </a:p>
        </p:txBody>
      </p:sp>
      <p:sp>
        <p:nvSpPr>
          <p:cNvPr id="14" name="Text Placeholder 7"/>
          <p:cNvSpPr>
            <a:spLocks noGrp="1"/>
          </p:cNvSpPr>
          <p:nvPr>
            <p:ph type="body" sz="quarter" idx="20" hasCustomPrompt="1"/>
          </p:nvPr>
        </p:nvSpPr>
        <p:spPr>
          <a:xfrm>
            <a:off x="8079516" y="449156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dirty="0"/>
              <a:t>Place title here</a:t>
            </a:r>
          </a:p>
        </p:txBody>
      </p:sp>
      <p:sp>
        <p:nvSpPr>
          <p:cNvPr id="15" name="Text Placeholder 7"/>
          <p:cNvSpPr>
            <a:spLocks noGrp="1"/>
          </p:cNvSpPr>
          <p:nvPr>
            <p:ph type="body" sz="quarter" idx="21" hasCustomPrompt="1"/>
          </p:nvPr>
        </p:nvSpPr>
        <p:spPr>
          <a:xfrm>
            <a:off x="8079516" y="4897970"/>
            <a:ext cx="2997201" cy="406401"/>
          </a:xfrm>
          <a:prstGeom prst="rect">
            <a:avLst/>
          </a:prstGeom>
        </p:spPr>
        <p:txBody>
          <a:bodyPr/>
          <a:lstStyle>
            <a:lvl1pPr marL="0" indent="0">
              <a:buNone/>
              <a:defRPr sz="1300" baseline="0">
                <a:solidFill>
                  <a:schemeClr val="tx1"/>
                </a:solidFill>
              </a:defRPr>
            </a:lvl1pPr>
          </a:lstStyle>
          <a:p>
            <a:pPr lvl="0"/>
            <a:r>
              <a:rPr lang="en-US" dirty="0"/>
              <a:t>Place text here</a:t>
            </a:r>
          </a:p>
        </p:txBody>
      </p:sp>
      <p:sp>
        <p:nvSpPr>
          <p:cNvPr id="17" name="Text Placeholder 6">
            <a:extLst>
              <a:ext uri="{FF2B5EF4-FFF2-40B4-BE49-F238E27FC236}">
                <a16:creationId xmlns:a16="http://schemas.microsoft.com/office/drawing/2014/main" id="{3DEB8E48-2D47-6099-899C-CC43C4DAD7E9}"/>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18" name="Text Placeholder 2">
            <a:extLst>
              <a:ext uri="{FF2B5EF4-FFF2-40B4-BE49-F238E27FC236}">
                <a16:creationId xmlns:a16="http://schemas.microsoft.com/office/drawing/2014/main" id="{F06F0745-63A2-1254-09D6-046F1BA1A66E}"/>
              </a:ext>
            </a:extLst>
          </p:cNvPr>
          <p:cNvSpPr>
            <a:spLocks noGrp="1"/>
          </p:cNvSpPr>
          <p:nvPr>
            <p:ph type="body" sz="quarter" idx="83"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9692712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Photo grid 2">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995219" y="2413195"/>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3" name="Picture Placeholder 3"/>
          <p:cNvSpPr>
            <a:spLocks noGrp="1"/>
          </p:cNvSpPr>
          <p:nvPr>
            <p:ph type="pic" sz="quarter" idx="11"/>
          </p:nvPr>
        </p:nvSpPr>
        <p:spPr>
          <a:xfrm>
            <a:off x="3770748" y="2413195"/>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9" name="Text Placeholder 7"/>
          <p:cNvSpPr>
            <a:spLocks noGrp="1"/>
          </p:cNvSpPr>
          <p:nvPr>
            <p:ph type="body" sz="quarter" idx="15" hasCustomPrompt="1"/>
          </p:nvPr>
        </p:nvSpPr>
        <p:spPr>
          <a:xfrm>
            <a:off x="660399" y="4449429"/>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6" name="Picture Placeholder 3"/>
          <p:cNvSpPr>
            <a:spLocks noGrp="1"/>
          </p:cNvSpPr>
          <p:nvPr>
            <p:ph type="pic" sz="quarter" idx="16"/>
          </p:nvPr>
        </p:nvSpPr>
        <p:spPr>
          <a:xfrm>
            <a:off x="6546277" y="2413195"/>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7" name="Picture Placeholder 3"/>
          <p:cNvSpPr>
            <a:spLocks noGrp="1"/>
          </p:cNvSpPr>
          <p:nvPr>
            <p:ph type="pic" sz="quarter" idx="17"/>
          </p:nvPr>
        </p:nvSpPr>
        <p:spPr>
          <a:xfrm>
            <a:off x="9321807" y="2413195"/>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8" name="Text Placeholder 7"/>
          <p:cNvSpPr>
            <a:spLocks noGrp="1"/>
          </p:cNvSpPr>
          <p:nvPr>
            <p:ph type="body" sz="quarter" idx="18" hasCustomPrompt="1"/>
          </p:nvPr>
        </p:nvSpPr>
        <p:spPr>
          <a:xfrm>
            <a:off x="3435928" y="4449429"/>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9" name="Text Placeholder 7"/>
          <p:cNvSpPr>
            <a:spLocks noGrp="1"/>
          </p:cNvSpPr>
          <p:nvPr>
            <p:ph type="body" sz="quarter" idx="19" hasCustomPrompt="1"/>
          </p:nvPr>
        </p:nvSpPr>
        <p:spPr>
          <a:xfrm>
            <a:off x="6211457" y="4449428"/>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20" name="Text Placeholder 7"/>
          <p:cNvSpPr>
            <a:spLocks noGrp="1"/>
          </p:cNvSpPr>
          <p:nvPr>
            <p:ph type="body" sz="quarter" idx="20" hasCustomPrompt="1"/>
          </p:nvPr>
        </p:nvSpPr>
        <p:spPr>
          <a:xfrm>
            <a:off x="8986987" y="4449428"/>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3" name="Text Placeholder 6">
            <a:extLst>
              <a:ext uri="{FF2B5EF4-FFF2-40B4-BE49-F238E27FC236}">
                <a16:creationId xmlns:a16="http://schemas.microsoft.com/office/drawing/2014/main" id="{50803B00-0EE4-C61E-4729-4F2D43BC9D87}"/>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14" name="Text Placeholder 2">
            <a:extLst>
              <a:ext uri="{FF2B5EF4-FFF2-40B4-BE49-F238E27FC236}">
                <a16:creationId xmlns:a16="http://schemas.microsoft.com/office/drawing/2014/main" id="{D2C895CD-0B4F-C354-1D22-FA1B2FD3F33B}"/>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681550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Photo grid 3">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471039" y="2143624"/>
            <a:ext cx="2367941" cy="2367941"/>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3" name="Picture Placeholder 3"/>
          <p:cNvSpPr>
            <a:spLocks noGrp="1"/>
          </p:cNvSpPr>
          <p:nvPr>
            <p:ph type="pic" sz="quarter" idx="11"/>
          </p:nvPr>
        </p:nvSpPr>
        <p:spPr>
          <a:xfrm>
            <a:off x="4849684" y="2143624"/>
            <a:ext cx="2367941" cy="2367941"/>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9" name="Text Placeholder 7"/>
          <p:cNvSpPr>
            <a:spLocks noGrp="1"/>
          </p:cNvSpPr>
          <p:nvPr>
            <p:ph type="body" sz="quarter" idx="15" hasCustomPrompt="1"/>
          </p:nvPr>
        </p:nvSpPr>
        <p:spPr>
          <a:xfrm>
            <a:off x="1405788" y="4817925"/>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6" name="Picture Placeholder 3"/>
          <p:cNvSpPr>
            <a:spLocks noGrp="1"/>
          </p:cNvSpPr>
          <p:nvPr>
            <p:ph type="pic" sz="quarter" idx="16"/>
          </p:nvPr>
        </p:nvSpPr>
        <p:spPr>
          <a:xfrm>
            <a:off x="8228328" y="2143624"/>
            <a:ext cx="2367941" cy="2367941"/>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8" name="Text Placeholder 7"/>
          <p:cNvSpPr>
            <a:spLocks noGrp="1"/>
          </p:cNvSpPr>
          <p:nvPr>
            <p:ph type="body" sz="quarter" idx="18" hasCustomPrompt="1"/>
          </p:nvPr>
        </p:nvSpPr>
        <p:spPr>
          <a:xfrm>
            <a:off x="4784435" y="4817925"/>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9" name="Text Placeholder 7"/>
          <p:cNvSpPr>
            <a:spLocks noGrp="1"/>
          </p:cNvSpPr>
          <p:nvPr>
            <p:ph type="body" sz="quarter" idx="19" hasCustomPrompt="1"/>
          </p:nvPr>
        </p:nvSpPr>
        <p:spPr>
          <a:xfrm>
            <a:off x="8163079" y="4817924"/>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1" name="Text Placeholder 6">
            <a:extLst>
              <a:ext uri="{FF2B5EF4-FFF2-40B4-BE49-F238E27FC236}">
                <a16:creationId xmlns:a16="http://schemas.microsoft.com/office/drawing/2014/main" id="{66C0B82B-6F6E-E1F1-69CE-89CB9D2191BF}"/>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12" name="Text Placeholder 2">
            <a:extLst>
              <a:ext uri="{FF2B5EF4-FFF2-40B4-BE49-F238E27FC236}">
                <a16:creationId xmlns:a16="http://schemas.microsoft.com/office/drawing/2014/main" id="{71920B54-2EBF-B031-EB94-7A543B266B68}"/>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3571853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Photo grid 4">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471039" y="2143624"/>
            <a:ext cx="2367941" cy="2367941"/>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3" name="Picture Placeholder 3"/>
          <p:cNvSpPr>
            <a:spLocks noGrp="1"/>
          </p:cNvSpPr>
          <p:nvPr>
            <p:ph type="pic" sz="quarter" idx="11"/>
          </p:nvPr>
        </p:nvSpPr>
        <p:spPr>
          <a:xfrm>
            <a:off x="4849684" y="2143624"/>
            <a:ext cx="2367941" cy="2367941"/>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9" name="Text Placeholder 7"/>
          <p:cNvSpPr>
            <a:spLocks noGrp="1"/>
          </p:cNvSpPr>
          <p:nvPr>
            <p:ph type="body" sz="quarter" idx="15" hasCustomPrompt="1"/>
          </p:nvPr>
        </p:nvSpPr>
        <p:spPr>
          <a:xfrm>
            <a:off x="1405788" y="4817925"/>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6" name="Picture Placeholder 3"/>
          <p:cNvSpPr>
            <a:spLocks noGrp="1"/>
          </p:cNvSpPr>
          <p:nvPr>
            <p:ph type="pic" sz="quarter" idx="16"/>
          </p:nvPr>
        </p:nvSpPr>
        <p:spPr>
          <a:xfrm>
            <a:off x="8228328" y="2143624"/>
            <a:ext cx="2367941" cy="2367941"/>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8" name="Text Placeholder 7"/>
          <p:cNvSpPr>
            <a:spLocks noGrp="1"/>
          </p:cNvSpPr>
          <p:nvPr>
            <p:ph type="body" sz="quarter" idx="18" hasCustomPrompt="1"/>
          </p:nvPr>
        </p:nvSpPr>
        <p:spPr>
          <a:xfrm>
            <a:off x="4784435" y="4817925"/>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9" name="Text Placeholder 7"/>
          <p:cNvSpPr>
            <a:spLocks noGrp="1"/>
          </p:cNvSpPr>
          <p:nvPr>
            <p:ph type="body" sz="quarter" idx="19" hasCustomPrompt="1"/>
          </p:nvPr>
        </p:nvSpPr>
        <p:spPr>
          <a:xfrm>
            <a:off x="8163079" y="4817924"/>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1" name="Text Placeholder 6">
            <a:extLst>
              <a:ext uri="{FF2B5EF4-FFF2-40B4-BE49-F238E27FC236}">
                <a16:creationId xmlns:a16="http://schemas.microsoft.com/office/drawing/2014/main" id="{7CABE2E7-E078-26DB-4F0D-5DDB55E4CF1E}"/>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12" name="Text Placeholder 2">
            <a:extLst>
              <a:ext uri="{FF2B5EF4-FFF2-40B4-BE49-F238E27FC236}">
                <a16:creationId xmlns:a16="http://schemas.microsoft.com/office/drawing/2014/main" id="{BBFBD563-070B-FA44-E0C3-00C57DF2D622}"/>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659703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Photo grid 5">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277249" y="1430868"/>
            <a:ext cx="2755521" cy="3742549"/>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9" name="Text Placeholder 7"/>
          <p:cNvSpPr>
            <a:spLocks noGrp="1"/>
          </p:cNvSpPr>
          <p:nvPr>
            <p:ph type="body" sz="quarter" idx="15" hasCustomPrompt="1"/>
          </p:nvPr>
        </p:nvSpPr>
        <p:spPr>
          <a:xfrm>
            <a:off x="1405788" y="5479776"/>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8" name="Text Placeholder 7"/>
          <p:cNvSpPr>
            <a:spLocks noGrp="1"/>
          </p:cNvSpPr>
          <p:nvPr>
            <p:ph type="body" sz="quarter" idx="18" hasCustomPrompt="1"/>
          </p:nvPr>
        </p:nvSpPr>
        <p:spPr>
          <a:xfrm>
            <a:off x="4784435" y="5479776"/>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9" name="Text Placeholder 7"/>
          <p:cNvSpPr>
            <a:spLocks noGrp="1"/>
          </p:cNvSpPr>
          <p:nvPr>
            <p:ph type="body" sz="quarter" idx="19" hasCustomPrompt="1"/>
          </p:nvPr>
        </p:nvSpPr>
        <p:spPr>
          <a:xfrm>
            <a:off x="8163079" y="5479774"/>
            <a:ext cx="2498440" cy="406401"/>
          </a:xfrm>
          <a:prstGeom prst="rect">
            <a:avLst/>
          </a:prstGeom>
        </p:spPr>
        <p:txBody>
          <a:bodyPr/>
          <a:lstStyle>
            <a:lvl1pPr marL="0" indent="0" algn="ctr">
              <a:buNone/>
              <a:defRPr sz="1867" baseline="0">
                <a:solidFill>
                  <a:schemeClr val="tx1"/>
                </a:solidFill>
              </a:defRPr>
            </a:lvl1pPr>
          </a:lstStyle>
          <a:p>
            <a:pPr lvl="0"/>
            <a:r>
              <a:rPr lang="en-US" dirty="0"/>
              <a:t>Place text here</a:t>
            </a:r>
          </a:p>
        </p:txBody>
      </p:sp>
      <p:sp>
        <p:nvSpPr>
          <p:cNvPr id="10" name="Picture Placeholder 3">
            <a:extLst>
              <a:ext uri="{FF2B5EF4-FFF2-40B4-BE49-F238E27FC236}">
                <a16:creationId xmlns:a16="http://schemas.microsoft.com/office/drawing/2014/main" id="{5912C578-2CFA-2609-B2B9-3A660B33A60F}"/>
              </a:ext>
            </a:extLst>
          </p:cNvPr>
          <p:cNvSpPr>
            <a:spLocks noGrp="1"/>
          </p:cNvSpPr>
          <p:nvPr>
            <p:ph type="pic" sz="quarter" idx="20"/>
          </p:nvPr>
        </p:nvSpPr>
        <p:spPr>
          <a:xfrm>
            <a:off x="4709773" y="1430868"/>
            <a:ext cx="2755521" cy="3742549"/>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1" name="Picture Placeholder 3">
            <a:extLst>
              <a:ext uri="{FF2B5EF4-FFF2-40B4-BE49-F238E27FC236}">
                <a16:creationId xmlns:a16="http://schemas.microsoft.com/office/drawing/2014/main" id="{75019E6F-7EDE-0A1E-A05A-9C903808C1F4}"/>
              </a:ext>
            </a:extLst>
          </p:cNvPr>
          <p:cNvSpPr>
            <a:spLocks noGrp="1"/>
          </p:cNvSpPr>
          <p:nvPr>
            <p:ph type="pic" sz="quarter" idx="21"/>
          </p:nvPr>
        </p:nvSpPr>
        <p:spPr>
          <a:xfrm>
            <a:off x="8034540" y="1430868"/>
            <a:ext cx="2755521" cy="3742549"/>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2" name="Text Placeholder 6">
            <a:extLst>
              <a:ext uri="{FF2B5EF4-FFF2-40B4-BE49-F238E27FC236}">
                <a16:creationId xmlns:a16="http://schemas.microsoft.com/office/drawing/2014/main" id="{F1968240-A2D7-3AFB-E139-4C8B1C67EA55}"/>
              </a:ext>
            </a:extLst>
          </p:cNvPr>
          <p:cNvSpPr>
            <a:spLocks noGrp="1"/>
          </p:cNvSpPr>
          <p:nvPr>
            <p:ph type="body" sz="quarter" idx="90"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39654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Photo grid 6">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3" y="2"/>
            <a:ext cx="2737152" cy="4409831"/>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3" name="Picture Placeholder 6">
            <a:extLst>
              <a:ext uri="{FF2B5EF4-FFF2-40B4-BE49-F238E27FC236}">
                <a16:creationId xmlns:a16="http://schemas.microsoft.com/office/drawing/2014/main" id="{4C8B1DB1-55C6-E44A-9630-610A391F3189}"/>
              </a:ext>
            </a:extLst>
          </p:cNvPr>
          <p:cNvSpPr>
            <a:spLocks noGrp="1"/>
          </p:cNvSpPr>
          <p:nvPr>
            <p:ph type="pic" sz="quarter" idx="33"/>
          </p:nvPr>
        </p:nvSpPr>
        <p:spPr>
          <a:xfrm>
            <a:off x="6087533" y="4645904"/>
            <a:ext cx="2737152" cy="2212096"/>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4" name="Picture Placeholder 6">
            <a:extLst>
              <a:ext uri="{FF2B5EF4-FFF2-40B4-BE49-F238E27FC236}">
                <a16:creationId xmlns:a16="http://schemas.microsoft.com/office/drawing/2014/main" id="{00000B7C-B9C2-3692-DA0C-7CD43971473C}"/>
              </a:ext>
            </a:extLst>
          </p:cNvPr>
          <p:cNvSpPr>
            <a:spLocks noGrp="1"/>
          </p:cNvSpPr>
          <p:nvPr>
            <p:ph type="pic" sz="quarter" idx="34"/>
          </p:nvPr>
        </p:nvSpPr>
        <p:spPr>
          <a:xfrm>
            <a:off x="9106505" y="2448171"/>
            <a:ext cx="2737152" cy="4409831"/>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6" name="Picture Placeholder 6">
            <a:extLst>
              <a:ext uri="{FF2B5EF4-FFF2-40B4-BE49-F238E27FC236}">
                <a16:creationId xmlns:a16="http://schemas.microsoft.com/office/drawing/2014/main" id="{66766FEE-7FB9-ABDC-C0E5-6CCEACB6769D}"/>
              </a:ext>
            </a:extLst>
          </p:cNvPr>
          <p:cNvSpPr>
            <a:spLocks noGrp="1"/>
          </p:cNvSpPr>
          <p:nvPr>
            <p:ph type="pic" sz="quarter" idx="35"/>
          </p:nvPr>
        </p:nvSpPr>
        <p:spPr>
          <a:xfrm>
            <a:off x="9106505" y="-7181"/>
            <a:ext cx="2737152" cy="2212096"/>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1" name="Title 1">
            <a:extLst>
              <a:ext uri="{FF2B5EF4-FFF2-40B4-BE49-F238E27FC236}">
                <a16:creationId xmlns:a16="http://schemas.microsoft.com/office/drawing/2014/main" id="{A089A6F4-712F-CDCA-8B9E-9557816C62EB}"/>
              </a:ext>
            </a:extLst>
          </p:cNvPr>
          <p:cNvSpPr>
            <a:spLocks noGrp="1"/>
          </p:cNvSpPr>
          <p:nvPr>
            <p:ph type="ctrTitle" hasCustomPrompt="1"/>
          </p:nvPr>
        </p:nvSpPr>
        <p:spPr>
          <a:xfrm>
            <a:off x="632125" y="176182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17" name="Text Placeholder 2">
            <a:extLst>
              <a:ext uri="{FF2B5EF4-FFF2-40B4-BE49-F238E27FC236}">
                <a16:creationId xmlns:a16="http://schemas.microsoft.com/office/drawing/2014/main" id="{972BF7ED-AC89-B066-6405-86D841A4EB03}"/>
              </a:ext>
            </a:extLst>
          </p:cNvPr>
          <p:cNvSpPr>
            <a:spLocks noGrp="1"/>
          </p:cNvSpPr>
          <p:nvPr>
            <p:ph type="body" sz="quarter" idx="16" hasCustomPrompt="1"/>
          </p:nvPr>
        </p:nvSpPr>
        <p:spPr>
          <a:xfrm>
            <a:off x="632125" y="2372473"/>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0A9F1691-DBBD-8959-76B0-C07758051C17}"/>
              </a:ext>
            </a:extLst>
          </p:cNvPr>
          <p:cNvSpPr>
            <a:spLocks noGrp="1"/>
          </p:cNvSpPr>
          <p:nvPr>
            <p:ph type="body" sz="quarter" idx="30" hasCustomPrompt="1"/>
          </p:nvPr>
        </p:nvSpPr>
        <p:spPr>
          <a:xfrm>
            <a:off x="632125" y="2803020"/>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2" name="Text Placeholder 2">
            <a:extLst>
              <a:ext uri="{FF2B5EF4-FFF2-40B4-BE49-F238E27FC236}">
                <a16:creationId xmlns:a16="http://schemas.microsoft.com/office/drawing/2014/main" id="{C9340E82-B158-1238-2658-3BE2D616C842}"/>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662898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cSld name="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427617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6AD5A65-A7EB-424E-8ADF-62E6668815B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038770" y="2921000"/>
            <a:ext cx="2114461" cy="874949"/>
          </a:xfrm>
          <a:prstGeom prst="rect">
            <a:avLst/>
          </a:prstGeom>
        </p:spPr>
      </p:pic>
    </p:spTree>
    <p:extLst>
      <p:ext uri="{BB962C8B-B14F-4D97-AF65-F5344CB8AC3E}">
        <p14:creationId xmlns:p14="http://schemas.microsoft.com/office/powerpoint/2010/main" val="19849169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p:cSld name="Sky Closing">
    <p:bg>
      <p:bgPr>
        <a:solidFill>
          <a:schemeClr val="accent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6AD5A65-A7EB-424E-8ADF-62E6668815B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038770" y="2921000"/>
            <a:ext cx="2114461" cy="874949"/>
          </a:xfrm>
          <a:prstGeom prst="rect">
            <a:avLst/>
          </a:prstGeom>
        </p:spPr>
      </p:pic>
    </p:spTree>
    <p:extLst>
      <p:ext uri="{BB962C8B-B14F-4D97-AF65-F5344CB8AC3E}">
        <p14:creationId xmlns:p14="http://schemas.microsoft.com/office/powerpoint/2010/main" val="2103202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E15DC-13D9-1073-B325-ED1D478402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493ACCA-2BCE-FAD5-E542-1FEF2A7EE8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0128B99-7BDB-96A3-E083-49CD2FE11CC2}"/>
              </a:ext>
            </a:extLst>
          </p:cNvPr>
          <p:cNvSpPr>
            <a:spLocks noGrp="1"/>
          </p:cNvSpPr>
          <p:nvPr>
            <p:ph type="dt" sz="half" idx="10"/>
          </p:nvPr>
        </p:nvSpPr>
        <p:spPr/>
        <p:txBody>
          <a:bodyPr/>
          <a:lstStyle/>
          <a:p>
            <a:fld id="{6446AF3B-EBBF-438F-A8FE-941713A0C667}" type="datetimeFigureOut">
              <a:rPr lang="en-GB" smtClean="0"/>
              <a:t>23/06/2026</a:t>
            </a:fld>
            <a:endParaRPr lang="en-GB"/>
          </a:p>
        </p:txBody>
      </p:sp>
      <p:sp>
        <p:nvSpPr>
          <p:cNvPr id="5" name="Footer Placeholder 4">
            <a:extLst>
              <a:ext uri="{FF2B5EF4-FFF2-40B4-BE49-F238E27FC236}">
                <a16:creationId xmlns:a16="http://schemas.microsoft.com/office/drawing/2014/main" id="{2D60CAB5-A245-544F-F7E9-9E5CA8F9EB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3DC0A78-AE6A-6A70-E02C-C32183431484}"/>
              </a:ext>
            </a:extLst>
          </p:cNvPr>
          <p:cNvSpPr>
            <a:spLocks noGrp="1"/>
          </p:cNvSpPr>
          <p:nvPr>
            <p:ph type="sldNum" sz="quarter" idx="12"/>
          </p:nvPr>
        </p:nvSpPr>
        <p:spPr/>
        <p:txBody>
          <a:bodyPr/>
          <a:lstStyle/>
          <a:p>
            <a:fld id="{5E8229BB-CABC-41A3-86A1-8C84C1392765}" type="slidenum">
              <a:rPr lang="en-GB" smtClean="0"/>
              <a:t>‹#›</a:t>
            </a:fld>
            <a:endParaRPr lang="en-GB"/>
          </a:p>
        </p:txBody>
      </p:sp>
    </p:spTree>
    <p:extLst>
      <p:ext uri="{BB962C8B-B14F-4D97-AF65-F5344CB8AC3E}">
        <p14:creationId xmlns:p14="http://schemas.microsoft.com/office/powerpoint/2010/main" val="414776158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p:cSld name="Title Midnight">
    <p:spTree>
      <p:nvGrpSpPr>
        <p:cNvPr id="1" name=""/>
        <p:cNvGrpSpPr/>
        <p:nvPr/>
      </p:nvGrpSpPr>
      <p:grpSpPr>
        <a:xfrm>
          <a:off x="0" y="0"/>
          <a:ext cx="0" cy="0"/>
          <a:chOff x="0" y="0"/>
          <a:chExt cx="0" cy="0"/>
        </a:xfrm>
      </p:grpSpPr>
      <p:pic>
        <p:nvPicPr>
          <p:cNvPr id="25" name="Picture 7">
            <a:extLst>
              <a:ext uri="{FF2B5EF4-FFF2-40B4-BE49-F238E27FC236}">
                <a16:creationId xmlns:a16="http://schemas.microsoft.com/office/drawing/2014/main" id="{C5A29C15-48D7-6644-9164-6F819B3D7D8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868042" y="431800"/>
            <a:ext cx="714359" cy="375341"/>
          </a:xfrm>
          <a:prstGeom prst="rect">
            <a:avLst/>
          </a:prstGeom>
        </p:spPr>
      </p:pic>
      <p:sp>
        <p:nvSpPr>
          <p:cNvPr id="7" name="Title 1">
            <a:extLst>
              <a:ext uri="{FF2B5EF4-FFF2-40B4-BE49-F238E27FC236}">
                <a16:creationId xmlns:a16="http://schemas.microsoft.com/office/drawing/2014/main" id="{FB1806B9-59E1-8EE1-4B4C-90B4D0E1F8B6}"/>
              </a:ext>
            </a:extLst>
          </p:cNvPr>
          <p:cNvSpPr>
            <a:spLocks noGrp="1"/>
          </p:cNvSpPr>
          <p:nvPr>
            <p:ph type="ctrTitle" hasCustomPrompt="1"/>
          </p:nvPr>
        </p:nvSpPr>
        <p:spPr>
          <a:xfrm>
            <a:off x="609600" y="3200817"/>
            <a:ext cx="10972800" cy="1504200"/>
          </a:xfrm>
          <a:prstGeom prst="rect">
            <a:avLst/>
          </a:prstGeom>
        </p:spPr>
        <p:txBody>
          <a:bodyPr lIns="0" tIns="0" rIns="0" bIns="0" anchor="b" anchorCtr="0"/>
          <a:lstStyle>
            <a:lvl1pPr marL="0" indent="0" algn="r">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11" name="Subtitle">
            <a:extLst>
              <a:ext uri="{FF2B5EF4-FFF2-40B4-BE49-F238E27FC236}">
                <a16:creationId xmlns:a16="http://schemas.microsoft.com/office/drawing/2014/main" id="{0752FE33-C659-2420-3AB6-DE44957C4B0C}"/>
              </a:ext>
            </a:extLst>
          </p:cNvPr>
          <p:cNvSpPr>
            <a:spLocks noGrp="1"/>
          </p:cNvSpPr>
          <p:nvPr>
            <p:ph type="body" sz="quarter" idx="13" hasCustomPrompt="1"/>
          </p:nvPr>
        </p:nvSpPr>
        <p:spPr>
          <a:xfrm>
            <a:off x="609600" y="4807254"/>
            <a:ext cx="10972800" cy="398668"/>
          </a:xfrm>
          <a:prstGeom prst="rect">
            <a:avLst/>
          </a:prstGeom>
        </p:spPr>
        <p:txBody>
          <a:bodyPr lIns="0" tIns="0" rIns="0" bIns="0"/>
          <a:lstStyle>
            <a:lvl1pPr marL="0" indent="0" algn="r">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2" name="Speaker Name">
            <a:extLst>
              <a:ext uri="{FF2B5EF4-FFF2-40B4-BE49-F238E27FC236}">
                <a16:creationId xmlns:a16="http://schemas.microsoft.com/office/drawing/2014/main" id="{41F71C68-0397-BAD0-2DDC-F934B0E3B241}"/>
              </a:ext>
            </a:extLst>
          </p:cNvPr>
          <p:cNvSpPr>
            <a:spLocks noGrp="1"/>
          </p:cNvSpPr>
          <p:nvPr>
            <p:ph type="subTitle" idx="1" hasCustomPrompt="1"/>
          </p:nvPr>
        </p:nvSpPr>
        <p:spPr>
          <a:xfrm>
            <a:off x="609600" y="5314225"/>
            <a:ext cx="10972800" cy="807177"/>
          </a:xfrm>
          <a:prstGeom prst="rect">
            <a:avLst/>
          </a:prstGeom>
        </p:spPr>
        <p:txBody>
          <a:bodyPr lIns="0" tIns="0" rIns="0" bIns="0" anchor="t" anchorCtr="0">
            <a:noAutofit/>
          </a:bodyPr>
          <a:lstStyle>
            <a:lvl1pPr marL="0" indent="0" algn="r">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spTree>
    <p:extLst>
      <p:ext uri="{BB962C8B-B14F-4D97-AF65-F5344CB8AC3E}">
        <p14:creationId xmlns:p14="http://schemas.microsoft.com/office/powerpoint/2010/main" val="10583325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p:cSld name="Sky Title Midnight Left">
    <p:bg>
      <p:bgPr>
        <a:solidFill>
          <a:schemeClr val="accent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C42D79D-196D-79B2-C9D9-9E420F6F7382}"/>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8" name="Subtitle">
            <a:extLst>
              <a:ext uri="{FF2B5EF4-FFF2-40B4-BE49-F238E27FC236}">
                <a16:creationId xmlns:a16="http://schemas.microsoft.com/office/drawing/2014/main" id="{8D946DB3-26D2-2EE1-728C-7D32C4930F2E}"/>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2" name="Subtitle 2">
            <a:extLst>
              <a:ext uri="{FF2B5EF4-FFF2-40B4-BE49-F238E27FC236}">
                <a16:creationId xmlns:a16="http://schemas.microsoft.com/office/drawing/2014/main" id="{E07CA8F8-C47B-50F4-9C65-C46111F86B86}"/>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bg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25" name="Picture 7">
            <a:extLst>
              <a:ext uri="{FF2B5EF4-FFF2-40B4-BE49-F238E27FC236}">
                <a16:creationId xmlns:a16="http://schemas.microsoft.com/office/drawing/2014/main" id="{C5A29C15-48D7-6644-9164-6F819B3D7D8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09602" y="431800"/>
            <a:ext cx="714359" cy="375341"/>
          </a:xfrm>
          <a:prstGeom prst="rect">
            <a:avLst/>
          </a:prstGeom>
        </p:spPr>
      </p:pic>
    </p:spTree>
    <p:extLst>
      <p:ext uri="{BB962C8B-B14F-4D97-AF65-F5344CB8AC3E}">
        <p14:creationId xmlns:p14="http://schemas.microsoft.com/office/powerpoint/2010/main" val="19326004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p:cSld name="Title Midnight Lef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C42D79D-196D-79B2-C9D9-9E420F6F7382}"/>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8" name="Subtitle">
            <a:extLst>
              <a:ext uri="{FF2B5EF4-FFF2-40B4-BE49-F238E27FC236}">
                <a16:creationId xmlns:a16="http://schemas.microsoft.com/office/drawing/2014/main" id="{8D946DB3-26D2-2EE1-728C-7D32C4930F2E}"/>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2" name="Subtitle 2">
            <a:extLst>
              <a:ext uri="{FF2B5EF4-FFF2-40B4-BE49-F238E27FC236}">
                <a16:creationId xmlns:a16="http://schemas.microsoft.com/office/drawing/2014/main" id="{E07CA8F8-C47B-50F4-9C65-C46111F86B86}"/>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25" name="Picture 7">
            <a:extLst>
              <a:ext uri="{FF2B5EF4-FFF2-40B4-BE49-F238E27FC236}">
                <a16:creationId xmlns:a16="http://schemas.microsoft.com/office/drawing/2014/main" id="{C5A29C15-48D7-6644-9164-6F819B3D7D8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09602" y="431800"/>
            <a:ext cx="714359" cy="375341"/>
          </a:xfrm>
          <a:prstGeom prst="rect">
            <a:avLst/>
          </a:prstGeom>
        </p:spPr>
      </p:pic>
    </p:spTree>
    <p:extLst>
      <p:ext uri="{BB962C8B-B14F-4D97-AF65-F5344CB8AC3E}">
        <p14:creationId xmlns:p14="http://schemas.microsoft.com/office/powerpoint/2010/main" val="6892986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p:cSld name="Title Midnight Left Image">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8B79449B-D8FD-934A-BDBF-CDDC969F0C21}"/>
              </a:ext>
            </a:extLst>
          </p:cNvPr>
          <p:cNvSpPr>
            <a:spLocks noGrp="1"/>
          </p:cNvSpPr>
          <p:nvPr>
            <p:ph type="pic" sz="quarter" idx="10" hasCustomPrompt="1"/>
          </p:nvPr>
        </p:nvSpPr>
        <p:spPr>
          <a:xfrm>
            <a:off x="8186059" y="0"/>
            <a:ext cx="4005943" cy="6858000"/>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sp>
        <p:nvSpPr>
          <p:cNvPr id="16" name="Title 1">
            <a:extLst>
              <a:ext uri="{FF2B5EF4-FFF2-40B4-BE49-F238E27FC236}">
                <a16:creationId xmlns:a16="http://schemas.microsoft.com/office/drawing/2014/main" id="{295FAFAD-F810-39BD-3A75-77D90AC7B4C4}"/>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17" name="Subtitle">
            <a:extLst>
              <a:ext uri="{FF2B5EF4-FFF2-40B4-BE49-F238E27FC236}">
                <a16:creationId xmlns:a16="http://schemas.microsoft.com/office/drawing/2014/main" id="{8C37E0F8-C5E2-7BED-8AAC-897D792BB038}"/>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8" name="Subtitle 2">
            <a:extLst>
              <a:ext uri="{FF2B5EF4-FFF2-40B4-BE49-F238E27FC236}">
                <a16:creationId xmlns:a16="http://schemas.microsoft.com/office/drawing/2014/main" id="{CD577481-303C-6B3D-080C-D901A9CC28E2}"/>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9" name="Picture 7">
            <a:extLst>
              <a:ext uri="{FF2B5EF4-FFF2-40B4-BE49-F238E27FC236}">
                <a16:creationId xmlns:a16="http://schemas.microsoft.com/office/drawing/2014/main" id="{9A662275-595C-A76D-2950-1CAEF022FA8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09602" y="431800"/>
            <a:ext cx="714359" cy="375341"/>
          </a:xfrm>
          <a:prstGeom prst="rect">
            <a:avLst/>
          </a:prstGeom>
        </p:spPr>
      </p:pic>
    </p:spTree>
    <p:extLst>
      <p:ext uri="{BB962C8B-B14F-4D97-AF65-F5344CB8AC3E}">
        <p14:creationId xmlns:p14="http://schemas.microsoft.com/office/powerpoint/2010/main" val="28571372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ransition Righ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4A31272-7678-5F4F-BF05-F087FA2FC8E9}"/>
              </a:ext>
            </a:extLst>
          </p:cNvPr>
          <p:cNvSpPr>
            <a:spLocks noGrp="1"/>
          </p:cNvSpPr>
          <p:nvPr>
            <p:ph type="ctrTitle" hasCustomPrompt="1"/>
          </p:nvPr>
        </p:nvSpPr>
        <p:spPr>
          <a:xfrm>
            <a:off x="609601" y="3101870"/>
            <a:ext cx="10972801" cy="1262529"/>
          </a:xfrm>
          <a:prstGeom prst="rect">
            <a:avLst/>
          </a:prstGeom>
        </p:spPr>
        <p:txBody>
          <a:bodyPr anchor="ctr"/>
          <a:lstStyle>
            <a:lvl1pPr marL="0" indent="0" algn="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Transition slide goes here</a:t>
            </a:r>
            <a:endParaRPr lang="en-US" dirty="0"/>
          </a:p>
        </p:txBody>
      </p:sp>
      <p:sp>
        <p:nvSpPr>
          <p:cNvPr id="9" name="Text Placeholder 2">
            <a:extLst>
              <a:ext uri="{FF2B5EF4-FFF2-40B4-BE49-F238E27FC236}">
                <a16:creationId xmlns:a16="http://schemas.microsoft.com/office/drawing/2014/main" id="{DECC8AF0-3BE8-4648-B8CF-BE366F78ABFC}"/>
              </a:ext>
            </a:extLst>
          </p:cNvPr>
          <p:cNvSpPr>
            <a:spLocks noGrp="1"/>
          </p:cNvSpPr>
          <p:nvPr>
            <p:ph type="body" sz="quarter" idx="14" hasCustomPrompt="1"/>
          </p:nvPr>
        </p:nvSpPr>
        <p:spPr>
          <a:xfrm>
            <a:off x="609603" y="431802"/>
            <a:ext cx="10972800" cy="398668"/>
          </a:xfrm>
          <a:prstGeom prst="rect">
            <a:avLst/>
          </a:prstGeom>
        </p:spPr>
        <p:txBody>
          <a:bodyPr lIns="0" tIns="0" rIns="0" bIns="0"/>
          <a:lstStyle>
            <a:lvl1pPr marL="0" indent="0" algn="r">
              <a:buFont typeface="Arial" panose="020B0604020202020204" pitchFamily="34" charset="0"/>
              <a:buNone/>
              <a:defRPr sz="1333"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3" name="TextBox 12">
            <a:extLst>
              <a:ext uri="{FF2B5EF4-FFF2-40B4-BE49-F238E27FC236}">
                <a16:creationId xmlns:a16="http://schemas.microsoft.com/office/drawing/2014/main" id="{C4D79563-9547-9B5C-F7F4-A016B119A7E7}"/>
              </a:ext>
            </a:extLst>
          </p:cNvPr>
          <p:cNvSpPr txBox="1"/>
          <p:nvPr/>
        </p:nvSpPr>
        <p:spPr>
          <a:xfrm>
            <a:off x="4358642" y="-548640"/>
            <a:ext cx="184731" cy="369332"/>
          </a:xfrm>
          <a:prstGeom prst="rect">
            <a:avLst/>
          </a:prstGeom>
          <a:noFill/>
        </p:spPr>
        <p:txBody>
          <a:bodyPr wrap="none" rtlCol="0">
            <a:spAutoFit/>
          </a:bodyPr>
          <a:lstStyle/>
          <a:p>
            <a:endParaRPr lang="en-US" dirty="0">
              <a:latin typeface="+mn-lt"/>
            </a:endParaRPr>
          </a:p>
        </p:txBody>
      </p:sp>
    </p:spTree>
    <p:extLst>
      <p:ext uri="{BB962C8B-B14F-4D97-AF65-F5344CB8AC3E}">
        <p14:creationId xmlns:p14="http://schemas.microsoft.com/office/powerpoint/2010/main" val="24688013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Sky Transition Right">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4A31272-7678-5F4F-BF05-F087FA2FC8E9}"/>
              </a:ext>
            </a:extLst>
          </p:cNvPr>
          <p:cNvSpPr>
            <a:spLocks noGrp="1"/>
          </p:cNvSpPr>
          <p:nvPr>
            <p:ph type="ctrTitle" hasCustomPrompt="1"/>
          </p:nvPr>
        </p:nvSpPr>
        <p:spPr>
          <a:xfrm>
            <a:off x="609601" y="3101870"/>
            <a:ext cx="10972801" cy="1262529"/>
          </a:xfrm>
          <a:prstGeom prst="rect">
            <a:avLst/>
          </a:prstGeom>
        </p:spPr>
        <p:txBody>
          <a:bodyPr anchor="ctr"/>
          <a:lstStyle>
            <a:lvl1pPr marL="0" indent="0" algn="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Transition slide goes here</a:t>
            </a:r>
            <a:endParaRPr lang="en-US" dirty="0"/>
          </a:p>
        </p:txBody>
      </p:sp>
      <p:sp>
        <p:nvSpPr>
          <p:cNvPr id="9" name="Text Placeholder 2">
            <a:extLst>
              <a:ext uri="{FF2B5EF4-FFF2-40B4-BE49-F238E27FC236}">
                <a16:creationId xmlns:a16="http://schemas.microsoft.com/office/drawing/2014/main" id="{DECC8AF0-3BE8-4648-B8CF-BE366F78ABFC}"/>
              </a:ext>
            </a:extLst>
          </p:cNvPr>
          <p:cNvSpPr>
            <a:spLocks noGrp="1"/>
          </p:cNvSpPr>
          <p:nvPr>
            <p:ph type="body" sz="quarter" idx="14" hasCustomPrompt="1"/>
          </p:nvPr>
        </p:nvSpPr>
        <p:spPr>
          <a:xfrm>
            <a:off x="609603" y="431802"/>
            <a:ext cx="10972800" cy="398668"/>
          </a:xfrm>
          <a:prstGeom prst="rect">
            <a:avLst/>
          </a:prstGeom>
        </p:spPr>
        <p:txBody>
          <a:bodyPr lIns="0" tIns="0" rIns="0" bIns="0"/>
          <a:lstStyle>
            <a:lvl1pPr marL="0" indent="0" algn="r">
              <a:buFont typeface="Arial" panose="020B0604020202020204" pitchFamily="34" charset="0"/>
              <a:buNone/>
              <a:defRPr sz="1333"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3" name="TextBox 12">
            <a:extLst>
              <a:ext uri="{FF2B5EF4-FFF2-40B4-BE49-F238E27FC236}">
                <a16:creationId xmlns:a16="http://schemas.microsoft.com/office/drawing/2014/main" id="{C4D79563-9547-9B5C-F7F4-A016B119A7E7}"/>
              </a:ext>
            </a:extLst>
          </p:cNvPr>
          <p:cNvSpPr txBox="1"/>
          <p:nvPr/>
        </p:nvSpPr>
        <p:spPr>
          <a:xfrm>
            <a:off x="4358642" y="-548640"/>
            <a:ext cx="184731" cy="369332"/>
          </a:xfrm>
          <a:prstGeom prst="rect">
            <a:avLst/>
          </a:prstGeom>
          <a:noFill/>
        </p:spPr>
        <p:txBody>
          <a:bodyPr wrap="none" rtlCol="0">
            <a:spAutoFit/>
          </a:bodyPr>
          <a:lstStyle/>
          <a:p>
            <a:endParaRPr lang="en-US" dirty="0">
              <a:latin typeface="+mn-lt"/>
            </a:endParaRPr>
          </a:p>
        </p:txBody>
      </p:sp>
    </p:spTree>
    <p:extLst>
      <p:ext uri="{BB962C8B-B14F-4D97-AF65-F5344CB8AC3E}">
        <p14:creationId xmlns:p14="http://schemas.microsoft.com/office/powerpoint/2010/main" val="8024293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055E4C37-FAD6-B449-9189-A035C0C9E88B}"/>
              </a:ext>
            </a:extLst>
          </p:cNvPr>
          <p:cNvSpPr>
            <a:spLocks noGrp="1"/>
          </p:cNvSpPr>
          <p:nvPr>
            <p:ph type="subTitle" idx="1" hasCustomPrompt="1"/>
          </p:nvPr>
        </p:nvSpPr>
        <p:spPr>
          <a:xfrm>
            <a:off x="609601" y="5658220"/>
            <a:ext cx="10972800" cy="465891"/>
          </a:xfrm>
          <a:prstGeom prst="rect">
            <a:avLst/>
          </a:prstGeom>
        </p:spPr>
        <p:txBody>
          <a:bodyPr lIns="91420" tIns="45710" rIns="91420" bIns="45710" anchor="t" anchorCtr="0">
            <a:noAutofit/>
          </a:bodyPr>
          <a:lstStyle>
            <a:lvl1pPr marL="0" indent="0" algn="ctr">
              <a:lnSpc>
                <a:spcPct val="150000"/>
              </a:lnSpc>
              <a:spcBef>
                <a:spcPts val="0"/>
              </a:spcBef>
              <a:spcAft>
                <a:spcPts val="0"/>
              </a:spcAft>
              <a:buNone/>
              <a:defRPr sz="1500" b="0" i="0">
                <a:solidFill>
                  <a:schemeClr val="tx1"/>
                </a:solidFill>
                <a:latin typeface="CiscoSansTT" panose="020B0503020201020303" pitchFamily="34" charset="0"/>
                <a:cs typeface="CiscoSansT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role</a:t>
            </a:r>
            <a:endParaRPr lang="en-US" dirty="0"/>
          </a:p>
        </p:txBody>
      </p:sp>
      <p:sp>
        <p:nvSpPr>
          <p:cNvPr id="15" name="Text Placeholder 2">
            <a:extLst>
              <a:ext uri="{FF2B5EF4-FFF2-40B4-BE49-F238E27FC236}">
                <a16:creationId xmlns:a16="http://schemas.microsoft.com/office/drawing/2014/main" id="{FEADEB85-EFB9-A048-BE6B-F1473C49995D}"/>
              </a:ext>
            </a:extLst>
          </p:cNvPr>
          <p:cNvSpPr>
            <a:spLocks noGrp="1"/>
          </p:cNvSpPr>
          <p:nvPr>
            <p:ph type="body" sz="quarter" idx="13" hasCustomPrompt="1"/>
          </p:nvPr>
        </p:nvSpPr>
        <p:spPr>
          <a:xfrm>
            <a:off x="609600" y="5233078"/>
            <a:ext cx="10972800" cy="398668"/>
          </a:xfrm>
          <a:prstGeom prst="rect">
            <a:avLst/>
          </a:prstGeom>
        </p:spPr>
        <p:txBody>
          <a:bodyPr lIns="91420" tIns="45710" rIns="91420" bIns="45710"/>
          <a:lstStyle>
            <a:lvl1pPr marL="0" indent="0" algn="ctr">
              <a:buFont typeface="Arial" panose="020B0604020202020204" pitchFamily="34" charset="0"/>
              <a:buNone/>
              <a:defRPr sz="2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Speaker name</a:t>
            </a:r>
          </a:p>
        </p:txBody>
      </p:sp>
      <p:sp>
        <p:nvSpPr>
          <p:cNvPr id="17" name="Title 1">
            <a:extLst>
              <a:ext uri="{FF2B5EF4-FFF2-40B4-BE49-F238E27FC236}">
                <a16:creationId xmlns:a16="http://schemas.microsoft.com/office/drawing/2014/main" id="{86E3EA5B-6C70-8F4D-9385-EC53B25066C1}"/>
              </a:ext>
            </a:extLst>
          </p:cNvPr>
          <p:cNvSpPr>
            <a:spLocks noGrp="1"/>
          </p:cNvSpPr>
          <p:nvPr>
            <p:ph type="ctrTitle" hasCustomPrompt="1"/>
          </p:nvPr>
        </p:nvSpPr>
        <p:spPr>
          <a:xfrm>
            <a:off x="899521" y="1398874"/>
            <a:ext cx="10376024" cy="3311089"/>
          </a:xfrm>
          <a:prstGeom prst="rect">
            <a:avLst/>
          </a:prstGeom>
        </p:spPr>
        <p:txBody>
          <a:bodyPr anchor="ctr"/>
          <a:lstStyle>
            <a:lvl1pPr marL="0" indent="0" algn="ct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As the adoption of multi-cloud strategy grows, Ulla </a:t>
            </a:r>
            <a:r>
              <a:rPr lang="en-GB" dirty="0" err="1"/>
              <a:t>sitiora</a:t>
            </a:r>
            <a:r>
              <a:rPr lang="en-GB" dirty="0"/>
              <a:t> </a:t>
            </a:r>
            <a:r>
              <a:rPr lang="en-GB" dirty="0" err="1"/>
              <a:t>turest</a:t>
            </a:r>
            <a:r>
              <a:rPr lang="en-GB" dirty="0"/>
              <a:t> </a:t>
            </a:r>
            <a:r>
              <a:rPr lang="en-GB" dirty="0" err="1"/>
              <a:t>experibus</a:t>
            </a:r>
            <a:r>
              <a:rPr lang="en-GB" dirty="0"/>
              <a:t> </a:t>
            </a:r>
            <a:r>
              <a:rPr lang="en-GB" dirty="0" err="1"/>
              <a:t>ut</a:t>
            </a:r>
            <a:r>
              <a:rPr lang="en-GB" dirty="0"/>
              <a:t> pa </a:t>
            </a:r>
            <a:r>
              <a:rPr lang="en-GB" dirty="0" err="1"/>
              <a:t>dolor</a:t>
            </a:r>
            <a:r>
              <a:rPr lang="en-GB" dirty="0"/>
              <a:t> a </a:t>
            </a:r>
            <a:r>
              <a:rPr lang="en-GB" dirty="0" err="1"/>
              <a:t>conestia</a:t>
            </a:r>
            <a:r>
              <a:rPr lang="en-GB" dirty="0"/>
              <a:t> vent </a:t>
            </a:r>
            <a:r>
              <a:rPr lang="en-GB" dirty="0" err="1"/>
              <a:t>eosse</a:t>
            </a:r>
            <a:r>
              <a:rPr lang="en-GB" dirty="0"/>
              <a:t> non </a:t>
            </a:r>
            <a:r>
              <a:rPr lang="en-GB" dirty="0" err="1"/>
              <a:t>consequ</a:t>
            </a:r>
            <a:r>
              <a:rPr lang="en-GB" dirty="0"/>
              <a:t> </a:t>
            </a:r>
            <a:r>
              <a:rPr lang="en-GB" dirty="0" err="1"/>
              <a:t>aturit</a:t>
            </a:r>
            <a:r>
              <a:rPr lang="en-GB" dirty="0"/>
              <a:t> </a:t>
            </a:r>
            <a:r>
              <a:rPr lang="en-GB" dirty="0" err="1"/>
              <a:t>faccum</a:t>
            </a:r>
            <a:r>
              <a:rPr lang="en-GB" dirty="0"/>
              <a:t> qui </a:t>
            </a:r>
            <a:r>
              <a:rPr lang="en-GB" dirty="0" err="1"/>
              <a:t>dolor</a:t>
            </a:r>
            <a:r>
              <a:rPr lang="en-GB" dirty="0"/>
              <a:t> a </a:t>
            </a:r>
            <a:r>
              <a:rPr lang="en-GB" dirty="0" err="1"/>
              <a:t>num</a:t>
            </a:r>
            <a:endParaRPr lang="en-GB" dirty="0"/>
          </a:p>
        </p:txBody>
      </p:sp>
      <p:pic>
        <p:nvPicPr>
          <p:cNvPr id="8" name="Graphic 7">
            <a:extLst>
              <a:ext uri="{FF2B5EF4-FFF2-40B4-BE49-F238E27FC236}">
                <a16:creationId xmlns:a16="http://schemas.microsoft.com/office/drawing/2014/main" id="{8E18B2BC-5B8F-6442-A3B3-AB5D063112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41976" y="733891"/>
            <a:ext cx="1508048" cy="836396"/>
          </a:xfrm>
          <a:prstGeom prst="rect">
            <a:avLst/>
          </a:prstGeom>
        </p:spPr>
      </p:pic>
      <p:cxnSp>
        <p:nvCxnSpPr>
          <p:cNvPr id="3" name="Straight Connector 2">
            <a:extLst>
              <a:ext uri="{FF2B5EF4-FFF2-40B4-BE49-F238E27FC236}">
                <a16:creationId xmlns:a16="http://schemas.microsoft.com/office/drawing/2014/main" id="{7191B82D-853E-F074-193C-5B7F13F89D29}"/>
              </a:ext>
            </a:extLst>
          </p:cNvPr>
          <p:cNvCxnSpPr>
            <a:cxnSpLocks/>
          </p:cNvCxnSpPr>
          <p:nvPr/>
        </p:nvCxnSpPr>
        <p:spPr>
          <a:xfrm>
            <a:off x="4545877" y="4934857"/>
            <a:ext cx="310025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33486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Sky Quote">
    <p:bg>
      <p:bgPr>
        <a:solidFill>
          <a:schemeClr val="accent1"/>
        </a:solidFill>
        <a:effectLst/>
      </p:bgPr>
    </p:bg>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055E4C37-FAD6-B449-9189-A035C0C9E88B}"/>
              </a:ext>
            </a:extLst>
          </p:cNvPr>
          <p:cNvSpPr>
            <a:spLocks noGrp="1"/>
          </p:cNvSpPr>
          <p:nvPr>
            <p:ph type="subTitle" idx="1" hasCustomPrompt="1"/>
          </p:nvPr>
        </p:nvSpPr>
        <p:spPr>
          <a:xfrm>
            <a:off x="609601" y="5658220"/>
            <a:ext cx="10972800" cy="465891"/>
          </a:xfrm>
          <a:prstGeom prst="rect">
            <a:avLst/>
          </a:prstGeom>
        </p:spPr>
        <p:txBody>
          <a:bodyPr lIns="91420" tIns="45710" rIns="91420" bIns="45710" anchor="t" anchorCtr="0">
            <a:noAutofit/>
          </a:bodyPr>
          <a:lstStyle>
            <a:lvl1pPr marL="0" indent="0" algn="ctr">
              <a:lnSpc>
                <a:spcPct val="150000"/>
              </a:lnSpc>
              <a:spcBef>
                <a:spcPts val="0"/>
              </a:spcBef>
              <a:spcAft>
                <a:spcPts val="0"/>
              </a:spcAft>
              <a:buNone/>
              <a:defRPr sz="1500" b="0" i="0">
                <a:solidFill>
                  <a:schemeClr val="bg1"/>
                </a:solidFill>
                <a:latin typeface="CiscoSansTT" panose="020B0503020201020303" pitchFamily="34" charset="0"/>
                <a:cs typeface="CiscoSansT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role</a:t>
            </a:r>
            <a:endParaRPr lang="en-US" dirty="0"/>
          </a:p>
        </p:txBody>
      </p:sp>
      <p:sp>
        <p:nvSpPr>
          <p:cNvPr id="15" name="Text Placeholder 2">
            <a:extLst>
              <a:ext uri="{FF2B5EF4-FFF2-40B4-BE49-F238E27FC236}">
                <a16:creationId xmlns:a16="http://schemas.microsoft.com/office/drawing/2014/main" id="{FEADEB85-EFB9-A048-BE6B-F1473C49995D}"/>
              </a:ext>
            </a:extLst>
          </p:cNvPr>
          <p:cNvSpPr>
            <a:spLocks noGrp="1"/>
          </p:cNvSpPr>
          <p:nvPr>
            <p:ph type="body" sz="quarter" idx="13" hasCustomPrompt="1"/>
          </p:nvPr>
        </p:nvSpPr>
        <p:spPr>
          <a:xfrm>
            <a:off x="609600" y="5233078"/>
            <a:ext cx="10972800" cy="398668"/>
          </a:xfrm>
          <a:prstGeom prst="rect">
            <a:avLst/>
          </a:prstGeom>
        </p:spPr>
        <p:txBody>
          <a:bodyPr lIns="91420" tIns="45710" rIns="91420" bIns="45710"/>
          <a:lstStyle>
            <a:lvl1pPr marL="0" indent="0" algn="ctr">
              <a:buFont typeface="Arial" panose="020B0604020202020204" pitchFamily="34" charset="0"/>
              <a:buNone/>
              <a:defRPr sz="24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Speaker role</a:t>
            </a:r>
          </a:p>
        </p:txBody>
      </p:sp>
      <p:sp>
        <p:nvSpPr>
          <p:cNvPr id="17" name="Title 1">
            <a:extLst>
              <a:ext uri="{FF2B5EF4-FFF2-40B4-BE49-F238E27FC236}">
                <a16:creationId xmlns:a16="http://schemas.microsoft.com/office/drawing/2014/main" id="{86E3EA5B-6C70-8F4D-9385-EC53B25066C1}"/>
              </a:ext>
            </a:extLst>
          </p:cNvPr>
          <p:cNvSpPr>
            <a:spLocks noGrp="1"/>
          </p:cNvSpPr>
          <p:nvPr>
            <p:ph type="ctrTitle" hasCustomPrompt="1"/>
          </p:nvPr>
        </p:nvSpPr>
        <p:spPr>
          <a:xfrm>
            <a:off x="899521" y="1398874"/>
            <a:ext cx="10376024" cy="3311089"/>
          </a:xfrm>
          <a:prstGeom prst="rect">
            <a:avLst/>
          </a:prstGeom>
        </p:spPr>
        <p:txBody>
          <a:bodyPr anchor="ctr"/>
          <a:lstStyle>
            <a:lvl1pPr marL="0" indent="0" algn="ct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As the adoption of multi-cloud strategy grows, Ulla </a:t>
            </a:r>
            <a:r>
              <a:rPr lang="en-GB" dirty="0" err="1"/>
              <a:t>sitiora</a:t>
            </a:r>
            <a:r>
              <a:rPr lang="en-GB" dirty="0"/>
              <a:t> </a:t>
            </a:r>
            <a:r>
              <a:rPr lang="en-GB" dirty="0" err="1"/>
              <a:t>turest</a:t>
            </a:r>
            <a:r>
              <a:rPr lang="en-GB" dirty="0"/>
              <a:t> </a:t>
            </a:r>
            <a:r>
              <a:rPr lang="en-GB" dirty="0" err="1"/>
              <a:t>experibus</a:t>
            </a:r>
            <a:r>
              <a:rPr lang="en-GB" dirty="0"/>
              <a:t> </a:t>
            </a:r>
            <a:r>
              <a:rPr lang="en-GB" dirty="0" err="1"/>
              <a:t>ut</a:t>
            </a:r>
            <a:r>
              <a:rPr lang="en-GB" dirty="0"/>
              <a:t> pa </a:t>
            </a:r>
            <a:r>
              <a:rPr lang="en-GB" dirty="0" err="1"/>
              <a:t>dolor</a:t>
            </a:r>
            <a:r>
              <a:rPr lang="en-GB" dirty="0"/>
              <a:t> a </a:t>
            </a:r>
            <a:r>
              <a:rPr lang="en-GB" dirty="0" err="1"/>
              <a:t>conestia</a:t>
            </a:r>
            <a:r>
              <a:rPr lang="en-GB" dirty="0"/>
              <a:t> vent </a:t>
            </a:r>
            <a:r>
              <a:rPr lang="en-GB" dirty="0" err="1"/>
              <a:t>eosse</a:t>
            </a:r>
            <a:r>
              <a:rPr lang="en-GB" dirty="0"/>
              <a:t> non </a:t>
            </a:r>
            <a:r>
              <a:rPr lang="en-GB" dirty="0" err="1"/>
              <a:t>consequ</a:t>
            </a:r>
            <a:r>
              <a:rPr lang="en-GB" dirty="0"/>
              <a:t> </a:t>
            </a:r>
            <a:r>
              <a:rPr lang="en-GB" dirty="0" err="1"/>
              <a:t>aturit</a:t>
            </a:r>
            <a:r>
              <a:rPr lang="en-GB" dirty="0"/>
              <a:t> </a:t>
            </a:r>
            <a:r>
              <a:rPr lang="en-GB" dirty="0" err="1"/>
              <a:t>faccum</a:t>
            </a:r>
            <a:r>
              <a:rPr lang="en-GB" dirty="0"/>
              <a:t> qui </a:t>
            </a:r>
            <a:r>
              <a:rPr lang="en-GB" dirty="0" err="1"/>
              <a:t>dolor</a:t>
            </a:r>
            <a:r>
              <a:rPr lang="en-GB" dirty="0"/>
              <a:t> a </a:t>
            </a:r>
            <a:r>
              <a:rPr lang="en-GB" dirty="0" err="1"/>
              <a:t>num</a:t>
            </a:r>
            <a:endParaRPr lang="en-GB" dirty="0"/>
          </a:p>
        </p:txBody>
      </p:sp>
      <p:pic>
        <p:nvPicPr>
          <p:cNvPr id="8" name="Graphic 7">
            <a:extLst>
              <a:ext uri="{FF2B5EF4-FFF2-40B4-BE49-F238E27FC236}">
                <a16:creationId xmlns:a16="http://schemas.microsoft.com/office/drawing/2014/main" id="{8E18B2BC-5B8F-6442-A3B3-AB5D063112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41976" y="733891"/>
            <a:ext cx="1508048" cy="836396"/>
          </a:xfrm>
          <a:prstGeom prst="rect">
            <a:avLst/>
          </a:prstGeom>
        </p:spPr>
      </p:pic>
      <p:cxnSp>
        <p:nvCxnSpPr>
          <p:cNvPr id="3" name="Straight Connector 2">
            <a:extLst>
              <a:ext uri="{FF2B5EF4-FFF2-40B4-BE49-F238E27FC236}">
                <a16:creationId xmlns:a16="http://schemas.microsoft.com/office/drawing/2014/main" id="{7191B82D-853E-F074-193C-5B7F13F89D29}"/>
              </a:ext>
            </a:extLst>
          </p:cNvPr>
          <p:cNvCxnSpPr>
            <a:cxnSpLocks/>
          </p:cNvCxnSpPr>
          <p:nvPr/>
        </p:nvCxnSpPr>
        <p:spPr>
          <a:xfrm>
            <a:off x="4545877" y="4934857"/>
            <a:ext cx="3100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54015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Seque Lef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A1FD7D-7C93-E645-B2E9-AD2B9329C1E8}"/>
              </a:ext>
            </a:extLst>
          </p:cNvPr>
          <p:cNvSpPr>
            <a:spLocks noGrp="1"/>
          </p:cNvSpPr>
          <p:nvPr>
            <p:ph type="ctrTitle" hasCustomPrompt="1"/>
          </p:nvPr>
        </p:nvSpPr>
        <p:spPr>
          <a:xfrm>
            <a:off x="625930" y="2565402"/>
            <a:ext cx="10232589" cy="637377"/>
          </a:xfrm>
          <a:prstGeom prst="rect">
            <a:avLst/>
          </a:prstGeom>
        </p:spPr>
        <p:txBody>
          <a:bodyPr lIns="0" tIns="0" rIns="0" bIns="0" anchor="ctr"/>
          <a:lstStyle>
            <a:lvl1pPr marL="0" indent="0" algn="l">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Segue slide copy goes here</a:t>
            </a:r>
            <a:endParaRPr lang="en-US" dirty="0"/>
          </a:p>
        </p:txBody>
      </p:sp>
    </p:spTree>
    <p:extLst>
      <p:ext uri="{BB962C8B-B14F-4D97-AF65-F5344CB8AC3E}">
        <p14:creationId xmlns:p14="http://schemas.microsoft.com/office/powerpoint/2010/main" val="36277116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Sky Seque Left">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A1FD7D-7C93-E645-B2E9-AD2B9329C1E8}"/>
              </a:ext>
            </a:extLst>
          </p:cNvPr>
          <p:cNvSpPr>
            <a:spLocks noGrp="1"/>
          </p:cNvSpPr>
          <p:nvPr>
            <p:ph type="ctrTitle" hasCustomPrompt="1"/>
          </p:nvPr>
        </p:nvSpPr>
        <p:spPr>
          <a:xfrm>
            <a:off x="625930" y="2565402"/>
            <a:ext cx="10232589" cy="637377"/>
          </a:xfrm>
          <a:prstGeom prst="rect">
            <a:avLst/>
          </a:prstGeom>
        </p:spPr>
        <p:txBody>
          <a:bodyPr lIns="0" tIns="0" rIns="0" bIns="0" anchor="ctr"/>
          <a:lstStyle>
            <a:lvl1pPr marL="0" indent="0" algn="l">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Segue slide copy goes here</a:t>
            </a:r>
            <a:endParaRPr lang="en-US" dirty="0"/>
          </a:p>
        </p:txBody>
      </p:sp>
    </p:spTree>
    <p:extLst>
      <p:ext uri="{BB962C8B-B14F-4D97-AF65-F5344CB8AC3E}">
        <p14:creationId xmlns:p14="http://schemas.microsoft.com/office/powerpoint/2010/main" val="31889019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Text Left">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288E9818-CDB2-294C-86DC-E17877CD33A8}"/>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9" name="Text Placeholder 2">
            <a:extLst>
              <a:ext uri="{FF2B5EF4-FFF2-40B4-BE49-F238E27FC236}">
                <a16:creationId xmlns:a16="http://schemas.microsoft.com/office/drawing/2014/main" id="{355C6030-64DC-1C43-BC53-97F66AC982AB}"/>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8" name="Title 1">
            <a:extLst>
              <a:ext uri="{FF2B5EF4-FFF2-40B4-BE49-F238E27FC236}">
                <a16:creationId xmlns:a16="http://schemas.microsoft.com/office/drawing/2014/main" id="{5FB0ED95-38E7-2A5D-7BFA-218DE01901E4}"/>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
        <p:nvSpPr>
          <p:cNvPr id="11" name="Text Placeholder 2">
            <a:extLst>
              <a:ext uri="{FF2B5EF4-FFF2-40B4-BE49-F238E27FC236}">
                <a16:creationId xmlns:a16="http://schemas.microsoft.com/office/drawing/2014/main" id="{4D01B711-3A91-6FAB-F154-53DD712B5B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0090892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Sky Text Left">
    <p:bg>
      <p:bgPr>
        <a:solidFill>
          <a:schemeClr val="accent1"/>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288E9818-CDB2-294C-86DC-E17877CD33A8}"/>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9" name="Text Placeholder 2">
            <a:extLst>
              <a:ext uri="{FF2B5EF4-FFF2-40B4-BE49-F238E27FC236}">
                <a16:creationId xmlns:a16="http://schemas.microsoft.com/office/drawing/2014/main" id="{355C6030-64DC-1C43-BC53-97F66AC982AB}"/>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8" name="Title 1">
            <a:extLst>
              <a:ext uri="{FF2B5EF4-FFF2-40B4-BE49-F238E27FC236}">
                <a16:creationId xmlns:a16="http://schemas.microsoft.com/office/drawing/2014/main" id="{5FB0ED95-38E7-2A5D-7BFA-218DE01901E4}"/>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
        <p:nvSpPr>
          <p:cNvPr id="11" name="Text Placeholder 2">
            <a:extLst>
              <a:ext uri="{FF2B5EF4-FFF2-40B4-BE49-F238E27FC236}">
                <a16:creationId xmlns:a16="http://schemas.microsoft.com/office/drawing/2014/main" id="{4D01B711-3A91-6FAB-F154-53DD712B5B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6310849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Text Left 2">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D74462BA-6EBC-1140-992B-557518B13645}"/>
              </a:ext>
            </a:extLst>
          </p:cNvPr>
          <p:cNvSpPr>
            <a:spLocks noGrp="1"/>
          </p:cNvSpPr>
          <p:nvPr>
            <p:ph type="body" sz="quarter" idx="20" hasCustomPrompt="1"/>
          </p:nvPr>
        </p:nvSpPr>
        <p:spPr>
          <a:xfrm>
            <a:off x="621965" y="422695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1" name="Text Placeholder 2">
            <a:extLst>
              <a:ext uri="{FF2B5EF4-FFF2-40B4-BE49-F238E27FC236}">
                <a16:creationId xmlns:a16="http://schemas.microsoft.com/office/drawing/2014/main" id="{80F1C889-3D11-B94B-8DC7-F979FE6EE152}"/>
              </a:ext>
            </a:extLst>
          </p:cNvPr>
          <p:cNvSpPr>
            <a:spLocks noGrp="1"/>
          </p:cNvSpPr>
          <p:nvPr>
            <p:ph type="body" sz="quarter" idx="21" hasCustomPrompt="1"/>
          </p:nvPr>
        </p:nvSpPr>
        <p:spPr>
          <a:xfrm>
            <a:off x="621965" y="4630179"/>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2" name="Text Placeholder 2">
            <a:extLst>
              <a:ext uri="{FF2B5EF4-FFF2-40B4-BE49-F238E27FC236}">
                <a16:creationId xmlns:a16="http://schemas.microsoft.com/office/drawing/2014/main" id="{ED42BE5F-6F6F-F37B-C64E-3CA0471064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5" name="Text Placeholder 2">
            <a:extLst>
              <a:ext uri="{FF2B5EF4-FFF2-40B4-BE49-F238E27FC236}">
                <a16:creationId xmlns:a16="http://schemas.microsoft.com/office/drawing/2014/main" id="{07CC7059-5853-40FD-F640-AA28414874BB}"/>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6" name="Text Placeholder 2">
            <a:extLst>
              <a:ext uri="{FF2B5EF4-FFF2-40B4-BE49-F238E27FC236}">
                <a16:creationId xmlns:a16="http://schemas.microsoft.com/office/drawing/2014/main" id="{D5C82917-3C59-E329-4092-6FE5AC7EED56}"/>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7" name="Title 1">
            <a:extLst>
              <a:ext uri="{FF2B5EF4-FFF2-40B4-BE49-F238E27FC236}">
                <a16:creationId xmlns:a16="http://schemas.microsoft.com/office/drawing/2014/main" id="{2D1E7E73-3E89-BA10-DC01-7E300E996439}"/>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Tree>
    <p:extLst>
      <p:ext uri="{BB962C8B-B14F-4D97-AF65-F5344CB8AC3E}">
        <p14:creationId xmlns:p14="http://schemas.microsoft.com/office/powerpoint/2010/main" val="1330030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Sky Text Left 2">
    <p:bg>
      <p:bgPr>
        <a:solidFill>
          <a:schemeClr val="accent1"/>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D74462BA-6EBC-1140-992B-557518B13645}"/>
              </a:ext>
            </a:extLst>
          </p:cNvPr>
          <p:cNvSpPr>
            <a:spLocks noGrp="1"/>
          </p:cNvSpPr>
          <p:nvPr>
            <p:ph type="body" sz="quarter" idx="20" hasCustomPrompt="1"/>
          </p:nvPr>
        </p:nvSpPr>
        <p:spPr>
          <a:xfrm>
            <a:off x="621965" y="422695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1" name="Text Placeholder 2">
            <a:extLst>
              <a:ext uri="{FF2B5EF4-FFF2-40B4-BE49-F238E27FC236}">
                <a16:creationId xmlns:a16="http://schemas.microsoft.com/office/drawing/2014/main" id="{80F1C889-3D11-B94B-8DC7-F979FE6EE152}"/>
              </a:ext>
            </a:extLst>
          </p:cNvPr>
          <p:cNvSpPr>
            <a:spLocks noGrp="1"/>
          </p:cNvSpPr>
          <p:nvPr>
            <p:ph type="body" sz="quarter" idx="21" hasCustomPrompt="1"/>
          </p:nvPr>
        </p:nvSpPr>
        <p:spPr>
          <a:xfrm>
            <a:off x="621965" y="4630179"/>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2" name="Text Placeholder 2">
            <a:extLst>
              <a:ext uri="{FF2B5EF4-FFF2-40B4-BE49-F238E27FC236}">
                <a16:creationId xmlns:a16="http://schemas.microsoft.com/office/drawing/2014/main" id="{ED42BE5F-6F6F-F37B-C64E-3CA0471064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5" name="Text Placeholder 2">
            <a:extLst>
              <a:ext uri="{FF2B5EF4-FFF2-40B4-BE49-F238E27FC236}">
                <a16:creationId xmlns:a16="http://schemas.microsoft.com/office/drawing/2014/main" id="{07CC7059-5853-40FD-F640-AA28414874BB}"/>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6" name="Text Placeholder 2">
            <a:extLst>
              <a:ext uri="{FF2B5EF4-FFF2-40B4-BE49-F238E27FC236}">
                <a16:creationId xmlns:a16="http://schemas.microsoft.com/office/drawing/2014/main" id="{D5C82917-3C59-E329-4092-6FE5AC7EED56}"/>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7" name="Title 1">
            <a:extLst>
              <a:ext uri="{FF2B5EF4-FFF2-40B4-BE49-F238E27FC236}">
                <a16:creationId xmlns:a16="http://schemas.microsoft.com/office/drawing/2014/main" id="{2D1E7E73-3E89-BA10-DC01-7E300E996439}"/>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Tree>
    <p:extLst>
      <p:ext uri="{BB962C8B-B14F-4D97-AF65-F5344CB8AC3E}">
        <p14:creationId xmlns:p14="http://schemas.microsoft.com/office/powerpoint/2010/main" val="35802060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Text Two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2E8BD34-9749-B741-B93E-2D7E0CB595D9}"/>
              </a:ext>
            </a:extLst>
          </p:cNvPr>
          <p:cNvSpPr>
            <a:spLocks noGrp="1"/>
          </p:cNvSpPr>
          <p:nvPr>
            <p:ph type="body" sz="quarter" idx="19" hasCustomPrompt="1"/>
          </p:nvPr>
        </p:nvSpPr>
        <p:spPr>
          <a:xfrm>
            <a:off x="6407661" y="1766048"/>
            <a:ext cx="5165819" cy="443754"/>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26" name="Text Placeholder 2">
            <a:extLst>
              <a:ext uri="{FF2B5EF4-FFF2-40B4-BE49-F238E27FC236}">
                <a16:creationId xmlns:a16="http://schemas.microsoft.com/office/drawing/2014/main" id="{35059BF6-2F19-7F49-9CBE-82197BDDFC8C}"/>
              </a:ext>
            </a:extLst>
          </p:cNvPr>
          <p:cNvSpPr>
            <a:spLocks noGrp="1"/>
          </p:cNvSpPr>
          <p:nvPr>
            <p:ph type="body" sz="quarter" idx="24" hasCustomPrompt="1"/>
          </p:nvPr>
        </p:nvSpPr>
        <p:spPr>
          <a:xfrm>
            <a:off x="6410937" y="2382521"/>
            <a:ext cx="5169260" cy="182881"/>
          </a:xfrm>
          <a:prstGeom prst="rect">
            <a:avLst/>
          </a:prstGeom>
        </p:spPr>
        <p:txBody>
          <a:bodyPr lIns="0" tIns="0" rIns="0" bIns="0"/>
          <a:lstStyle>
            <a:lvl1pPr marL="0" indent="0">
              <a:spcBef>
                <a:spcPts val="0"/>
              </a:spcBef>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65873738-C849-95A4-C52A-CD496785A3AA}"/>
              </a:ext>
            </a:extLst>
          </p:cNvPr>
          <p:cNvSpPr>
            <a:spLocks noGrp="1"/>
          </p:cNvSpPr>
          <p:nvPr>
            <p:ph type="body" sz="quarter" idx="27" hasCustomPrompt="1"/>
          </p:nvPr>
        </p:nvSpPr>
        <p:spPr>
          <a:xfrm>
            <a:off x="6410937" y="2812142"/>
            <a:ext cx="5169260" cy="129218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1" name="Title 1">
            <a:extLst>
              <a:ext uri="{FF2B5EF4-FFF2-40B4-BE49-F238E27FC236}">
                <a16:creationId xmlns:a16="http://schemas.microsoft.com/office/drawing/2014/main" id="{96FF2EC3-7B94-61AD-89EE-6563C3D30D5B}"/>
              </a:ext>
            </a:extLst>
          </p:cNvPr>
          <p:cNvSpPr>
            <a:spLocks noGrp="1"/>
          </p:cNvSpPr>
          <p:nvPr>
            <p:ph type="ctrTitle" hasCustomPrompt="1"/>
          </p:nvPr>
        </p:nvSpPr>
        <p:spPr>
          <a:xfrm>
            <a:off x="621966" y="1766048"/>
            <a:ext cx="5169260"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
        <p:nvSpPr>
          <p:cNvPr id="22" name="Text Placeholder 2">
            <a:extLst>
              <a:ext uri="{FF2B5EF4-FFF2-40B4-BE49-F238E27FC236}">
                <a16:creationId xmlns:a16="http://schemas.microsoft.com/office/drawing/2014/main" id="{D19CCA2B-1CE2-77CF-F749-DC772E2A717C}"/>
              </a:ext>
            </a:extLst>
          </p:cNvPr>
          <p:cNvSpPr>
            <a:spLocks noGrp="1"/>
          </p:cNvSpPr>
          <p:nvPr>
            <p:ph type="body" sz="quarter" idx="15" hasCustomPrompt="1"/>
          </p:nvPr>
        </p:nvSpPr>
        <p:spPr>
          <a:xfrm>
            <a:off x="621966" y="2812142"/>
            <a:ext cx="5169260" cy="129218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3" name="Text Placeholder 2">
            <a:extLst>
              <a:ext uri="{FF2B5EF4-FFF2-40B4-BE49-F238E27FC236}">
                <a16:creationId xmlns:a16="http://schemas.microsoft.com/office/drawing/2014/main" id="{A8B70A03-DFE5-BAFE-E792-E9F9971D5DDA}"/>
              </a:ext>
            </a:extLst>
          </p:cNvPr>
          <p:cNvSpPr>
            <a:spLocks noGrp="1"/>
          </p:cNvSpPr>
          <p:nvPr>
            <p:ph type="body" sz="quarter" idx="28" hasCustomPrompt="1"/>
          </p:nvPr>
        </p:nvSpPr>
        <p:spPr>
          <a:xfrm>
            <a:off x="621965" y="2382521"/>
            <a:ext cx="5169260" cy="182881"/>
          </a:xfrm>
          <a:prstGeom prst="rect">
            <a:avLst/>
          </a:prstGeom>
        </p:spPr>
        <p:txBody>
          <a:bodyPr lIns="0" tIns="0" rIns="0" bIns="0"/>
          <a:lstStyle>
            <a:lvl1pPr marL="0" indent="0">
              <a:spcBef>
                <a:spcPts val="0"/>
              </a:spcBef>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0" name="Text Placeholder 2">
            <a:extLst>
              <a:ext uri="{FF2B5EF4-FFF2-40B4-BE49-F238E27FC236}">
                <a16:creationId xmlns:a16="http://schemas.microsoft.com/office/drawing/2014/main" id="{492B656F-A7D0-42FB-D9A5-80362B0197F2}"/>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9360413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Text Three Column">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B27A1D91-B0C5-82DE-7D46-53E481769CC7}"/>
              </a:ext>
            </a:extLst>
          </p:cNvPr>
          <p:cNvSpPr>
            <a:spLocks noGrp="1"/>
          </p:cNvSpPr>
          <p:nvPr>
            <p:ph type="body" sz="quarter" idx="16" hasCustomPrompt="1"/>
          </p:nvPr>
        </p:nvSpPr>
        <p:spPr>
          <a:xfrm>
            <a:off x="63212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56024974-A0B0-7C6B-9AD0-E630E95DA949}"/>
              </a:ext>
            </a:extLst>
          </p:cNvPr>
          <p:cNvSpPr>
            <a:spLocks noGrp="1"/>
          </p:cNvSpPr>
          <p:nvPr>
            <p:ph type="body" sz="quarter" idx="15" hasCustomPrompt="1"/>
          </p:nvPr>
        </p:nvSpPr>
        <p:spPr>
          <a:xfrm>
            <a:off x="63212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1" name="Text Placeholder 2">
            <a:extLst>
              <a:ext uri="{FF2B5EF4-FFF2-40B4-BE49-F238E27FC236}">
                <a16:creationId xmlns:a16="http://schemas.microsoft.com/office/drawing/2014/main" id="{45F39481-2908-3822-701D-5FF87E1F03A5}"/>
              </a:ext>
            </a:extLst>
          </p:cNvPr>
          <p:cNvSpPr>
            <a:spLocks noGrp="1"/>
          </p:cNvSpPr>
          <p:nvPr>
            <p:ph type="body" sz="quarter" idx="17" hasCustomPrompt="1"/>
          </p:nvPr>
        </p:nvSpPr>
        <p:spPr>
          <a:xfrm>
            <a:off x="80931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2" name="Text Placeholder 2">
            <a:extLst>
              <a:ext uri="{FF2B5EF4-FFF2-40B4-BE49-F238E27FC236}">
                <a16:creationId xmlns:a16="http://schemas.microsoft.com/office/drawing/2014/main" id="{8390454E-C6EF-BF2D-F598-5D31E91A5C5B}"/>
              </a:ext>
            </a:extLst>
          </p:cNvPr>
          <p:cNvSpPr>
            <a:spLocks noGrp="1"/>
          </p:cNvSpPr>
          <p:nvPr>
            <p:ph type="body" sz="quarter" idx="18" hasCustomPrompt="1"/>
          </p:nvPr>
        </p:nvSpPr>
        <p:spPr>
          <a:xfrm>
            <a:off x="80931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7" name="Text Placeholder 2">
            <a:extLst>
              <a:ext uri="{FF2B5EF4-FFF2-40B4-BE49-F238E27FC236}">
                <a16:creationId xmlns:a16="http://schemas.microsoft.com/office/drawing/2014/main" id="{3BD0ABDF-0D5E-A765-9F69-3BC9541847C2}"/>
              </a:ext>
            </a:extLst>
          </p:cNvPr>
          <p:cNvSpPr>
            <a:spLocks noGrp="1"/>
          </p:cNvSpPr>
          <p:nvPr>
            <p:ph type="body" sz="quarter" idx="19" hasCustomPrompt="1"/>
          </p:nvPr>
        </p:nvSpPr>
        <p:spPr>
          <a:xfrm>
            <a:off x="436264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9" name="Text Placeholder 2">
            <a:extLst>
              <a:ext uri="{FF2B5EF4-FFF2-40B4-BE49-F238E27FC236}">
                <a16:creationId xmlns:a16="http://schemas.microsoft.com/office/drawing/2014/main" id="{57A872EF-F192-39C4-B234-D15D6561B47C}"/>
              </a:ext>
            </a:extLst>
          </p:cNvPr>
          <p:cNvSpPr>
            <a:spLocks noGrp="1"/>
          </p:cNvSpPr>
          <p:nvPr>
            <p:ph type="body" sz="quarter" idx="20" hasCustomPrompt="1"/>
          </p:nvPr>
        </p:nvSpPr>
        <p:spPr>
          <a:xfrm>
            <a:off x="436264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30" name="Text Placeholder 6">
            <a:extLst>
              <a:ext uri="{FF2B5EF4-FFF2-40B4-BE49-F238E27FC236}">
                <a16:creationId xmlns:a16="http://schemas.microsoft.com/office/drawing/2014/main" id="{3EB9F6D8-47DF-1F5B-55DF-071309C37FDE}"/>
              </a:ext>
            </a:extLst>
          </p:cNvPr>
          <p:cNvSpPr>
            <a:spLocks noGrp="1"/>
          </p:cNvSpPr>
          <p:nvPr>
            <p:ph type="body" sz="quarter" idx="21" hasCustomPrompt="1"/>
          </p:nvPr>
        </p:nvSpPr>
        <p:spPr>
          <a:xfrm>
            <a:off x="4359392" y="1766048"/>
            <a:ext cx="3486912" cy="443754"/>
          </a:xfrm>
          <a:prstGeom prst="rect">
            <a:avLst/>
          </a:prstGeom>
        </p:spPr>
        <p:txBody>
          <a:bodyPr lIns="0" tIns="0" rIns="0" bIns="0" anchor="b" anchorCtr="0"/>
          <a:lstStyle>
            <a:lvl1pPr marL="0" indent="0">
              <a:lnSpc>
                <a:spcPts val="3467"/>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31" name="Text Placeholder 6">
            <a:extLst>
              <a:ext uri="{FF2B5EF4-FFF2-40B4-BE49-F238E27FC236}">
                <a16:creationId xmlns:a16="http://schemas.microsoft.com/office/drawing/2014/main" id="{1B9F0F59-8C07-4391-070A-F127239E51B0}"/>
              </a:ext>
            </a:extLst>
          </p:cNvPr>
          <p:cNvSpPr>
            <a:spLocks noGrp="1"/>
          </p:cNvSpPr>
          <p:nvPr>
            <p:ph type="body" sz="quarter" idx="22" hasCustomPrompt="1"/>
          </p:nvPr>
        </p:nvSpPr>
        <p:spPr>
          <a:xfrm>
            <a:off x="8096015" y="1766048"/>
            <a:ext cx="3486912" cy="443754"/>
          </a:xfrm>
          <a:prstGeom prst="rect">
            <a:avLst/>
          </a:prstGeom>
        </p:spPr>
        <p:txBody>
          <a:bodyPr lIns="0" tIns="0" rIns="0" bIns="0" anchor="b" anchorCtr="0"/>
          <a:lstStyle>
            <a:lvl1pPr marL="0" indent="0">
              <a:lnSpc>
                <a:spcPts val="3467"/>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3" name="Title 1">
            <a:extLst>
              <a:ext uri="{FF2B5EF4-FFF2-40B4-BE49-F238E27FC236}">
                <a16:creationId xmlns:a16="http://schemas.microsoft.com/office/drawing/2014/main" id="{BE2AD77B-1466-B731-C28A-2731D668CCBE}"/>
              </a:ext>
            </a:extLst>
          </p:cNvPr>
          <p:cNvSpPr>
            <a:spLocks noGrp="1"/>
          </p:cNvSpPr>
          <p:nvPr>
            <p:ph type="ctrTitle" hasCustomPrompt="1"/>
          </p:nvPr>
        </p:nvSpPr>
        <p:spPr>
          <a:xfrm>
            <a:off x="63212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
        <p:nvSpPr>
          <p:cNvPr id="14" name="Text Placeholder 2">
            <a:extLst>
              <a:ext uri="{FF2B5EF4-FFF2-40B4-BE49-F238E27FC236}">
                <a16:creationId xmlns:a16="http://schemas.microsoft.com/office/drawing/2014/main" id="{D81B37B4-1168-CDEB-FB62-4B4E3C4E0ADA}"/>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8639972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Text Two Column Icons">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23679" y="3668310"/>
            <a:ext cx="5178612" cy="131535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6" name="Text Placeholder 6">
            <a:extLst>
              <a:ext uri="{FF2B5EF4-FFF2-40B4-BE49-F238E27FC236}">
                <a16:creationId xmlns:a16="http://schemas.microsoft.com/office/drawing/2014/main" id="{3148D23F-4FB0-0283-D700-8A06DCABC281}"/>
              </a:ext>
            </a:extLst>
          </p:cNvPr>
          <p:cNvSpPr>
            <a:spLocks noGrp="1"/>
          </p:cNvSpPr>
          <p:nvPr>
            <p:ph type="body" sz="quarter" idx="25" hasCustomPrompt="1"/>
          </p:nvPr>
        </p:nvSpPr>
        <p:spPr>
          <a:xfrm>
            <a:off x="6390621" y="2938820"/>
            <a:ext cx="5178611"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27" name="Picture Placeholder 2">
            <a:extLst>
              <a:ext uri="{FF2B5EF4-FFF2-40B4-BE49-F238E27FC236}">
                <a16:creationId xmlns:a16="http://schemas.microsoft.com/office/drawing/2014/main" id="{C5C6BDEC-E33F-4C34-5403-6A238AB80D5E}"/>
              </a:ext>
            </a:extLst>
          </p:cNvPr>
          <p:cNvSpPr>
            <a:spLocks noGrp="1"/>
          </p:cNvSpPr>
          <p:nvPr>
            <p:ph type="pic" sz="quarter" idx="26" hasCustomPrompt="1"/>
          </p:nvPr>
        </p:nvSpPr>
        <p:spPr>
          <a:xfrm>
            <a:off x="6399978"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28" name="Text Placeholder 2">
            <a:extLst>
              <a:ext uri="{FF2B5EF4-FFF2-40B4-BE49-F238E27FC236}">
                <a16:creationId xmlns:a16="http://schemas.microsoft.com/office/drawing/2014/main" id="{2136F578-A3CF-9005-0901-E724D7D5226F}"/>
              </a:ext>
            </a:extLst>
          </p:cNvPr>
          <p:cNvSpPr>
            <a:spLocks noGrp="1"/>
          </p:cNvSpPr>
          <p:nvPr>
            <p:ph type="body" sz="quarter" idx="27" hasCustomPrompt="1"/>
          </p:nvPr>
        </p:nvSpPr>
        <p:spPr>
          <a:xfrm>
            <a:off x="6399977" y="3668310"/>
            <a:ext cx="5178612" cy="131535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9" name="Text Placeholder 6">
            <a:extLst>
              <a:ext uri="{FF2B5EF4-FFF2-40B4-BE49-F238E27FC236}">
                <a16:creationId xmlns:a16="http://schemas.microsoft.com/office/drawing/2014/main" id="{ADFE46B3-A8B5-C645-B495-DA6D53180536}"/>
              </a:ext>
            </a:extLst>
          </p:cNvPr>
          <p:cNvSpPr>
            <a:spLocks noGrp="1"/>
          </p:cNvSpPr>
          <p:nvPr>
            <p:ph type="body" sz="quarter" idx="23" hasCustomPrompt="1"/>
          </p:nvPr>
        </p:nvSpPr>
        <p:spPr>
          <a:xfrm>
            <a:off x="621758" y="2938820"/>
            <a:ext cx="5178611"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0" name="Text Placeholder 2">
            <a:extLst>
              <a:ext uri="{FF2B5EF4-FFF2-40B4-BE49-F238E27FC236}">
                <a16:creationId xmlns:a16="http://schemas.microsoft.com/office/drawing/2014/main" id="{0D0EB105-4FE7-7E30-8C23-A63566AB41F9}"/>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0144533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Text Three Column Icons">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96CA1346-1D62-4F41-BA11-B3EEBA6B5192}"/>
              </a:ext>
            </a:extLst>
          </p:cNvPr>
          <p:cNvSpPr>
            <a:spLocks noGrp="1"/>
          </p:cNvSpPr>
          <p:nvPr>
            <p:ph type="body" sz="quarter" idx="20" hasCustomPrompt="1"/>
          </p:nvPr>
        </p:nvSpPr>
        <p:spPr>
          <a:xfrm>
            <a:off x="4340226"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8" name="Text Placeholder 6">
            <a:extLst>
              <a:ext uri="{FF2B5EF4-FFF2-40B4-BE49-F238E27FC236}">
                <a16:creationId xmlns:a16="http://schemas.microsoft.com/office/drawing/2014/main" id="{53E5B521-5917-164E-BF18-105160A01CA5}"/>
              </a:ext>
            </a:extLst>
          </p:cNvPr>
          <p:cNvSpPr>
            <a:spLocks noGrp="1"/>
          </p:cNvSpPr>
          <p:nvPr>
            <p:ph type="body" sz="quarter" idx="22" hasCustomPrompt="1"/>
          </p:nvPr>
        </p:nvSpPr>
        <p:spPr>
          <a:xfrm>
            <a:off x="8076847"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9" name="Text Placeholder 6">
            <a:extLst>
              <a:ext uri="{FF2B5EF4-FFF2-40B4-BE49-F238E27FC236}">
                <a16:creationId xmlns:a16="http://schemas.microsoft.com/office/drawing/2014/main" id="{0721738F-FD2D-4146-A62E-4ECD6E8AF6FC}"/>
              </a:ext>
            </a:extLst>
          </p:cNvPr>
          <p:cNvSpPr>
            <a:spLocks noGrp="1"/>
          </p:cNvSpPr>
          <p:nvPr>
            <p:ph type="body" sz="quarter" idx="23" hasCustomPrompt="1"/>
          </p:nvPr>
        </p:nvSpPr>
        <p:spPr>
          <a:xfrm>
            <a:off x="622771"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20" name="Picture Placeholder 2">
            <a:extLst>
              <a:ext uri="{FF2B5EF4-FFF2-40B4-BE49-F238E27FC236}">
                <a16:creationId xmlns:a16="http://schemas.microsoft.com/office/drawing/2014/main" id="{8143D29F-44CB-0E44-8852-5377E5E8F518}"/>
              </a:ext>
            </a:extLst>
          </p:cNvPr>
          <p:cNvSpPr>
            <a:spLocks noGrp="1"/>
          </p:cNvSpPr>
          <p:nvPr>
            <p:ph type="pic" sz="quarter" idx="10" hasCustomPrompt="1"/>
          </p:nvPr>
        </p:nvSpPr>
        <p:spPr>
          <a:xfrm>
            <a:off x="4359394"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22" name="Picture Placeholder 2">
            <a:extLst>
              <a:ext uri="{FF2B5EF4-FFF2-40B4-BE49-F238E27FC236}">
                <a16:creationId xmlns:a16="http://schemas.microsoft.com/office/drawing/2014/main" id="{EE6224FA-C881-7942-88CA-85C557540C4C}"/>
              </a:ext>
            </a:extLst>
          </p:cNvPr>
          <p:cNvSpPr>
            <a:spLocks noGrp="1"/>
          </p:cNvSpPr>
          <p:nvPr>
            <p:ph type="pic" sz="quarter" idx="25" hasCustomPrompt="1"/>
          </p:nvPr>
        </p:nvSpPr>
        <p:spPr>
          <a:xfrm>
            <a:off x="8086661"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32125"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3" name="Text Placeholder 2">
            <a:extLst>
              <a:ext uri="{FF2B5EF4-FFF2-40B4-BE49-F238E27FC236}">
                <a16:creationId xmlns:a16="http://schemas.microsoft.com/office/drawing/2014/main" id="{A1125D49-7617-524D-93FF-568220A243A4}"/>
              </a:ext>
            </a:extLst>
          </p:cNvPr>
          <p:cNvSpPr>
            <a:spLocks noGrp="1"/>
          </p:cNvSpPr>
          <p:nvPr>
            <p:ph type="body" sz="quarter" idx="29" hasCustomPrompt="1"/>
          </p:nvPr>
        </p:nvSpPr>
        <p:spPr>
          <a:xfrm>
            <a:off x="4350253"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4" name="Text Placeholder 2">
            <a:extLst>
              <a:ext uri="{FF2B5EF4-FFF2-40B4-BE49-F238E27FC236}">
                <a16:creationId xmlns:a16="http://schemas.microsoft.com/office/drawing/2014/main" id="{32FC023A-9146-A042-BD74-7CC8EF53A068}"/>
              </a:ext>
            </a:extLst>
          </p:cNvPr>
          <p:cNvSpPr>
            <a:spLocks noGrp="1"/>
          </p:cNvSpPr>
          <p:nvPr>
            <p:ph type="body" sz="quarter" idx="30" hasCustomPrompt="1"/>
          </p:nvPr>
        </p:nvSpPr>
        <p:spPr>
          <a:xfrm>
            <a:off x="8102968"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3" name="Text Placeholder 2">
            <a:extLst>
              <a:ext uri="{FF2B5EF4-FFF2-40B4-BE49-F238E27FC236}">
                <a16:creationId xmlns:a16="http://schemas.microsoft.com/office/drawing/2014/main" id="{3B88B2C6-7B71-2E10-C2D7-2073ED166CFF}"/>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50326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Sky Text Three Column Icons">
    <p:bg>
      <p:bgPr>
        <a:solidFill>
          <a:schemeClr val="accent1"/>
        </a:solidFill>
        <a:effectLst/>
      </p:bgPr>
    </p:bg>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96CA1346-1D62-4F41-BA11-B3EEBA6B5192}"/>
              </a:ext>
            </a:extLst>
          </p:cNvPr>
          <p:cNvSpPr>
            <a:spLocks noGrp="1"/>
          </p:cNvSpPr>
          <p:nvPr>
            <p:ph type="body" sz="quarter" idx="20" hasCustomPrompt="1"/>
          </p:nvPr>
        </p:nvSpPr>
        <p:spPr>
          <a:xfrm>
            <a:off x="4340226"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8" name="Text Placeholder 6">
            <a:extLst>
              <a:ext uri="{FF2B5EF4-FFF2-40B4-BE49-F238E27FC236}">
                <a16:creationId xmlns:a16="http://schemas.microsoft.com/office/drawing/2014/main" id="{53E5B521-5917-164E-BF18-105160A01CA5}"/>
              </a:ext>
            </a:extLst>
          </p:cNvPr>
          <p:cNvSpPr>
            <a:spLocks noGrp="1"/>
          </p:cNvSpPr>
          <p:nvPr>
            <p:ph type="body" sz="quarter" idx="22" hasCustomPrompt="1"/>
          </p:nvPr>
        </p:nvSpPr>
        <p:spPr>
          <a:xfrm>
            <a:off x="8076847"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9" name="Text Placeholder 6">
            <a:extLst>
              <a:ext uri="{FF2B5EF4-FFF2-40B4-BE49-F238E27FC236}">
                <a16:creationId xmlns:a16="http://schemas.microsoft.com/office/drawing/2014/main" id="{0721738F-FD2D-4146-A62E-4ECD6E8AF6FC}"/>
              </a:ext>
            </a:extLst>
          </p:cNvPr>
          <p:cNvSpPr>
            <a:spLocks noGrp="1"/>
          </p:cNvSpPr>
          <p:nvPr>
            <p:ph type="body" sz="quarter" idx="23" hasCustomPrompt="1"/>
          </p:nvPr>
        </p:nvSpPr>
        <p:spPr>
          <a:xfrm>
            <a:off x="622771"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20" name="Picture Placeholder 2">
            <a:extLst>
              <a:ext uri="{FF2B5EF4-FFF2-40B4-BE49-F238E27FC236}">
                <a16:creationId xmlns:a16="http://schemas.microsoft.com/office/drawing/2014/main" id="{8143D29F-44CB-0E44-8852-5377E5E8F518}"/>
              </a:ext>
            </a:extLst>
          </p:cNvPr>
          <p:cNvSpPr>
            <a:spLocks noGrp="1"/>
          </p:cNvSpPr>
          <p:nvPr>
            <p:ph type="pic" sz="quarter" idx="10" hasCustomPrompt="1"/>
          </p:nvPr>
        </p:nvSpPr>
        <p:spPr>
          <a:xfrm>
            <a:off x="4359394"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 ExtraLight"/>
              </a:defRPr>
            </a:lvl1pPr>
          </a:lstStyle>
          <a:p>
            <a:pPr lvl="0"/>
            <a:r>
              <a:rPr lang="en-US" noProof="0" dirty="0"/>
              <a:t>Click to add marketing icon</a:t>
            </a:r>
          </a:p>
        </p:txBody>
      </p:sp>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 ExtraLight"/>
              </a:defRPr>
            </a:lvl1pPr>
          </a:lstStyle>
          <a:p>
            <a:pPr lvl="0"/>
            <a:r>
              <a:rPr lang="en-US" noProof="0" dirty="0"/>
              <a:t>Click to add marketing icon</a:t>
            </a:r>
          </a:p>
        </p:txBody>
      </p:sp>
      <p:sp>
        <p:nvSpPr>
          <p:cNvPr id="22" name="Picture Placeholder 2">
            <a:extLst>
              <a:ext uri="{FF2B5EF4-FFF2-40B4-BE49-F238E27FC236}">
                <a16:creationId xmlns:a16="http://schemas.microsoft.com/office/drawing/2014/main" id="{EE6224FA-C881-7942-88CA-85C557540C4C}"/>
              </a:ext>
            </a:extLst>
          </p:cNvPr>
          <p:cNvSpPr>
            <a:spLocks noGrp="1"/>
          </p:cNvSpPr>
          <p:nvPr>
            <p:ph type="pic" sz="quarter" idx="25" hasCustomPrompt="1"/>
          </p:nvPr>
        </p:nvSpPr>
        <p:spPr>
          <a:xfrm>
            <a:off x="8086661"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 ExtraLight"/>
              </a:defRPr>
            </a:lvl1pPr>
          </a:lstStyle>
          <a:p>
            <a:pPr lvl="0"/>
            <a:r>
              <a:rPr lang="en-US" noProof="0" dirty="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32125"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3" name="Text Placeholder 2">
            <a:extLst>
              <a:ext uri="{FF2B5EF4-FFF2-40B4-BE49-F238E27FC236}">
                <a16:creationId xmlns:a16="http://schemas.microsoft.com/office/drawing/2014/main" id="{A1125D49-7617-524D-93FF-568220A243A4}"/>
              </a:ext>
            </a:extLst>
          </p:cNvPr>
          <p:cNvSpPr>
            <a:spLocks noGrp="1"/>
          </p:cNvSpPr>
          <p:nvPr>
            <p:ph type="body" sz="quarter" idx="29" hasCustomPrompt="1"/>
          </p:nvPr>
        </p:nvSpPr>
        <p:spPr>
          <a:xfrm>
            <a:off x="4350253"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4" name="Text Placeholder 2">
            <a:extLst>
              <a:ext uri="{FF2B5EF4-FFF2-40B4-BE49-F238E27FC236}">
                <a16:creationId xmlns:a16="http://schemas.microsoft.com/office/drawing/2014/main" id="{32FC023A-9146-A042-BD74-7CC8EF53A068}"/>
              </a:ext>
            </a:extLst>
          </p:cNvPr>
          <p:cNvSpPr>
            <a:spLocks noGrp="1"/>
          </p:cNvSpPr>
          <p:nvPr>
            <p:ph type="body" sz="quarter" idx="30" hasCustomPrompt="1"/>
          </p:nvPr>
        </p:nvSpPr>
        <p:spPr>
          <a:xfrm>
            <a:off x="8102968"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3" name="Text Placeholder 2">
            <a:extLst>
              <a:ext uri="{FF2B5EF4-FFF2-40B4-BE49-F238E27FC236}">
                <a16:creationId xmlns:a16="http://schemas.microsoft.com/office/drawing/2014/main" id="{3B88B2C6-7B71-2E10-C2D7-2073ED166CFF}"/>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5819971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Heading and title">
    <p:bg>
      <p:bgPr>
        <a:solidFill>
          <a:schemeClr val="bg2"/>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0C30067D-BDB2-4ED3-9FF2-9A7F7110FF90}"/>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8" name="Text Placeholder 6">
            <a:extLst>
              <a:ext uri="{FF2B5EF4-FFF2-40B4-BE49-F238E27FC236}">
                <a16:creationId xmlns:a16="http://schemas.microsoft.com/office/drawing/2014/main" id="{1878F7B9-C122-B8FB-05FB-508A64772A99}"/>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1651691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Bullet List">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7E84602F-A2F5-0AB3-EDDA-2F6FBCDFA885}"/>
              </a:ext>
            </a:extLst>
          </p:cNvPr>
          <p:cNvSpPr>
            <a:spLocks noGrp="1"/>
          </p:cNvSpPr>
          <p:nvPr>
            <p:ph type="body" sz="quarter" idx="10" hasCustomPrompt="1"/>
          </p:nvPr>
        </p:nvSpPr>
        <p:spPr>
          <a:xfrm>
            <a:off x="632818" y="1602317"/>
            <a:ext cx="11088236" cy="4519083"/>
          </a:xfrm>
          <a:prstGeom prst="rect">
            <a:avLst/>
          </a:prstGeom>
        </p:spPr>
        <p:txBody>
          <a:bodyPr lIns="91420" tIns="45710" rIns="91420" bIns="45710">
            <a:noAutofit/>
          </a:bodyPr>
          <a:lstStyle>
            <a:lvl1pPr marL="304798" indent="-228598">
              <a:lnSpc>
                <a:spcPct val="95000"/>
              </a:lnSpc>
              <a:spcBef>
                <a:spcPts val="1480"/>
              </a:spcBef>
              <a:buClr>
                <a:schemeClr val="bg1"/>
              </a:buClr>
              <a:buSzPct val="80000"/>
              <a:buFont typeface="Arial"/>
              <a:buChar char="•"/>
              <a:defRPr sz="2400" b="0" i="0">
                <a:solidFill>
                  <a:schemeClr val="tx1"/>
                </a:solidFill>
                <a:latin typeface="+mn-lt"/>
                <a:ea typeface="CiscoSansTT Thin" charset="0"/>
                <a:cs typeface="CiscoSansTT Thin" charset="0"/>
              </a:defRPr>
            </a:lvl1pPr>
            <a:lvl2pPr marL="609595" indent="-220132">
              <a:lnSpc>
                <a:spcPct val="95000"/>
              </a:lnSpc>
              <a:spcBef>
                <a:spcPts val="600"/>
              </a:spcBef>
              <a:buClr>
                <a:schemeClr val="bg1"/>
              </a:buClr>
              <a:buSzPct val="80000"/>
              <a:buFont typeface="Arial"/>
              <a:buChar char="•"/>
              <a:defRPr sz="1867" b="0" i="0">
                <a:solidFill>
                  <a:schemeClr val="tx1"/>
                </a:solidFill>
                <a:latin typeface="+mn-lt"/>
                <a:ea typeface="CiscoSansTT Thin" charset="0"/>
                <a:cs typeface="CiscoSansTT Thin" charset="0"/>
              </a:defRPr>
            </a:lvl2pPr>
            <a:lvl3pPr marL="914392" indent="-146050">
              <a:buClr>
                <a:schemeClr val="bg1"/>
              </a:buClr>
              <a:buSzPct val="80000"/>
              <a:buFont typeface="Arial"/>
              <a:buChar char="•"/>
              <a:defRPr sz="1600" b="0" i="0">
                <a:solidFill>
                  <a:schemeClr val="tx1"/>
                </a:solidFill>
                <a:latin typeface="CiscoSansTT" panose="020B0503020201020303" pitchFamily="34" charset="0"/>
                <a:ea typeface="CiscoSansTT" panose="020B0503020201020303" pitchFamily="34" charset="0"/>
                <a:cs typeface="CiscoSansTT" panose="020B0503020201020303" pitchFamily="34" charset="0"/>
              </a:defRPr>
            </a:lvl3pPr>
            <a:lvl4pPr marL="1214703" indent="-228552">
              <a:buClr>
                <a:schemeClr val="bg1"/>
              </a:buClr>
              <a:buSzPct val="80000"/>
              <a:buFont typeface="Arial"/>
              <a:buChar char="•"/>
              <a:defRPr sz="1333" b="0" i="0">
                <a:solidFill>
                  <a:schemeClr val="tx1"/>
                </a:solidFill>
                <a:latin typeface="CiscoSansTT Medium" panose="020B0503020201020303" pitchFamily="34" charset="0"/>
                <a:ea typeface="CiscoSansTT Medium" panose="020B0503020201020303" pitchFamily="34" charset="0"/>
                <a:cs typeface="CiscoSansTT Medium" panose="020B0503020201020303" pitchFamily="34" charset="0"/>
              </a:defRPr>
            </a:lvl4pPr>
            <a:lvl5pPr marL="1443255" indent="-224318">
              <a:buClr>
                <a:schemeClr val="bg2"/>
              </a:buClr>
              <a:buSzPct val="80000"/>
              <a:buFont typeface="Arial"/>
              <a:buChar char="•"/>
              <a:defRPr sz="1333" b="0" i="0">
                <a:solidFill>
                  <a:schemeClr val="bg2"/>
                </a:solidFill>
                <a:latin typeface="+mn-lt"/>
                <a:ea typeface="CiscoSansTT Thin" charset="0"/>
                <a:cs typeface="CiscoSansTT Thin" charset="0"/>
              </a:defRPr>
            </a:lvl5pPr>
          </a:lstStyle>
          <a:p>
            <a:pPr lvl="0"/>
            <a:r>
              <a:rPr lang="en-GB" dirty="0"/>
              <a:t>First level</a:t>
            </a:r>
          </a:p>
          <a:p>
            <a:pPr lvl="1"/>
            <a:r>
              <a:rPr lang="en-GB" dirty="0"/>
              <a:t>Second level</a:t>
            </a:r>
          </a:p>
          <a:p>
            <a:pPr lvl="2"/>
            <a:r>
              <a:rPr lang="en-GB" dirty="0"/>
              <a:t>Third level</a:t>
            </a:r>
          </a:p>
          <a:p>
            <a:pPr lvl="3"/>
            <a:r>
              <a:rPr lang="en-GB" dirty="0"/>
              <a:t>Fourth level</a:t>
            </a:r>
          </a:p>
        </p:txBody>
      </p:sp>
      <p:sp>
        <p:nvSpPr>
          <p:cNvPr id="8" name="Text Placeholder 2">
            <a:extLst>
              <a:ext uri="{FF2B5EF4-FFF2-40B4-BE49-F238E27FC236}">
                <a16:creationId xmlns:a16="http://schemas.microsoft.com/office/drawing/2014/main" id="{59A4C47A-6966-3B09-BD1C-38665845F9B1}"/>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0" name="Text Placeholder 6">
            <a:extLst>
              <a:ext uri="{FF2B5EF4-FFF2-40B4-BE49-F238E27FC236}">
                <a16:creationId xmlns:a16="http://schemas.microsoft.com/office/drawing/2014/main" id="{1FCB4DFA-B41D-91DA-5108-E390AFFDD535}"/>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20476806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6" name="Table Placeholder 11">
            <a:extLst>
              <a:ext uri="{FF2B5EF4-FFF2-40B4-BE49-F238E27FC236}">
                <a16:creationId xmlns:a16="http://schemas.microsoft.com/office/drawing/2014/main" id="{C83B223E-030E-74D0-B6FA-BEC3DA7BD3FA}"/>
              </a:ext>
            </a:extLst>
          </p:cNvPr>
          <p:cNvSpPr>
            <a:spLocks noGrp="1"/>
          </p:cNvSpPr>
          <p:nvPr>
            <p:ph type="tbl" sz="quarter" idx="12"/>
          </p:nvPr>
        </p:nvSpPr>
        <p:spPr>
          <a:xfrm>
            <a:off x="621102" y="1602317"/>
            <a:ext cx="10974395" cy="3739704"/>
          </a:xfrm>
          <a:prstGeom prst="rect">
            <a:avLst/>
          </a:prstGeom>
        </p:spPr>
        <p:txBody>
          <a:bodyPr lIns="91420" tIns="45710" rIns="91420" bIns="45710">
            <a:noAutofit/>
          </a:bodyPr>
          <a:lstStyle>
            <a:lvl1pPr marL="0" indent="0" algn="ctr">
              <a:buNone/>
              <a:defRPr sz="2667" baseline="0">
                <a:solidFill>
                  <a:schemeClr val="tx1"/>
                </a:solidFill>
                <a:latin typeface="+mn-lt"/>
              </a:defRPr>
            </a:lvl1pPr>
          </a:lstStyle>
          <a:p>
            <a:pPr lvl="0"/>
            <a:r>
              <a:rPr lang="en-US" noProof="0"/>
              <a:t>Click icon to add table</a:t>
            </a:r>
            <a:endParaRPr lang="en-GB" noProof="0" dirty="0"/>
          </a:p>
        </p:txBody>
      </p:sp>
      <p:sp>
        <p:nvSpPr>
          <p:cNvPr id="11" name="Text Placeholder 2">
            <a:extLst>
              <a:ext uri="{FF2B5EF4-FFF2-40B4-BE49-F238E27FC236}">
                <a16:creationId xmlns:a16="http://schemas.microsoft.com/office/drawing/2014/main" id="{89B8D9E7-EAC8-4A5C-4139-BA396711F078}"/>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Table caption goes here</a:t>
            </a:r>
          </a:p>
        </p:txBody>
      </p:sp>
      <p:sp>
        <p:nvSpPr>
          <p:cNvPr id="7" name="Text Placeholder 2">
            <a:extLst>
              <a:ext uri="{FF2B5EF4-FFF2-40B4-BE49-F238E27FC236}">
                <a16:creationId xmlns:a16="http://schemas.microsoft.com/office/drawing/2014/main" id="{DD6F855F-C6CE-B2F9-57E7-33E8ABD1C6C3}"/>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8" name="Text Placeholder 6">
            <a:extLst>
              <a:ext uri="{FF2B5EF4-FFF2-40B4-BE49-F238E27FC236}">
                <a16:creationId xmlns:a16="http://schemas.microsoft.com/office/drawing/2014/main" id="{AABDEAAE-DE1D-CF0D-8281-B39078C1DE9D}"/>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8432183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12" name="Text Placeholder 2">
            <a:extLst>
              <a:ext uri="{FF2B5EF4-FFF2-40B4-BE49-F238E27FC236}">
                <a16:creationId xmlns:a16="http://schemas.microsoft.com/office/drawing/2014/main" id="{48CE7DB6-039C-AC58-5C90-9B19A4AA26C7}"/>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Table caption goes here</a:t>
            </a:r>
          </a:p>
        </p:txBody>
      </p:sp>
      <p:sp>
        <p:nvSpPr>
          <p:cNvPr id="14" name="Chart Placeholder 2">
            <a:extLst>
              <a:ext uri="{FF2B5EF4-FFF2-40B4-BE49-F238E27FC236}">
                <a16:creationId xmlns:a16="http://schemas.microsoft.com/office/drawing/2014/main" id="{BD75F8AD-CDF4-CE28-1C24-08F6FA9598D3}"/>
              </a:ext>
            </a:extLst>
          </p:cNvPr>
          <p:cNvSpPr>
            <a:spLocks noGrp="1"/>
          </p:cNvSpPr>
          <p:nvPr>
            <p:ph type="chart" sz="quarter" idx="10"/>
          </p:nvPr>
        </p:nvSpPr>
        <p:spPr>
          <a:xfrm>
            <a:off x="632125" y="1602319"/>
            <a:ext cx="10960608" cy="3744383"/>
          </a:xfrm>
          <a:prstGeom prst="rect">
            <a:avLst/>
          </a:prstGeom>
        </p:spPr>
        <p:txBody>
          <a:bodyPr vert="horz" lIns="91420" tIns="45710" rIns="91420" bIns="45710">
            <a:noAutofit/>
          </a:bodyPr>
          <a:lstStyle>
            <a:lvl1pPr marL="0" indent="0" algn="ctr">
              <a:buNone/>
              <a:defRPr sz="2667" b="0" i="0">
                <a:solidFill>
                  <a:schemeClr val="tx1"/>
                </a:solidFill>
                <a:latin typeface="+mn-lt"/>
                <a:cs typeface="CiscoSans ExtraLight"/>
              </a:defRPr>
            </a:lvl1pPr>
          </a:lstStyle>
          <a:p>
            <a:pPr lvl="0"/>
            <a:r>
              <a:rPr lang="en-US" noProof="0"/>
              <a:t>Click icon to add chart</a:t>
            </a:r>
            <a:endParaRPr lang="en-US" noProof="0" dirty="0"/>
          </a:p>
        </p:txBody>
      </p:sp>
      <p:sp>
        <p:nvSpPr>
          <p:cNvPr id="9" name="Text Placeholder 2">
            <a:extLst>
              <a:ext uri="{FF2B5EF4-FFF2-40B4-BE49-F238E27FC236}">
                <a16:creationId xmlns:a16="http://schemas.microsoft.com/office/drawing/2014/main" id="{705B1628-7130-AF0C-17E8-DBDAD7001336}"/>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0" name="Text Placeholder 6">
            <a:extLst>
              <a:ext uri="{FF2B5EF4-FFF2-40B4-BE49-F238E27FC236}">
                <a16:creationId xmlns:a16="http://schemas.microsoft.com/office/drawing/2014/main" id="{A7267393-CC82-21AE-BF48-82206C9952EE}"/>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29505940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p:cSld name="Multi">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E6D804B-991F-15D0-1B5C-852F088F2293}"/>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Table caption goes here</a:t>
            </a:r>
          </a:p>
        </p:txBody>
      </p:sp>
      <p:sp>
        <p:nvSpPr>
          <p:cNvPr id="12" name="Content Placeholder 2">
            <a:extLst>
              <a:ext uri="{FF2B5EF4-FFF2-40B4-BE49-F238E27FC236}">
                <a16:creationId xmlns:a16="http://schemas.microsoft.com/office/drawing/2014/main" id="{5E762CBB-3A34-48C3-DD45-61F4F2FD11D1}"/>
              </a:ext>
            </a:extLst>
          </p:cNvPr>
          <p:cNvSpPr>
            <a:spLocks noGrp="1"/>
          </p:cNvSpPr>
          <p:nvPr>
            <p:ph idx="1"/>
          </p:nvPr>
        </p:nvSpPr>
        <p:spPr>
          <a:xfrm>
            <a:off x="632884" y="1602317"/>
            <a:ext cx="10961511" cy="3739704"/>
          </a:xfrm>
          <a:prstGeom prst="rect">
            <a:avLst/>
          </a:prstGeom>
        </p:spPr>
        <p:txBody>
          <a:bodyPr lIns="91420" tIns="45710" rIns="91420" bIns="45710">
            <a:noAutofit/>
          </a:bodyPr>
          <a:lstStyle>
            <a:lvl1pPr marL="380917" marR="0" indent="-380917" algn="ctr" defTabSz="609469" rtl="0" eaLnBrk="1" fontAlgn="auto" latinLnBrk="0" hangingPunct="1">
              <a:lnSpc>
                <a:spcPct val="100000"/>
              </a:lnSpc>
              <a:spcBef>
                <a:spcPct val="20000"/>
              </a:spcBef>
              <a:spcAft>
                <a:spcPts val="0"/>
              </a:spcAft>
              <a:buClrTx/>
              <a:buSzTx/>
              <a:buFont typeface="Arial"/>
              <a:buNone/>
              <a:tabLst/>
              <a:defRPr sz="2667" b="0" i="0" baseline="0">
                <a:solidFill>
                  <a:schemeClr val="tx1"/>
                </a:solidFill>
                <a:latin typeface="+mn-lt"/>
                <a:cs typeface="CiscoSans ExtraLight"/>
              </a:defRPr>
            </a:lvl1pPr>
          </a:lstStyle>
          <a:p>
            <a:pPr lvl="0"/>
            <a:r>
              <a:rPr lang="en-US"/>
              <a:t>Click to edit Master text styles</a:t>
            </a:r>
          </a:p>
        </p:txBody>
      </p:sp>
      <p:sp>
        <p:nvSpPr>
          <p:cNvPr id="7" name="Text Placeholder 2">
            <a:extLst>
              <a:ext uri="{FF2B5EF4-FFF2-40B4-BE49-F238E27FC236}">
                <a16:creationId xmlns:a16="http://schemas.microsoft.com/office/drawing/2014/main" id="{014E7A9D-AA27-1BDE-DF75-A66B1A4E967A}"/>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8" name="Text Placeholder 6">
            <a:extLst>
              <a:ext uri="{FF2B5EF4-FFF2-40B4-BE49-F238E27FC236}">
                <a16:creationId xmlns:a16="http://schemas.microsoft.com/office/drawing/2014/main" id="{8DB9C6A2-1768-FE67-38C1-DAE221A3B73A}"/>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5582025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cSld name="Heading only">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8A973767-6838-8C37-C9AB-EBCBB78A52A3}"/>
              </a:ext>
            </a:extLst>
          </p:cNvPr>
          <p:cNvSpPr>
            <a:spLocks noGrp="1"/>
          </p:cNvSpPr>
          <p:nvPr>
            <p:ph type="body" sz="quarter" idx="82"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18274500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Half Page Tex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522ACBA-6A0D-C74B-AFCB-38D9D94CE143}"/>
              </a:ext>
            </a:extLst>
          </p:cNvPr>
          <p:cNvSpPr/>
          <p:nvPr/>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dirty="0">
              <a:latin typeface="CiscoSansTT ExtraLight" panose="020B0303020201020303" pitchFamily="34" charset="0"/>
            </a:endParaRPr>
          </a:p>
        </p:txBody>
      </p:sp>
      <p:sp>
        <p:nvSpPr>
          <p:cNvPr id="7" name="Title 1">
            <a:extLst>
              <a:ext uri="{FF2B5EF4-FFF2-40B4-BE49-F238E27FC236}">
                <a16:creationId xmlns:a16="http://schemas.microsoft.com/office/drawing/2014/main" id="{EB0442CC-18E0-97B7-E62C-0397FB025279}"/>
              </a:ext>
            </a:extLst>
          </p:cNvPr>
          <p:cNvSpPr>
            <a:spLocks noGrp="1"/>
          </p:cNvSpPr>
          <p:nvPr>
            <p:ph type="ctrTitle" hasCustomPrompt="1"/>
          </p:nvPr>
        </p:nvSpPr>
        <p:spPr>
          <a:xfrm>
            <a:off x="627425" y="1766047"/>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9" name="Text Placeholder 2">
            <a:extLst>
              <a:ext uri="{FF2B5EF4-FFF2-40B4-BE49-F238E27FC236}">
                <a16:creationId xmlns:a16="http://schemas.microsoft.com/office/drawing/2014/main" id="{5F030301-E75F-E7BE-D423-283E76983DD5}"/>
              </a:ext>
            </a:extLst>
          </p:cNvPr>
          <p:cNvSpPr>
            <a:spLocks noGrp="1"/>
          </p:cNvSpPr>
          <p:nvPr>
            <p:ph type="body" sz="quarter" idx="16" hasCustomPrompt="1"/>
          </p:nvPr>
        </p:nvSpPr>
        <p:spPr>
          <a:xfrm>
            <a:off x="627425" y="2421515"/>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2" name="Text Placeholder 2">
            <a:extLst>
              <a:ext uri="{FF2B5EF4-FFF2-40B4-BE49-F238E27FC236}">
                <a16:creationId xmlns:a16="http://schemas.microsoft.com/office/drawing/2014/main" id="{9CFD8466-F4CC-C5A0-9C5C-BABB06B9214C}"/>
              </a:ext>
            </a:extLst>
          </p:cNvPr>
          <p:cNvSpPr>
            <a:spLocks noGrp="1"/>
          </p:cNvSpPr>
          <p:nvPr>
            <p:ph type="body" sz="quarter" idx="15" hasCustomPrompt="1"/>
          </p:nvPr>
        </p:nvSpPr>
        <p:spPr>
          <a:xfrm>
            <a:off x="627425" y="2852062"/>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1" name="Text Placeholder 2">
            <a:extLst>
              <a:ext uri="{FF2B5EF4-FFF2-40B4-BE49-F238E27FC236}">
                <a16:creationId xmlns:a16="http://schemas.microsoft.com/office/drawing/2014/main" id="{56C75B5F-2754-AB33-5A12-A2F80412EA7C}"/>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7969077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Half Page Text 2">
    <p:spTree>
      <p:nvGrpSpPr>
        <p:cNvPr id="1" name=""/>
        <p:cNvGrpSpPr/>
        <p:nvPr/>
      </p:nvGrpSpPr>
      <p:grpSpPr>
        <a:xfrm>
          <a:off x="0" y="0"/>
          <a:ext cx="0" cy="0"/>
          <a:chOff x="0" y="0"/>
          <a:chExt cx="0" cy="0"/>
        </a:xfrm>
      </p:grpSpPr>
      <p:sp>
        <p:nvSpPr>
          <p:cNvPr id="4" name="Rectangle 3"/>
          <p:cNvSpPr/>
          <p:nvPr/>
        </p:nvSpPr>
        <p:spPr>
          <a:xfrm>
            <a:off x="0"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dirty="0">
              <a:solidFill>
                <a:srgbClr val="0D274D"/>
              </a:solidFill>
              <a:latin typeface="CiscoSansTT ExtraLight" panose="020B0303020201020303" pitchFamily="34" charset="0"/>
            </a:endParaRPr>
          </a:p>
        </p:txBody>
      </p:sp>
      <p:sp>
        <p:nvSpPr>
          <p:cNvPr id="7" name="Title 1">
            <a:extLst>
              <a:ext uri="{FF2B5EF4-FFF2-40B4-BE49-F238E27FC236}">
                <a16:creationId xmlns:a16="http://schemas.microsoft.com/office/drawing/2014/main" id="{500FB767-EEA9-D740-8EE8-2114332F6203}"/>
              </a:ext>
            </a:extLst>
          </p:cNvPr>
          <p:cNvSpPr>
            <a:spLocks noGrp="1"/>
          </p:cNvSpPr>
          <p:nvPr>
            <p:ph type="ctrTitle" hasCustomPrompt="1"/>
          </p:nvPr>
        </p:nvSpPr>
        <p:spPr>
          <a:xfrm>
            <a:off x="623904"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pic>
        <p:nvPicPr>
          <p:cNvPr id="21" name="Picture 7">
            <a:extLst>
              <a:ext uri="{FF2B5EF4-FFF2-40B4-BE49-F238E27FC236}">
                <a16:creationId xmlns:a16="http://schemas.microsoft.com/office/drawing/2014/main" id="{C8840F6B-282B-A945-9690-ABC74CE8E7D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09602" y="6342698"/>
            <a:ext cx="396305" cy="208228"/>
          </a:xfrm>
          <a:prstGeom prst="rect">
            <a:avLst/>
          </a:prstGeom>
        </p:spPr>
      </p:pic>
      <p:sp>
        <p:nvSpPr>
          <p:cNvPr id="22" name="Rectangle 21">
            <a:extLst>
              <a:ext uri="{FF2B5EF4-FFF2-40B4-BE49-F238E27FC236}">
                <a16:creationId xmlns:a16="http://schemas.microsoft.com/office/drawing/2014/main" id="{2C5D8762-2A1E-3E48-9704-3A8D36FCB834}"/>
              </a:ext>
            </a:extLst>
          </p:cNvPr>
          <p:cNvSpPr>
            <a:spLocks noChangeArrowheads="1"/>
          </p:cNvSpPr>
          <p:nvPr/>
        </p:nvSpPr>
        <p:spPr bwMode="ltGray">
          <a:xfrm>
            <a:off x="1142755" y="6383796"/>
            <a:ext cx="4534733" cy="164924"/>
          </a:xfrm>
          <a:prstGeom prst="rect">
            <a:avLst/>
          </a:prstGeom>
          <a:noFill/>
          <a:ln w="9525">
            <a:noFill/>
            <a:miter lim="800000"/>
            <a:headEnd/>
            <a:tailEnd/>
          </a:ln>
          <a:effectLst/>
        </p:spPr>
        <p:txBody>
          <a:bodyPr wrap="square" lIns="82115" tIns="41056" rIns="82115" bIns="41056" anchor="b">
            <a:spAutoFit/>
          </a:bodyPr>
          <a:lstStyle/>
          <a:p>
            <a:pPr defTabSz="814318" fontAlgn="auto">
              <a:spcBef>
                <a:spcPts val="0"/>
              </a:spcBef>
              <a:spcAft>
                <a:spcPts val="0"/>
              </a:spcAft>
              <a:defRPr/>
            </a:pPr>
            <a:r>
              <a:rPr lang="en-US" sz="533" b="0" i="0" spc="27" baseline="0" dirty="0">
                <a:solidFill>
                  <a:srgbClr val="0D274D"/>
                </a:solidFill>
                <a:latin typeface="CiscoSansTT Light" panose="020B0503020201020303" pitchFamily="34" charset="0"/>
                <a:ea typeface="+mn-ea"/>
                <a:cs typeface="CiscoSansTT Light" panose="020B0503020201020303" pitchFamily="34" charset="0"/>
              </a:rPr>
              <a:t>© 2022  Cisco and/or its affiliates. All rights reserved.   Cisco Confidential</a:t>
            </a:r>
          </a:p>
        </p:txBody>
      </p:sp>
      <p:sp>
        <p:nvSpPr>
          <p:cNvPr id="12" name="Text Placeholder 2">
            <a:extLst>
              <a:ext uri="{FF2B5EF4-FFF2-40B4-BE49-F238E27FC236}">
                <a16:creationId xmlns:a16="http://schemas.microsoft.com/office/drawing/2014/main" id="{D9178804-B96E-BE4F-9C01-F123A4E79750}"/>
              </a:ext>
            </a:extLst>
          </p:cNvPr>
          <p:cNvSpPr>
            <a:spLocks noGrp="1"/>
          </p:cNvSpPr>
          <p:nvPr>
            <p:ph type="body" sz="quarter" idx="14" hasCustomPrompt="1"/>
          </p:nvPr>
        </p:nvSpPr>
        <p:spPr>
          <a:xfrm>
            <a:off x="632127" y="431801"/>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4" name="Text Placeholder 2">
            <a:extLst>
              <a:ext uri="{FF2B5EF4-FFF2-40B4-BE49-F238E27FC236}">
                <a16:creationId xmlns:a16="http://schemas.microsoft.com/office/drawing/2014/main" id="{0496D4BA-1A90-CD12-46A7-BEFF3610D8BF}"/>
              </a:ext>
            </a:extLst>
          </p:cNvPr>
          <p:cNvSpPr>
            <a:spLocks noGrp="1"/>
          </p:cNvSpPr>
          <p:nvPr>
            <p:ph type="body" sz="quarter" idx="21" hasCustomPrompt="1"/>
          </p:nvPr>
        </p:nvSpPr>
        <p:spPr>
          <a:xfrm>
            <a:off x="7360302" y="75839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6" name="Text Placeholder 2">
            <a:extLst>
              <a:ext uri="{FF2B5EF4-FFF2-40B4-BE49-F238E27FC236}">
                <a16:creationId xmlns:a16="http://schemas.microsoft.com/office/drawing/2014/main" id="{E5754773-B320-74FF-360B-AE12573C9FE6}"/>
              </a:ext>
            </a:extLst>
          </p:cNvPr>
          <p:cNvSpPr>
            <a:spLocks noGrp="1"/>
          </p:cNvSpPr>
          <p:nvPr>
            <p:ph type="body" sz="quarter" idx="24" hasCustomPrompt="1"/>
          </p:nvPr>
        </p:nvSpPr>
        <p:spPr>
          <a:xfrm>
            <a:off x="7360302" y="268901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0E77DDFA-F376-BD29-5DEA-72F5308CBF7A}"/>
              </a:ext>
            </a:extLst>
          </p:cNvPr>
          <p:cNvSpPr>
            <a:spLocks noGrp="1"/>
          </p:cNvSpPr>
          <p:nvPr>
            <p:ph type="body" sz="quarter" idx="26" hasCustomPrompt="1"/>
          </p:nvPr>
        </p:nvSpPr>
        <p:spPr>
          <a:xfrm>
            <a:off x="7360302" y="4610989"/>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9" name="Text Placeholder 2">
            <a:extLst>
              <a:ext uri="{FF2B5EF4-FFF2-40B4-BE49-F238E27FC236}">
                <a16:creationId xmlns:a16="http://schemas.microsoft.com/office/drawing/2014/main" id="{12102193-3492-4BAB-8F98-FC7C55191E4D}"/>
              </a:ext>
            </a:extLst>
          </p:cNvPr>
          <p:cNvSpPr>
            <a:spLocks noGrp="1"/>
          </p:cNvSpPr>
          <p:nvPr>
            <p:ph type="body" sz="quarter" idx="15" hasCustomPrompt="1"/>
          </p:nvPr>
        </p:nvSpPr>
        <p:spPr>
          <a:xfrm>
            <a:off x="7360302" y="1190595"/>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0" name="Text Placeholder 2">
            <a:extLst>
              <a:ext uri="{FF2B5EF4-FFF2-40B4-BE49-F238E27FC236}">
                <a16:creationId xmlns:a16="http://schemas.microsoft.com/office/drawing/2014/main" id="{0A6491F4-97AD-1094-3D4C-75416A30CE37}"/>
              </a:ext>
            </a:extLst>
          </p:cNvPr>
          <p:cNvSpPr>
            <a:spLocks noGrp="1"/>
          </p:cNvSpPr>
          <p:nvPr>
            <p:ph type="body" sz="quarter" idx="28" hasCustomPrompt="1"/>
          </p:nvPr>
        </p:nvSpPr>
        <p:spPr>
          <a:xfrm>
            <a:off x="7360302" y="3112568"/>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3" name="Text Placeholder 2">
            <a:extLst>
              <a:ext uri="{FF2B5EF4-FFF2-40B4-BE49-F238E27FC236}">
                <a16:creationId xmlns:a16="http://schemas.microsoft.com/office/drawing/2014/main" id="{792FD8C7-8C8B-6909-C32B-EAA567C1FEF3}"/>
              </a:ext>
            </a:extLst>
          </p:cNvPr>
          <p:cNvSpPr>
            <a:spLocks noGrp="1"/>
          </p:cNvSpPr>
          <p:nvPr>
            <p:ph type="body" sz="quarter" idx="29" hasCustomPrompt="1"/>
          </p:nvPr>
        </p:nvSpPr>
        <p:spPr>
          <a:xfrm>
            <a:off x="7360302" y="5043187"/>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Tree>
    <p:extLst>
      <p:ext uri="{BB962C8B-B14F-4D97-AF65-F5344CB8AC3E}">
        <p14:creationId xmlns:p14="http://schemas.microsoft.com/office/powerpoint/2010/main" val="30972450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Half Page Text 3">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3E8268D0-2B6B-14C3-F3A8-834B9EAEC765}"/>
              </a:ext>
            </a:extLst>
          </p:cNvPr>
          <p:cNvSpPr>
            <a:spLocks noGrp="1"/>
          </p:cNvSpPr>
          <p:nvPr>
            <p:ph type="body" sz="quarter" idx="21" hasCustomPrompt="1"/>
          </p:nvPr>
        </p:nvSpPr>
        <p:spPr>
          <a:xfrm>
            <a:off x="7360302" y="75839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4" name="Text Placeholder 2">
            <a:extLst>
              <a:ext uri="{FF2B5EF4-FFF2-40B4-BE49-F238E27FC236}">
                <a16:creationId xmlns:a16="http://schemas.microsoft.com/office/drawing/2014/main" id="{8A14A143-03AF-F347-89FC-0666167C56A7}"/>
              </a:ext>
            </a:extLst>
          </p:cNvPr>
          <p:cNvSpPr>
            <a:spLocks noGrp="1"/>
          </p:cNvSpPr>
          <p:nvPr>
            <p:ph type="body" sz="quarter" idx="24" hasCustomPrompt="1"/>
          </p:nvPr>
        </p:nvSpPr>
        <p:spPr>
          <a:xfrm>
            <a:off x="7360302" y="268901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5" name="Text Placeholder 2">
            <a:extLst>
              <a:ext uri="{FF2B5EF4-FFF2-40B4-BE49-F238E27FC236}">
                <a16:creationId xmlns:a16="http://schemas.microsoft.com/office/drawing/2014/main" id="{1E323F44-643B-8464-6F8E-6F0C68F4A75A}"/>
              </a:ext>
            </a:extLst>
          </p:cNvPr>
          <p:cNvSpPr>
            <a:spLocks noGrp="1"/>
          </p:cNvSpPr>
          <p:nvPr>
            <p:ph type="body" sz="quarter" idx="26" hasCustomPrompt="1"/>
          </p:nvPr>
        </p:nvSpPr>
        <p:spPr>
          <a:xfrm>
            <a:off x="7360302" y="4610989"/>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6" name="Text Placeholder 2">
            <a:extLst>
              <a:ext uri="{FF2B5EF4-FFF2-40B4-BE49-F238E27FC236}">
                <a16:creationId xmlns:a16="http://schemas.microsoft.com/office/drawing/2014/main" id="{77D7AA59-52D3-A85E-06D7-7D6C84CBBB83}"/>
              </a:ext>
            </a:extLst>
          </p:cNvPr>
          <p:cNvSpPr>
            <a:spLocks noGrp="1"/>
          </p:cNvSpPr>
          <p:nvPr>
            <p:ph type="body" sz="quarter" idx="15" hasCustomPrompt="1"/>
          </p:nvPr>
        </p:nvSpPr>
        <p:spPr>
          <a:xfrm>
            <a:off x="7360302" y="1190595"/>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0" name="Text Placeholder 2">
            <a:extLst>
              <a:ext uri="{FF2B5EF4-FFF2-40B4-BE49-F238E27FC236}">
                <a16:creationId xmlns:a16="http://schemas.microsoft.com/office/drawing/2014/main" id="{6481995A-7D97-808B-623A-0F2B9B54B1FA}"/>
              </a:ext>
            </a:extLst>
          </p:cNvPr>
          <p:cNvSpPr>
            <a:spLocks noGrp="1"/>
          </p:cNvSpPr>
          <p:nvPr>
            <p:ph type="body" sz="quarter" idx="28" hasCustomPrompt="1"/>
          </p:nvPr>
        </p:nvSpPr>
        <p:spPr>
          <a:xfrm>
            <a:off x="7360302" y="3112568"/>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2" name="Text Placeholder 2">
            <a:extLst>
              <a:ext uri="{FF2B5EF4-FFF2-40B4-BE49-F238E27FC236}">
                <a16:creationId xmlns:a16="http://schemas.microsoft.com/office/drawing/2014/main" id="{C2C22A22-15C4-D3F3-399F-EBDDB222B289}"/>
              </a:ext>
            </a:extLst>
          </p:cNvPr>
          <p:cNvSpPr>
            <a:spLocks noGrp="1"/>
          </p:cNvSpPr>
          <p:nvPr>
            <p:ph type="body" sz="quarter" idx="29" hasCustomPrompt="1"/>
          </p:nvPr>
        </p:nvSpPr>
        <p:spPr>
          <a:xfrm>
            <a:off x="7360302" y="5043187"/>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3" name="Title 1">
            <a:extLst>
              <a:ext uri="{FF2B5EF4-FFF2-40B4-BE49-F238E27FC236}">
                <a16:creationId xmlns:a16="http://schemas.microsoft.com/office/drawing/2014/main" id="{3576ECFD-ABB0-1491-EDD7-7F12498F6CCC}"/>
              </a:ext>
            </a:extLst>
          </p:cNvPr>
          <p:cNvSpPr>
            <a:spLocks noGrp="1"/>
          </p:cNvSpPr>
          <p:nvPr>
            <p:ph type="ctrTitle" hasCustomPrompt="1"/>
          </p:nvPr>
        </p:nvSpPr>
        <p:spPr>
          <a:xfrm>
            <a:off x="623904"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24" name="Text Placeholder 2">
            <a:extLst>
              <a:ext uri="{FF2B5EF4-FFF2-40B4-BE49-F238E27FC236}">
                <a16:creationId xmlns:a16="http://schemas.microsoft.com/office/drawing/2014/main" id="{AEDD64BB-96E9-B53B-7D4D-690B8C23D059}"/>
              </a:ext>
            </a:extLst>
          </p:cNvPr>
          <p:cNvSpPr>
            <a:spLocks noGrp="1"/>
          </p:cNvSpPr>
          <p:nvPr>
            <p:ph type="body" sz="quarter" idx="14" hasCustomPrompt="1"/>
          </p:nvPr>
        </p:nvSpPr>
        <p:spPr>
          <a:xfrm>
            <a:off x="632127" y="431801"/>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1960210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Half Page Text 4">
    <p:spTree>
      <p:nvGrpSpPr>
        <p:cNvPr id="1" name=""/>
        <p:cNvGrpSpPr/>
        <p:nvPr/>
      </p:nvGrpSpPr>
      <p:grpSpPr>
        <a:xfrm>
          <a:off x="0" y="0"/>
          <a:ext cx="0" cy="0"/>
          <a:chOff x="0" y="0"/>
          <a:chExt cx="0" cy="0"/>
        </a:xfrm>
      </p:grpSpPr>
      <p:sp>
        <p:nvSpPr>
          <p:cNvPr id="4" name="Rectangle 3"/>
          <p:cNvSpPr/>
          <p:nvPr/>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dirty="0">
              <a:latin typeface="CiscoSansTT ExtraLight" panose="020B0303020201020303" pitchFamily="34" charset="0"/>
            </a:endParaRPr>
          </a:p>
        </p:txBody>
      </p:sp>
      <p:sp>
        <p:nvSpPr>
          <p:cNvPr id="7" name="Title 1">
            <a:extLst>
              <a:ext uri="{FF2B5EF4-FFF2-40B4-BE49-F238E27FC236}">
                <a16:creationId xmlns:a16="http://schemas.microsoft.com/office/drawing/2014/main" id="{500FB767-EEA9-D740-8EE8-2114332F6203}"/>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16" name="Text Placeholder 2">
            <a:extLst>
              <a:ext uri="{FF2B5EF4-FFF2-40B4-BE49-F238E27FC236}">
                <a16:creationId xmlns:a16="http://schemas.microsoft.com/office/drawing/2014/main" id="{6D48D0B9-5AAE-5EA0-915E-F4A587C78D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3" name="Text Placeholder 2">
            <a:extLst>
              <a:ext uri="{FF2B5EF4-FFF2-40B4-BE49-F238E27FC236}">
                <a16:creationId xmlns:a16="http://schemas.microsoft.com/office/drawing/2014/main" id="{FD776BEA-9222-9BAE-1B0A-D130A0C27386}"/>
              </a:ext>
            </a:extLst>
          </p:cNvPr>
          <p:cNvSpPr>
            <a:spLocks noGrp="1"/>
          </p:cNvSpPr>
          <p:nvPr>
            <p:ph type="body" sz="quarter" idx="21" hasCustomPrompt="1"/>
          </p:nvPr>
        </p:nvSpPr>
        <p:spPr>
          <a:xfrm>
            <a:off x="7360304" y="75839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4" name="Text Placeholder 2">
            <a:extLst>
              <a:ext uri="{FF2B5EF4-FFF2-40B4-BE49-F238E27FC236}">
                <a16:creationId xmlns:a16="http://schemas.microsoft.com/office/drawing/2014/main" id="{4FF5CF4C-D0EB-653A-EF97-9B340B356D4E}"/>
              </a:ext>
            </a:extLst>
          </p:cNvPr>
          <p:cNvSpPr>
            <a:spLocks noGrp="1"/>
          </p:cNvSpPr>
          <p:nvPr>
            <p:ph type="body" sz="quarter" idx="24" hasCustomPrompt="1"/>
          </p:nvPr>
        </p:nvSpPr>
        <p:spPr>
          <a:xfrm>
            <a:off x="7360304" y="268901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5" name="Text Placeholder 2">
            <a:extLst>
              <a:ext uri="{FF2B5EF4-FFF2-40B4-BE49-F238E27FC236}">
                <a16:creationId xmlns:a16="http://schemas.microsoft.com/office/drawing/2014/main" id="{AD7E996C-EDDD-1C3A-F435-CE74CC8C66CD}"/>
              </a:ext>
            </a:extLst>
          </p:cNvPr>
          <p:cNvSpPr>
            <a:spLocks noGrp="1"/>
          </p:cNvSpPr>
          <p:nvPr>
            <p:ph type="body" sz="quarter" idx="26" hasCustomPrompt="1"/>
          </p:nvPr>
        </p:nvSpPr>
        <p:spPr>
          <a:xfrm>
            <a:off x="7360304" y="4610989"/>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0" name="Text Placeholder 2">
            <a:extLst>
              <a:ext uri="{FF2B5EF4-FFF2-40B4-BE49-F238E27FC236}">
                <a16:creationId xmlns:a16="http://schemas.microsoft.com/office/drawing/2014/main" id="{7EAE9D52-E667-E111-D1B1-C8DA2561EB82}"/>
              </a:ext>
            </a:extLst>
          </p:cNvPr>
          <p:cNvSpPr>
            <a:spLocks noGrp="1"/>
          </p:cNvSpPr>
          <p:nvPr>
            <p:ph type="body" sz="quarter" idx="15" hasCustomPrompt="1"/>
          </p:nvPr>
        </p:nvSpPr>
        <p:spPr>
          <a:xfrm>
            <a:off x="7360304" y="1190595"/>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2" name="Text Placeholder 2">
            <a:extLst>
              <a:ext uri="{FF2B5EF4-FFF2-40B4-BE49-F238E27FC236}">
                <a16:creationId xmlns:a16="http://schemas.microsoft.com/office/drawing/2014/main" id="{43217552-FC77-55C0-C4C3-86742477333B}"/>
              </a:ext>
            </a:extLst>
          </p:cNvPr>
          <p:cNvSpPr>
            <a:spLocks noGrp="1"/>
          </p:cNvSpPr>
          <p:nvPr>
            <p:ph type="body" sz="quarter" idx="28" hasCustomPrompt="1"/>
          </p:nvPr>
        </p:nvSpPr>
        <p:spPr>
          <a:xfrm>
            <a:off x="7360304" y="3112568"/>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3" name="Text Placeholder 2">
            <a:extLst>
              <a:ext uri="{FF2B5EF4-FFF2-40B4-BE49-F238E27FC236}">
                <a16:creationId xmlns:a16="http://schemas.microsoft.com/office/drawing/2014/main" id="{61B96D09-51F8-E400-53C3-04E0CB41305D}"/>
              </a:ext>
            </a:extLst>
          </p:cNvPr>
          <p:cNvSpPr>
            <a:spLocks noGrp="1"/>
          </p:cNvSpPr>
          <p:nvPr>
            <p:ph type="body" sz="quarter" idx="29" hasCustomPrompt="1"/>
          </p:nvPr>
        </p:nvSpPr>
        <p:spPr>
          <a:xfrm>
            <a:off x="7360304" y="5043187"/>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Tree>
    <p:extLst>
      <p:ext uri="{BB962C8B-B14F-4D97-AF65-F5344CB8AC3E}">
        <p14:creationId xmlns:p14="http://schemas.microsoft.com/office/powerpoint/2010/main" val="185023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Half page text 5">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F37C714-926C-B64D-A4F5-C938E3E4ED20}"/>
              </a:ext>
            </a:extLst>
          </p:cNvPr>
          <p:cNvSpPr/>
          <p:nvPr/>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dirty="0">
              <a:latin typeface="CiscoSansTT ExtraLight" panose="020B0303020201020303" pitchFamily="34" charset="0"/>
            </a:endParaRPr>
          </a:p>
        </p:txBody>
      </p:sp>
      <p:sp>
        <p:nvSpPr>
          <p:cNvPr id="16" name="Text Placeholder 2">
            <a:extLst>
              <a:ext uri="{FF2B5EF4-FFF2-40B4-BE49-F238E27FC236}">
                <a16:creationId xmlns:a16="http://schemas.microsoft.com/office/drawing/2014/main" id="{C2CBB27D-4ECC-7D57-A8D7-9837ACB4C785}"/>
              </a:ext>
            </a:extLst>
          </p:cNvPr>
          <p:cNvSpPr>
            <a:spLocks noGrp="1"/>
          </p:cNvSpPr>
          <p:nvPr>
            <p:ph type="body" sz="quarter" idx="21" hasCustomPrompt="1"/>
          </p:nvPr>
        </p:nvSpPr>
        <p:spPr>
          <a:xfrm>
            <a:off x="7360304" y="75839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4E4DEDCA-B1D8-2700-95AE-F61F2A5A40E4}"/>
              </a:ext>
            </a:extLst>
          </p:cNvPr>
          <p:cNvSpPr>
            <a:spLocks noGrp="1"/>
          </p:cNvSpPr>
          <p:nvPr>
            <p:ph type="body" sz="quarter" idx="24" hasCustomPrompt="1"/>
          </p:nvPr>
        </p:nvSpPr>
        <p:spPr>
          <a:xfrm>
            <a:off x="7360304" y="268901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9" name="Text Placeholder 2">
            <a:extLst>
              <a:ext uri="{FF2B5EF4-FFF2-40B4-BE49-F238E27FC236}">
                <a16:creationId xmlns:a16="http://schemas.microsoft.com/office/drawing/2014/main" id="{DCB8C56B-FD0B-ED99-1F78-93E2F9DB6316}"/>
              </a:ext>
            </a:extLst>
          </p:cNvPr>
          <p:cNvSpPr>
            <a:spLocks noGrp="1"/>
          </p:cNvSpPr>
          <p:nvPr>
            <p:ph type="body" sz="quarter" idx="26" hasCustomPrompt="1"/>
          </p:nvPr>
        </p:nvSpPr>
        <p:spPr>
          <a:xfrm>
            <a:off x="7360304" y="4610989"/>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1" name="Text Placeholder 2">
            <a:extLst>
              <a:ext uri="{FF2B5EF4-FFF2-40B4-BE49-F238E27FC236}">
                <a16:creationId xmlns:a16="http://schemas.microsoft.com/office/drawing/2014/main" id="{4FF4178D-EA14-1DB3-76F5-F17A2F680081}"/>
              </a:ext>
            </a:extLst>
          </p:cNvPr>
          <p:cNvSpPr>
            <a:spLocks noGrp="1"/>
          </p:cNvSpPr>
          <p:nvPr>
            <p:ph type="body" sz="quarter" idx="15" hasCustomPrompt="1"/>
          </p:nvPr>
        </p:nvSpPr>
        <p:spPr>
          <a:xfrm>
            <a:off x="7360304" y="1190595"/>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2" name="Text Placeholder 2">
            <a:extLst>
              <a:ext uri="{FF2B5EF4-FFF2-40B4-BE49-F238E27FC236}">
                <a16:creationId xmlns:a16="http://schemas.microsoft.com/office/drawing/2014/main" id="{C50465A6-124F-F258-49BE-3472BBC000E1}"/>
              </a:ext>
            </a:extLst>
          </p:cNvPr>
          <p:cNvSpPr>
            <a:spLocks noGrp="1"/>
          </p:cNvSpPr>
          <p:nvPr>
            <p:ph type="body" sz="quarter" idx="28" hasCustomPrompt="1"/>
          </p:nvPr>
        </p:nvSpPr>
        <p:spPr>
          <a:xfrm>
            <a:off x="7360304" y="3112568"/>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3" name="Text Placeholder 2">
            <a:extLst>
              <a:ext uri="{FF2B5EF4-FFF2-40B4-BE49-F238E27FC236}">
                <a16:creationId xmlns:a16="http://schemas.microsoft.com/office/drawing/2014/main" id="{88F04DA7-F805-D415-F2BB-79E89146E2C0}"/>
              </a:ext>
            </a:extLst>
          </p:cNvPr>
          <p:cNvSpPr>
            <a:spLocks noGrp="1"/>
          </p:cNvSpPr>
          <p:nvPr>
            <p:ph type="body" sz="quarter" idx="29" hasCustomPrompt="1"/>
          </p:nvPr>
        </p:nvSpPr>
        <p:spPr>
          <a:xfrm>
            <a:off x="7360304" y="5043187"/>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4" name="Title 1">
            <a:extLst>
              <a:ext uri="{FF2B5EF4-FFF2-40B4-BE49-F238E27FC236}">
                <a16:creationId xmlns:a16="http://schemas.microsoft.com/office/drawing/2014/main" id="{63195051-635B-6257-E964-771DABF5DF3B}"/>
              </a:ext>
            </a:extLst>
          </p:cNvPr>
          <p:cNvSpPr>
            <a:spLocks noGrp="1"/>
          </p:cNvSpPr>
          <p:nvPr>
            <p:ph type="ctrTitle" hasCustomPrompt="1"/>
          </p:nvPr>
        </p:nvSpPr>
        <p:spPr>
          <a:xfrm>
            <a:off x="632125" y="1771876"/>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25" name="Text Placeholder 2">
            <a:extLst>
              <a:ext uri="{FF2B5EF4-FFF2-40B4-BE49-F238E27FC236}">
                <a16:creationId xmlns:a16="http://schemas.microsoft.com/office/drawing/2014/main" id="{D0A8471E-2BBA-AE3D-CE56-68CCA2519DA0}"/>
              </a:ext>
            </a:extLst>
          </p:cNvPr>
          <p:cNvSpPr>
            <a:spLocks noGrp="1"/>
          </p:cNvSpPr>
          <p:nvPr>
            <p:ph type="body" sz="quarter" idx="16" hasCustomPrompt="1"/>
          </p:nvPr>
        </p:nvSpPr>
        <p:spPr>
          <a:xfrm>
            <a:off x="63212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6" name="Text Placeholder 2">
            <a:extLst>
              <a:ext uri="{FF2B5EF4-FFF2-40B4-BE49-F238E27FC236}">
                <a16:creationId xmlns:a16="http://schemas.microsoft.com/office/drawing/2014/main" id="{748B7AD2-C316-D1F7-99FE-EF6B9A10F889}"/>
              </a:ext>
            </a:extLst>
          </p:cNvPr>
          <p:cNvSpPr>
            <a:spLocks noGrp="1"/>
          </p:cNvSpPr>
          <p:nvPr>
            <p:ph type="body" sz="quarter" idx="30" hasCustomPrompt="1"/>
          </p:nvPr>
        </p:nvSpPr>
        <p:spPr>
          <a:xfrm>
            <a:off x="632125" y="2813068"/>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8" name="Text Placeholder 2">
            <a:extLst>
              <a:ext uri="{FF2B5EF4-FFF2-40B4-BE49-F238E27FC236}">
                <a16:creationId xmlns:a16="http://schemas.microsoft.com/office/drawing/2014/main" id="{B3D1F05A-245C-2C85-24CE-BAD42CCB0C2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4448570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84">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Image Large Captio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A62B9F0-3EE9-0046-B656-7796BE0520F4}"/>
              </a:ext>
            </a:extLst>
          </p:cNvPr>
          <p:cNvSpPr>
            <a:spLocks noGrp="1"/>
          </p:cNvSpPr>
          <p:nvPr>
            <p:ph type="ctrTitle" hasCustomPrompt="1"/>
          </p:nvPr>
        </p:nvSpPr>
        <p:spPr>
          <a:xfrm>
            <a:off x="979707" y="4324906"/>
            <a:ext cx="10232588" cy="1955628"/>
          </a:xfrm>
          <a:prstGeom prst="rect">
            <a:avLst/>
          </a:prstGeom>
        </p:spPr>
        <p:txBody>
          <a:bodyPr anchor="ctr"/>
          <a:lstStyle>
            <a:lvl1pPr marL="0" indent="0" algn="ctr">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goes here</a:t>
            </a:r>
            <a:endParaRPr lang="en-US" dirty="0"/>
          </a:p>
        </p:txBody>
      </p:sp>
      <p:sp>
        <p:nvSpPr>
          <p:cNvPr id="6" name="Picture Placeholder 2">
            <a:extLst>
              <a:ext uri="{FF2B5EF4-FFF2-40B4-BE49-F238E27FC236}">
                <a16:creationId xmlns:a16="http://schemas.microsoft.com/office/drawing/2014/main" id="{EF1594EA-D397-6C41-A885-CC4BB73C61CA}"/>
              </a:ext>
            </a:extLst>
          </p:cNvPr>
          <p:cNvSpPr>
            <a:spLocks noGrp="1"/>
          </p:cNvSpPr>
          <p:nvPr>
            <p:ph type="pic" sz="quarter" idx="10" hasCustomPrompt="1"/>
          </p:nvPr>
        </p:nvSpPr>
        <p:spPr>
          <a:xfrm>
            <a:off x="1" y="0"/>
            <a:ext cx="12192000" cy="4324904"/>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spTree>
    <p:extLst>
      <p:ext uri="{BB962C8B-B14F-4D97-AF65-F5344CB8AC3E}">
        <p14:creationId xmlns:p14="http://schemas.microsoft.com/office/powerpoint/2010/main" val="24297517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Sky Image Large Caption">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A62B9F0-3EE9-0046-B656-7796BE0520F4}"/>
              </a:ext>
            </a:extLst>
          </p:cNvPr>
          <p:cNvSpPr>
            <a:spLocks noGrp="1"/>
          </p:cNvSpPr>
          <p:nvPr>
            <p:ph type="ctrTitle" hasCustomPrompt="1"/>
          </p:nvPr>
        </p:nvSpPr>
        <p:spPr>
          <a:xfrm>
            <a:off x="979707" y="4324906"/>
            <a:ext cx="10232588" cy="1955628"/>
          </a:xfrm>
          <a:prstGeom prst="rect">
            <a:avLst/>
          </a:prstGeom>
        </p:spPr>
        <p:txBody>
          <a:bodyPr anchor="ctr"/>
          <a:lstStyle>
            <a:lvl1pPr marL="0" indent="0" algn="ctr">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goes here</a:t>
            </a:r>
            <a:endParaRPr lang="en-US" dirty="0"/>
          </a:p>
        </p:txBody>
      </p:sp>
      <p:sp>
        <p:nvSpPr>
          <p:cNvPr id="6" name="Picture Placeholder 2">
            <a:extLst>
              <a:ext uri="{FF2B5EF4-FFF2-40B4-BE49-F238E27FC236}">
                <a16:creationId xmlns:a16="http://schemas.microsoft.com/office/drawing/2014/main" id="{EF1594EA-D397-6C41-A885-CC4BB73C61CA}"/>
              </a:ext>
            </a:extLst>
          </p:cNvPr>
          <p:cNvSpPr>
            <a:spLocks noGrp="1"/>
          </p:cNvSpPr>
          <p:nvPr>
            <p:ph type="pic" sz="quarter" idx="10" hasCustomPrompt="1"/>
          </p:nvPr>
        </p:nvSpPr>
        <p:spPr>
          <a:xfrm>
            <a:off x="1" y="0"/>
            <a:ext cx="12192000" cy="4324904"/>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spTree>
    <p:extLst>
      <p:ext uri="{BB962C8B-B14F-4D97-AF65-F5344CB8AC3E}">
        <p14:creationId xmlns:p14="http://schemas.microsoft.com/office/powerpoint/2010/main" val="20451264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Image Full">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45C13F8A-9C96-BC4F-A27C-6AF68C9B9A84}"/>
              </a:ext>
            </a:extLst>
          </p:cNvPr>
          <p:cNvSpPr>
            <a:spLocks noGrp="1"/>
          </p:cNvSpPr>
          <p:nvPr>
            <p:ph type="pic" sz="quarter" idx="10" hasCustomPrompt="1"/>
          </p:nvPr>
        </p:nvSpPr>
        <p:spPr>
          <a:xfrm>
            <a:off x="1" y="0"/>
            <a:ext cx="12192000" cy="5992432"/>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spTree>
    <p:extLst>
      <p:ext uri="{BB962C8B-B14F-4D97-AF65-F5344CB8AC3E}">
        <p14:creationId xmlns:p14="http://schemas.microsoft.com/office/powerpoint/2010/main" val="33737508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Sky Image Full">
    <p:bg>
      <p:bgPr>
        <a:solidFill>
          <a:schemeClr val="accent1"/>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45C13F8A-9C96-BC4F-A27C-6AF68C9B9A84}"/>
              </a:ext>
            </a:extLst>
          </p:cNvPr>
          <p:cNvSpPr>
            <a:spLocks noGrp="1"/>
          </p:cNvSpPr>
          <p:nvPr>
            <p:ph type="pic" sz="quarter" idx="10" hasCustomPrompt="1"/>
          </p:nvPr>
        </p:nvSpPr>
        <p:spPr>
          <a:xfrm>
            <a:off x="1" y="0"/>
            <a:ext cx="12192000" cy="5992432"/>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spTree>
    <p:extLst>
      <p:ext uri="{BB962C8B-B14F-4D97-AF65-F5344CB8AC3E}">
        <p14:creationId xmlns:p14="http://schemas.microsoft.com/office/powerpoint/2010/main" val="1163911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Half page image caption">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6786035" y="431802"/>
            <a:ext cx="5405967" cy="5201356"/>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9" name="Text Placeholder 8"/>
          <p:cNvSpPr>
            <a:spLocks noGrp="1"/>
          </p:cNvSpPr>
          <p:nvPr>
            <p:ph type="body" sz="quarter" idx="11"/>
          </p:nvPr>
        </p:nvSpPr>
        <p:spPr>
          <a:xfrm>
            <a:off x="6786035" y="5893686"/>
            <a:ext cx="4745567" cy="227716"/>
          </a:xfrm>
          <a:prstGeom prst="rect">
            <a:avLst/>
          </a:prstGeom>
        </p:spPr>
        <p:txBody>
          <a:bodyPr lIns="0" tIns="0" rIns="0" bIns="0"/>
          <a:lstStyle>
            <a:lvl1pPr marL="0" indent="0">
              <a:buNone/>
              <a:defRPr sz="1600">
                <a:solidFill>
                  <a:schemeClr val="tx1"/>
                </a:solidFill>
              </a:defRPr>
            </a:lvl1pPr>
          </a:lstStyle>
          <a:p>
            <a:pPr lvl="0"/>
            <a:r>
              <a:rPr lang="en-US"/>
              <a:t>Click to edit Master text styles</a:t>
            </a:r>
          </a:p>
        </p:txBody>
      </p:sp>
      <p:sp>
        <p:nvSpPr>
          <p:cNvPr id="13" name="Title 1">
            <a:extLst>
              <a:ext uri="{FF2B5EF4-FFF2-40B4-BE49-F238E27FC236}">
                <a16:creationId xmlns:a16="http://schemas.microsoft.com/office/drawing/2014/main" id="{ED0CF905-953D-514D-A5C8-5787B32C1E08}"/>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6" name="Text Placeholder 2">
            <a:extLst>
              <a:ext uri="{FF2B5EF4-FFF2-40B4-BE49-F238E27FC236}">
                <a16:creationId xmlns:a16="http://schemas.microsoft.com/office/drawing/2014/main" id="{1590B87F-2616-792A-8A7A-058FE3E9E64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9983311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7" pos="4275">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Sky Half page image caption">
    <p:bg>
      <p:bgPr>
        <a:solidFill>
          <a:schemeClr val="accent1"/>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6786035" y="431802"/>
            <a:ext cx="5405967" cy="5201356"/>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9" name="Text Placeholder 8"/>
          <p:cNvSpPr>
            <a:spLocks noGrp="1"/>
          </p:cNvSpPr>
          <p:nvPr>
            <p:ph type="body" sz="quarter" idx="11"/>
          </p:nvPr>
        </p:nvSpPr>
        <p:spPr>
          <a:xfrm>
            <a:off x="6786035" y="5893686"/>
            <a:ext cx="4745567" cy="227716"/>
          </a:xfrm>
          <a:prstGeom prst="rect">
            <a:avLst/>
          </a:prstGeom>
        </p:spPr>
        <p:txBody>
          <a:bodyPr lIns="0" tIns="0" rIns="0" bIns="0"/>
          <a:lstStyle>
            <a:lvl1pPr marL="0" indent="0">
              <a:buNone/>
              <a:defRPr sz="1600">
                <a:solidFill>
                  <a:schemeClr val="bg1"/>
                </a:solidFill>
              </a:defRPr>
            </a:lvl1pPr>
          </a:lstStyle>
          <a:p>
            <a:pPr lvl="0"/>
            <a:r>
              <a:rPr lang="en-US"/>
              <a:t>Click to edit Master text styles</a:t>
            </a:r>
          </a:p>
        </p:txBody>
      </p:sp>
      <p:sp>
        <p:nvSpPr>
          <p:cNvPr id="13" name="Title 1">
            <a:extLst>
              <a:ext uri="{FF2B5EF4-FFF2-40B4-BE49-F238E27FC236}">
                <a16:creationId xmlns:a16="http://schemas.microsoft.com/office/drawing/2014/main" id="{ED0CF905-953D-514D-A5C8-5787B32C1E08}"/>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6" name="Text Placeholder 2">
            <a:extLst>
              <a:ext uri="{FF2B5EF4-FFF2-40B4-BE49-F238E27FC236}">
                <a16:creationId xmlns:a16="http://schemas.microsoft.com/office/drawing/2014/main" id="{1590B87F-2616-792A-8A7A-058FE3E9E64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613979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7" pos="4275">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Half page imag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64A223E-4FAB-424A-BE75-6FA1B39C4DB5}"/>
              </a:ext>
            </a:extLst>
          </p:cNvPr>
          <p:cNvSpPr>
            <a:spLocks noGrp="1"/>
          </p:cNvSpPr>
          <p:nvPr>
            <p:ph type="ctrTitle" hasCustomPrompt="1"/>
          </p:nvPr>
        </p:nvSpPr>
        <p:spPr>
          <a:xfrm>
            <a:off x="626050" y="2209802"/>
            <a:ext cx="5025988"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96003" y="431800"/>
            <a:ext cx="6096000" cy="6045200"/>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6" name="Text Placeholder 2">
            <a:extLst>
              <a:ext uri="{FF2B5EF4-FFF2-40B4-BE49-F238E27FC236}">
                <a16:creationId xmlns:a16="http://schemas.microsoft.com/office/drawing/2014/main" id="{9160C303-0E0A-0956-D717-7DF1839453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1993647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Sky Half page image">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64A223E-4FAB-424A-BE75-6FA1B39C4DB5}"/>
              </a:ext>
            </a:extLst>
          </p:cNvPr>
          <p:cNvSpPr>
            <a:spLocks noGrp="1"/>
          </p:cNvSpPr>
          <p:nvPr>
            <p:ph type="ctrTitle" hasCustomPrompt="1"/>
          </p:nvPr>
        </p:nvSpPr>
        <p:spPr>
          <a:xfrm>
            <a:off x="626050" y="2209802"/>
            <a:ext cx="5025988"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96003" y="431800"/>
            <a:ext cx="6096000" cy="6045200"/>
          </a:xfrm>
          <a:prstGeom prst="rect">
            <a:avLst/>
          </a:prstGeom>
        </p:spPr>
        <p:txBody>
          <a:bodyPr anchor="ctr" anchorCtr="0"/>
          <a:lstStyle>
            <a:lvl1pPr marL="0" indent="0" algn="ctr">
              <a:buNone/>
              <a:defRPr>
                <a:solidFill>
                  <a:schemeClr val="bg1"/>
                </a:solidFill>
              </a:defRPr>
            </a:lvl1pPr>
          </a:lstStyle>
          <a:p>
            <a:r>
              <a:rPr lang="en-US"/>
              <a:t>Click icon to add picture</a:t>
            </a:r>
            <a:endParaRPr lang="en-US" dirty="0"/>
          </a:p>
        </p:txBody>
      </p:sp>
      <p:sp>
        <p:nvSpPr>
          <p:cNvPr id="6" name="Text Placeholder 2">
            <a:extLst>
              <a:ext uri="{FF2B5EF4-FFF2-40B4-BE49-F238E27FC236}">
                <a16:creationId xmlns:a16="http://schemas.microsoft.com/office/drawing/2014/main" id="{9160C303-0E0A-0956-D717-7DF1839453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132530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Half page image text">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5" y="431800"/>
            <a:ext cx="6104467" cy="6045200"/>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1" name="Title 1">
            <a:extLst>
              <a:ext uri="{FF2B5EF4-FFF2-40B4-BE49-F238E27FC236}">
                <a16:creationId xmlns:a16="http://schemas.microsoft.com/office/drawing/2014/main" id="{421E50EE-B08A-1619-635E-A2F7D64943D1}"/>
              </a:ext>
            </a:extLst>
          </p:cNvPr>
          <p:cNvSpPr>
            <a:spLocks noGrp="1"/>
          </p:cNvSpPr>
          <p:nvPr>
            <p:ph type="ctrTitle" hasCustomPrompt="1"/>
          </p:nvPr>
        </p:nvSpPr>
        <p:spPr>
          <a:xfrm>
            <a:off x="632125" y="1760885"/>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12" name="Text Placeholder 2">
            <a:extLst>
              <a:ext uri="{FF2B5EF4-FFF2-40B4-BE49-F238E27FC236}">
                <a16:creationId xmlns:a16="http://schemas.microsoft.com/office/drawing/2014/main" id="{A9C9E047-3B79-01FB-2668-552BA3E030C5}"/>
              </a:ext>
            </a:extLst>
          </p:cNvPr>
          <p:cNvSpPr>
            <a:spLocks noGrp="1"/>
          </p:cNvSpPr>
          <p:nvPr>
            <p:ph type="body" sz="quarter" idx="16" hasCustomPrompt="1"/>
          </p:nvPr>
        </p:nvSpPr>
        <p:spPr>
          <a:xfrm>
            <a:off x="632125" y="2372473"/>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3" name="Text Placeholder 2">
            <a:extLst>
              <a:ext uri="{FF2B5EF4-FFF2-40B4-BE49-F238E27FC236}">
                <a16:creationId xmlns:a16="http://schemas.microsoft.com/office/drawing/2014/main" id="{59B16207-AF3E-950B-D412-7CB2B8BB687D}"/>
              </a:ext>
            </a:extLst>
          </p:cNvPr>
          <p:cNvSpPr>
            <a:spLocks noGrp="1"/>
          </p:cNvSpPr>
          <p:nvPr>
            <p:ph type="body" sz="quarter" idx="30" hasCustomPrompt="1"/>
          </p:nvPr>
        </p:nvSpPr>
        <p:spPr>
          <a:xfrm>
            <a:off x="632125" y="2803020"/>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4" name="Text Placeholder 2">
            <a:extLst>
              <a:ext uri="{FF2B5EF4-FFF2-40B4-BE49-F238E27FC236}">
                <a16:creationId xmlns:a16="http://schemas.microsoft.com/office/drawing/2014/main" id="{39E0DAAB-B12B-D73A-BFD5-E3645B1EFF04}"/>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21" name="Text Placeholder 2">
            <a:extLst>
              <a:ext uri="{FF2B5EF4-FFF2-40B4-BE49-F238E27FC236}">
                <a16:creationId xmlns:a16="http://schemas.microsoft.com/office/drawing/2014/main" id="{D575CD87-CAFE-A05B-6B97-0E87969006E4}"/>
              </a:ext>
            </a:extLst>
          </p:cNvPr>
          <p:cNvSpPr>
            <a:spLocks noGrp="1"/>
          </p:cNvSpPr>
          <p:nvPr>
            <p:ph type="body" sz="quarter" idx="33" hasCustomPrompt="1"/>
          </p:nvPr>
        </p:nvSpPr>
        <p:spPr>
          <a:xfrm>
            <a:off x="632125" y="4216904"/>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2" name="Text Placeholder 2">
            <a:extLst>
              <a:ext uri="{FF2B5EF4-FFF2-40B4-BE49-F238E27FC236}">
                <a16:creationId xmlns:a16="http://schemas.microsoft.com/office/drawing/2014/main" id="{A9674B6B-6A39-1F78-81F7-17B4220675D4}"/>
              </a:ext>
            </a:extLst>
          </p:cNvPr>
          <p:cNvSpPr>
            <a:spLocks noGrp="1"/>
          </p:cNvSpPr>
          <p:nvPr>
            <p:ph type="body" sz="quarter" idx="34" hasCustomPrompt="1"/>
          </p:nvPr>
        </p:nvSpPr>
        <p:spPr>
          <a:xfrm>
            <a:off x="632125" y="4647451"/>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Tree>
    <p:extLst>
      <p:ext uri="{BB962C8B-B14F-4D97-AF65-F5344CB8AC3E}">
        <p14:creationId xmlns:p14="http://schemas.microsoft.com/office/powerpoint/2010/main" val="35304927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cSld name="Half page image text icons">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5" y="431800"/>
            <a:ext cx="6104467" cy="6045200"/>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9" name="Title 1">
            <a:extLst>
              <a:ext uri="{FF2B5EF4-FFF2-40B4-BE49-F238E27FC236}">
                <a16:creationId xmlns:a16="http://schemas.microsoft.com/office/drawing/2014/main" id="{453354D0-16E5-6249-964F-2F9A7EBF7C36}"/>
              </a:ext>
            </a:extLst>
          </p:cNvPr>
          <p:cNvSpPr>
            <a:spLocks noGrp="1"/>
          </p:cNvSpPr>
          <p:nvPr>
            <p:ph type="ctrTitle" hasCustomPrompt="1"/>
          </p:nvPr>
        </p:nvSpPr>
        <p:spPr>
          <a:xfrm>
            <a:off x="1727148"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13" name="Picture Placeholder 2">
            <a:extLst>
              <a:ext uri="{FF2B5EF4-FFF2-40B4-BE49-F238E27FC236}">
                <a16:creationId xmlns:a16="http://schemas.microsoft.com/office/drawing/2014/main" id="{DB316346-3BC8-EF4A-BBC3-4B56BAC5B9A5}"/>
              </a:ext>
            </a:extLst>
          </p:cNvPr>
          <p:cNvSpPr>
            <a:spLocks noGrp="1"/>
          </p:cNvSpPr>
          <p:nvPr>
            <p:ph type="pic" sz="quarter" idx="24" hasCustomPrompt="1"/>
          </p:nvPr>
        </p:nvSpPr>
        <p:spPr>
          <a:xfrm>
            <a:off x="632127" y="2362201"/>
            <a:ext cx="722541" cy="675271"/>
          </a:xfrm>
          <a:prstGeom prst="rect">
            <a:avLst/>
          </a:prstGeom>
          <a:solidFill>
            <a:schemeClr val="bg2">
              <a:alpha val="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14" name="Picture Placeholder 2">
            <a:extLst>
              <a:ext uri="{FF2B5EF4-FFF2-40B4-BE49-F238E27FC236}">
                <a16:creationId xmlns:a16="http://schemas.microsoft.com/office/drawing/2014/main" id="{3FD419D2-A5E0-5441-8593-FDCDFEAFC54B}"/>
              </a:ext>
            </a:extLst>
          </p:cNvPr>
          <p:cNvSpPr>
            <a:spLocks noGrp="1"/>
          </p:cNvSpPr>
          <p:nvPr>
            <p:ph type="pic" sz="quarter" idx="25" hasCustomPrompt="1"/>
          </p:nvPr>
        </p:nvSpPr>
        <p:spPr>
          <a:xfrm>
            <a:off x="632127" y="4206631"/>
            <a:ext cx="722541" cy="675271"/>
          </a:xfrm>
          <a:prstGeom prst="rect">
            <a:avLst/>
          </a:prstGeom>
          <a:solidFill>
            <a:schemeClr val="bg2">
              <a:alpha val="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15" name="Text Placeholder 2">
            <a:extLst>
              <a:ext uri="{FF2B5EF4-FFF2-40B4-BE49-F238E27FC236}">
                <a16:creationId xmlns:a16="http://schemas.microsoft.com/office/drawing/2014/main" id="{B5E5EDE7-AAAF-8C40-8D1E-D24E33A2ADF4}"/>
              </a:ext>
            </a:extLst>
          </p:cNvPr>
          <p:cNvSpPr>
            <a:spLocks noGrp="1"/>
          </p:cNvSpPr>
          <p:nvPr>
            <p:ph type="body" sz="quarter" idx="16" hasCustomPrompt="1"/>
          </p:nvPr>
        </p:nvSpPr>
        <p:spPr>
          <a:xfrm>
            <a:off x="1727148" y="236220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7" name="Text Placeholder 2">
            <a:extLst>
              <a:ext uri="{FF2B5EF4-FFF2-40B4-BE49-F238E27FC236}">
                <a16:creationId xmlns:a16="http://schemas.microsoft.com/office/drawing/2014/main" id="{458D6C5F-0B29-8A4E-A858-26BECF27D154}"/>
              </a:ext>
            </a:extLst>
          </p:cNvPr>
          <p:cNvSpPr>
            <a:spLocks noGrp="1"/>
          </p:cNvSpPr>
          <p:nvPr>
            <p:ph type="body" sz="quarter" idx="20" hasCustomPrompt="1"/>
          </p:nvPr>
        </p:nvSpPr>
        <p:spPr>
          <a:xfrm>
            <a:off x="1727148" y="420663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9" name="Text Placeholder 2">
            <a:extLst>
              <a:ext uri="{FF2B5EF4-FFF2-40B4-BE49-F238E27FC236}">
                <a16:creationId xmlns:a16="http://schemas.microsoft.com/office/drawing/2014/main" id="{C414CF6E-DEBF-5A4C-8822-AC1C0D5EE905}"/>
              </a:ext>
            </a:extLst>
          </p:cNvPr>
          <p:cNvSpPr>
            <a:spLocks noGrp="1"/>
          </p:cNvSpPr>
          <p:nvPr>
            <p:ph type="body" sz="quarter" idx="32" hasCustomPrompt="1"/>
          </p:nvPr>
        </p:nvSpPr>
        <p:spPr>
          <a:xfrm>
            <a:off x="1727148" y="4625586"/>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0" name="Text Placeholder 2">
            <a:extLst>
              <a:ext uri="{FF2B5EF4-FFF2-40B4-BE49-F238E27FC236}">
                <a16:creationId xmlns:a16="http://schemas.microsoft.com/office/drawing/2014/main" id="{E10C3C35-F284-9842-AF8E-B4C121DB854F}"/>
              </a:ext>
            </a:extLst>
          </p:cNvPr>
          <p:cNvSpPr>
            <a:spLocks noGrp="1"/>
          </p:cNvSpPr>
          <p:nvPr>
            <p:ph type="body" sz="quarter" idx="31" hasCustomPrompt="1"/>
          </p:nvPr>
        </p:nvSpPr>
        <p:spPr>
          <a:xfrm>
            <a:off x="1727148" y="2792747"/>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2" name="Text Placeholder 2">
            <a:extLst>
              <a:ext uri="{FF2B5EF4-FFF2-40B4-BE49-F238E27FC236}">
                <a16:creationId xmlns:a16="http://schemas.microsoft.com/office/drawing/2014/main" id="{530ECFE8-BB22-2C91-22E4-8B647E6289E0}"/>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5088091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52">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Half page chart">
    <p:spTree>
      <p:nvGrpSpPr>
        <p:cNvPr id="1" name=""/>
        <p:cNvGrpSpPr/>
        <p:nvPr/>
      </p:nvGrpSpPr>
      <p:grpSpPr>
        <a:xfrm>
          <a:off x="0" y="0"/>
          <a:ext cx="0" cy="0"/>
          <a:chOff x="0" y="0"/>
          <a:chExt cx="0" cy="0"/>
        </a:xfrm>
      </p:grpSpPr>
      <p:sp>
        <p:nvSpPr>
          <p:cNvPr id="6" name="Chart Placeholder 5"/>
          <p:cNvSpPr>
            <a:spLocks noGrp="1"/>
          </p:cNvSpPr>
          <p:nvPr>
            <p:ph type="chart" sz="quarter" idx="10"/>
          </p:nvPr>
        </p:nvSpPr>
        <p:spPr>
          <a:xfrm>
            <a:off x="6786035" y="431803"/>
            <a:ext cx="4796367" cy="6045199"/>
          </a:xfrm>
          <a:prstGeom prst="rect">
            <a:avLst/>
          </a:prstGeom>
        </p:spPr>
        <p:txBody>
          <a:bodyPr anchor="ctr" anchorCtr="0"/>
          <a:lstStyle>
            <a:lvl1pPr marL="0" indent="0" algn="ctr">
              <a:buNone/>
              <a:defRPr>
                <a:solidFill>
                  <a:schemeClr val="tx1"/>
                </a:solidFill>
              </a:defRPr>
            </a:lvl1pPr>
          </a:lstStyle>
          <a:p>
            <a:r>
              <a:rPr lang="en-US"/>
              <a:t>Click icon to add chart</a:t>
            </a:r>
            <a:endParaRPr lang="en-US" dirty="0"/>
          </a:p>
        </p:txBody>
      </p:sp>
      <p:sp>
        <p:nvSpPr>
          <p:cNvPr id="4" name="Title 1">
            <a:extLst>
              <a:ext uri="{FF2B5EF4-FFF2-40B4-BE49-F238E27FC236}">
                <a16:creationId xmlns:a16="http://schemas.microsoft.com/office/drawing/2014/main" id="{7C0FB4A9-9785-254F-982E-7E82B77BF549}"/>
              </a:ext>
            </a:extLst>
          </p:cNvPr>
          <p:cNvSpPr>
            <a:spLocks noGrp="1"/>
          </p:cNvSpPr>
          <p:nvPr>
            <p:ph type="ctrTitle" hasCustomPrompt="1"/>
          </p:nvPr>
        </p:nvSpPr>
        <p:spPr>
          <a:xfrm>
            <a:off x="636096"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7" name="Text Placeholder 2">
            <a:extLst>
              <a:ext uri="{FF2B5EF4-FFF2-40B4-BE49-F238E27FC236}">
                <a16:creationId xmlns:a16="http://schemas.microsoft.com/office/drawing/2014/main" id="{25F9E7A7-281F-24AD-2948-98640334E32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6284065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cSld name="Map">
    <p:spTree>
      <p:nvGrpSpPr>
        <p:cNvPr id="1" name=""/>
        <p:cNvGrpSpPr/>
        <p:nvPr/>
      </p:nvGrpSpPr>
      <p:grpSpPr>
        <a:xfrm>
          <a:off x="0" y="0"/>
          <a:ext cx="0" cy="0"/>
          <a:chOff x="0" y="0"/>
          <a:chExt cx="0" cy="0"/>
        </a:xfrm>
      </p:grpSpPr>
      <p:sp>
        <p:nvSpPr>
          <p:cNvPr id="239" name="Text Placeholder 2">
            <a:extLst>
              <a:ext uri="{FF2B5EF4-FFF2-40B4-BE49-F238E27FC236}">
                <a16:creationId xmlns:a16="http://schemas.microsoft.com/office/drawing/2014/main" id="{0432F0B5-AA18-A142-8000-0B8E86D9192F}"/>
              </a:ext>
            </a:extLst>
          </p:cNvPr>
          <p:cNvSpPr>
            <a:spLocks noGrp="1"/>
          </p:cNvSpPr>
          <p:nvPr>
            <p:ph type="body" sz="quarter" idx="15" hasCustomPrompt="1"/>
          </p:nvPr>
        </p:nvSpPr>
        <p:spPr>
          <a:xfrm>
            <a:off x="632125" y="4261989"/>
            <a:ext cx="2587813" cy="1859411"/>
          </a:xfrm>
          <a:prstGeom prst="rect">
            <a:avLst/>
          </a:prstGeom>
        </p:spPr>
        <p:txBody>
          <a:bodyPr lIns="0" tIns="0" rIns="0" bIns="0"/>
          <a:lstStyle>
            <a:lvl1pPr marL="0" marR="0" indent="0" algn="l" defTabSz="912276" rtl="0" eaLnBrk="1" fontAlgn="base" latinLnBrk="0" hangingPunct="1">
              <a:lnSpc>
                <a:spcPts val="1467"/>
              </a:lnSpc>
              <a:spcBef>
                <a:spcPts val="0"/>
              </a:spcBef>
              <a:spcAft>
                <a:spcPts val="800"/>
              </a:spcAft>
              <a:buClr>
                <a:schemeClr val="tx2"/>
              </a:buClr>
              <a:buSzPct val="90000"/>
              <a:buFont typeface="Arial" panose="020B0604020202020204" pitchFamily="34" charset="0"/>
              <a:buNone/>
              <a:tabLst/>
              <a:defRPr sz="1067" b="0" i="1"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This map is fully editable. Double-click </a:t>
            </a:r>
            <a:br>
              <a:rPr lang="en-GB" dirty="0"/>
            </a:br>
            <a:r>
              <a:rPr lang="en-GB" dirty="0"/>
              <a:t>or ungroup to edit individual countries. </a:t>
            </a:r>
            <a:br>
              <a:rPr lang="en-GB" dirty="0"/>
            </a:br>
            <a:br>
              <a:rPr lang="en-GB" dirty="0"/>
            </a:br>
            <a:r>
              <a:rPr lang="en-GB" dirty="0"/>
              <a:t>Disclaimer: This map is sourced from the current UN map. It represents only the approximate relative location of boundaries and is not authoritative. This is for informational purposes and is not prepared or suitable for legal, engineering or survey purposes.  </a:t>
            </a:r>
          </a:p>
          <a:p>
            <a:pPr lvl="0"/>
            <a:endParaRPr lang="en-GB" dirty="0"/>
          </a:p>
        </p:txBody>
      </p:sp>
      <p:sp>
        <p:nvSpPr>
          <p:cNvPr id="8" name="Text Placeholder 2">
            <a:extLst>
              <a:ext uri="{FF2B5EF4-FFF2-40B4-BE49-F238E27FC236}">
                <a16:creationId xmlns:a16="http://schemas.microsoft.com/office/drawing/2014/main" id="{576862AE-BE49-A3A1-99AF-D0AA4CE6D2B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9" name="Text Placeholder 6">
            <a:extLst>
              <a:ext uri="{FF2B5EF4-FFF2-40B4-BE49-F238E27FC236}">
                <a16:creationId xmlns:a16="http://schemas.microsoft.com/office/drawing/2014/main" id="{3713D604-C1AF-0CA2-1F7D-888141F34C5D}"/>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40624633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Org chart 3">
    <p:bg>
      <p:bgPr>
        <a:solidFill>
          <a:schemeClr val="bg2"/>
        </a:solidFill>
        <a:effectLst/>
      </p:bgPr>
    </p:bg>
    <p:spTree>
      <p:nvGrpSpPr>
        <p:cNvPr id="1" name=""/>
        <p:cNvGrpSpPr/>
        <p:nvPr/>
      </p:nvGrpSpPr>
      <p:grpSpPr>
        <a:xfrm>
          <a:off x="0" y="0"/>
          <a:ext cx="0" cy="0"/>
          <a:chOff x="0" y="0"/>
          <a:chExt cx="0" cy="0"/>
        </a:xfrm>
      </p:grpSpPr>
      <p:sp>
        <p:nvSpPr>
          <p:cNvPr id="76" name="Text Placeholder 7">
            <a:extLst>
              <a:ext uri="{FF2B5EF4-FFF2-40B4-BE49-F238E27FC236}">
                <a16:creationId xmlns:a16="http://schemas.microsoft.com/office/drawing/2014/main" id="{E17737D0-FC6B-7145-AB20-DD008328E7AF}"/>
              </a:ext>
            </a:extLst>
          </p:cNvPr>
          <p:cNvSpPr>
            <a:spLocks noGrp="1"/>
          </p:cNvSpPr>
          <p:nvPr>
            <p:ph type="body" sz="quarter" idx="21" hasCustomPrompt="1"/>
          </p:nvPr>
        </p:nvSpPr>
        <p:spPr>
          <a:xfrm>
            <a:off x="632126" y="1029572"/>
            <a:ext cx="2517617"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8" name="Picture Placeholder 3">
            <a:extLst>
              <a:ext uri="{FF2B5EF4-FFF2-40B4-BE49-F238E27FC236}">
                <a16:creationId xmlns:a16="http://schemas.microsoft.com/office/drawing/2014/main" id="{A7181BD4-D32F-9345-AF80-E1B50A790230}"/>
              </a:ext>
            </a:extLst>
          </p:cNvPr>
          <p:cNvSpPr>
            <a:spLocks noGrp="1"/>
          </p:cNvSpPr>
          <p:nvPr>
            <p:ph type="pic" sz="quarter" idx="23"/>
          </p:nvPr>
        </p:nvSpPr>
        <p:spPr>
          <a:xfrm>
            <a:off x="711691" y="1479553"/>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79" name="Picture Placeholder 3">
            <a:extLst>
              <a:ext uri="{FF2B5EF4-FFF2-40B4-BE49-F238E27FC236}">
                <a16:creationId xmlns:a16="http://schemas.microsoft.com/office/drawing/2014/main" id="{8B41B35C-4335-694B-BF5C-EFF21B146926}"/>
              </a:ext>
            </a:extLst>
          </p:cNvPr>
          <p:cNvSpPr>
            <a:spLocks noGrp="1"/>
          </p:cNvSpPr>
          <p:nvPr>
            <p:ph type="pic" sz="quarter" idx="24"/>
          </p:nvPr>
        </p:nvSpPr>
        <p:spPr>
          <a:xfrm>
            <a:off x="711691" y="200432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0" name="Picture Placeholder 3">
            <a:extLst>
              <a:ext uri="{FF2B5EF4-FFF2-40B4-BE49-F238E27FC236}">
                <a16:creationId xmlns:a16="http://schemas.microsoft.com/office/drawing/2014/main" id="{866CFDD6-B03C-D145-9DE2-DE5127549723}"/>
              </a:ext>
            </a:extLst>
          </p:cNvPr>
          <p:cNvSpPr>
            <a:spLocks noGrp="1"/>
          </p:cNvSpPr>
          <p:nvPr>
            <p:ph type="pic" sz="quarter" idx="25"/>
          </p:nvPr>
        </p:nvSpPr>
        <p:spPr>
          <a:xfrm>
            <a:off x="711691" y="252908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1" name="Picture Placeholder 3">
            <a:extLst>
              <a:ext uri="{FF2B5EF4-FFF2-40B4-BE49-F238E27FC236}">
                <a16:creationId xmlns:a16="http://schemas.microsoft.com/office/drawing/2014/main" id="{7E9D6FF4-058B-8046-ABE9-38E11FFC6001}"/>
              </a:ext>
            </a:extLst>
          </p:cNvPr>
          <p:cNvSpPr>
            <a:spLocks noGrp="1"/>
          </p:cNvSpPr>
          <p:nvPr>
            <p:ph type="pic" sz="quarter" idx="26"/>
          </p:nvPr>
        </p:nvSpPr>
        <p:spPr>
          <a:xfrm>
            <a:off x="711691" y="3053849"/>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2" name="Picture Placeholder 3">
            <a:extLst>
              <a:ext uri="{FF2B5EF4-FFF2-40B4-BE49-F238E27FC236}">
                <a16:creationId xmlns:a16="http://schemas.microsoft.com/office/drawing/2014/main" id="{7D143D2C-F993-FD4D-A334-8C81C2918C4C}"/>
              </a:ext>
            </a:extLst>
          </p:cNvPr>
          <p:cNvSpPr>
            <a:spLocks noGrp="1"/>
          </p:cNvSpPr>
          <p:nvPr>
            <p:ph type="pic" sz="quarter" idx="27"/>
          </p:nvPr>
        </p:nvSpPr>
        <p:spPr>
          <a:xfrm>
            <a:off x="711691" y="3578614"/>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3" name="Picture Placeholder 3">
            <a:extLst>
              <a:ext uri="{FF2B5EF4-FFF2-40B4-BE49-F238E27FC236}">
                <a16:creationId xmlns:a16="http://schemas.microsoft.com/office/drawing/2014/main" id="{989569BD-3B1E-2F43-AD8E-12EEFDBDB542}"/>
              </a:ext>
            </a:extLst>
          </p:cNvPr>
          <p:cNvSpPr>
            <a:spLocks noGrp="1"/>
          </p:cNvSpPr>
          <p:nvPr>
            <p:ph type="pic" sz="quarter" idx="28"/>
          </p:nvPr>
        </p:nvSpPr>
        <p:spPr>
          <a:xfrm>
            <a:off x="711691" y="410338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4" name="Picture Placeholder 3">
            <a:extLst>
              <a:ext uri="{FF2B5EF4-FFF2-40B4-BE49-F238E27FC236}">
                <a16:creationId xmlns:a16="http://schemas.microsoft.com/office/drawing/2014/main" id="{BEB04B58-EE83-374A-AB3A-FD4D12C64DD5}"/>
              </a:ext>
            </a:extLst>
          </p:cNvPr>
          <p:cNvSpPr>
            <a:spLocks noGrp="1"/>
          </p:cNvSpPr>
          <p:nvPr>
            <p:ph type="pic" sz="quarter" idx="29"/>
          </p:nvPr>
        </p:nvSpPr>
        <p:spPr>
          <a:xfrm>
            <a:off x="711690" y="462814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5" name="Text Placeholder 7">
            <a:extLst>
              <a:ext uri="{FF2B5EF4-FFF2-40B4-BE49-F238E27FC236}">
                <a16:creationId xmlns:a16="http://schemas.microsoft.com/office/drawing/2014/main" id="{8AAC0B54-C96C-C441-8863-1932E37ACBAD}"/>
              </a:ext>
            </a:extLst>
          </p:cNvPr>
          <p:cNvSpPr>
            <a:spLocks noGrp="1"/>
          </p:cNvSpPr>
          <p:nvPr>
            <p:ph type="body" sz="quarter" idx="30" hasCustomPrompt="1"/>
          </p:nvPr>
        </p:nvSpPr>
        <p:spPr>
          <a:xfrm>
            <a:off x="1108119"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6" name="Text Placeholder 7">
            <a:extLst>
              <a:ext uri="{FF2B5EF4-FFF2-40B4-BE49-F238E27FC236}">
                <a16:creationId xmlns:a16="http://schemas.microsoft.com/office/drawing/2014/main" id="{0F089C13-C00D-1746-A5D0-6C1948F1A73E}"/>
              </a:ext>
            </a:extLst>
          </p:cNvPr>
          <p:cNvSpPr>
            <a:spLocks noGrp="1"/>
          </p:cNvSpPr>
          <p:nvPr>
            <p:ph type="body" sz="quarter" idx="31" hasCustomPrompt="1"/>
          </p:nvPr>
        </p:nvSpPr>
        <p:spPr>
          <a:xfrm>
            <a:off x="1108119"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7" name="Text Placeholder 7">
            <a:extLst>
              <a:ext uri="{FF2B5EF4-FFF2-40B4-BE49-F238E27FC236}">
                <a16:creationId xmlns:a16="http://schemas.microsoft.com/office/drawing/2014/main" id="{3AB30254-5518-6C40-BF50-3E9FAE4EDF85}"/>
              </a:ext>
            </a:extLst>
          </p:cNvPr>
          <p:cNvSpPr>
            <a:spLocks noGrp="1"/>
          </p:cNvSpPr>
          <p:nvPr>
            <p:ph type="body" sz="quarter" idx="32" hasCustomPrompt="1"/>
          </p:nvPr>
        </p:nvSpPr>
        <p:spPr>
          <a:xfrm>
            <a:off x="1108119"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8" name="Text Placeholder 7">
            <a:extLst>
              <a:ext uri="{FF2B5EF4-FFF2-40B4-BE49-F238E27FC236}">
                <a16:creationId xmlns:a16="http://schemas.microsoft.com/office/drawing/2014/main" id="{0811A6CF-DD21-8D4C-9C08-8AF894110913}"/>
              </a:ext>
            </a:extLst>
          </p:cNvPr>
          <p:cNvSpPr>
            <a:spLocks noGrp="1"/>
          </p:cNvSpPr>
          <p:nvPr>
            <p:ph type="body" sz="quarter" idx="33" hasCustomPrompt="1"/>
          </p:nvPr>
        </p:nvSpPr>
        <p:spPr>
          <a:xfrm>
            <a:off x="1108119"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9" name="Text Placeholder 7">
            <a:extLst>
              <a:ext uri="{FF2B5EF4-FFF2-40B4-BE49-F238E27FC236}">
                <a16:creationId xmlns:a16="http://schemas.microsoft.com/office/drawing/2014/main" id="{D21AD92C-4C78-7443-BE76-29C48973EDB2}"/>
              </a:ext>
            </a:extLst>
          </p:cNvPr>
          <p:cNvSpPr>
            <a:spLocks noGrp="1"/>
          </p:cNvSpPr>
          <p:nvPr>
            <p:ph type="body" sz="quarter" idx="34" hasCustomPrompt="1"/>
          </p:nvPr>
        </p:nvSpPr>
        <p:spPr>
          <a:xfrm>
            <a:off x="1108119"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0" name="Text Placeholder 7">
            <a:extLst>
              <a:ext uri="{FF2B5EF4-FFF2-40B4-BE49-F238E27FC236}">
                <a16:creationId xmlns:a16="http://schemas.microsoft.com/office/drawing/2014/main" id="{C2B48CD5-A321-6E4E-A37C-2F205EF929FB}"/>
              </a:ext>
            </a:extLst>
          </p:cNvPr>
          <p:cNvSpPr>
            <a:spLocks noGrp="1"/>
          </p:cNvSpPr>
          <p:nvPr>
            <p:ph type="body" sz="quarter" idx="35" hasCustomPrompt="1"/>
          </p:nvPr>
        </p:nvSpPr>
        <p:spPr>
          <a:xfrm>
            <a:off x="1108119"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1" name="Text Placeholder 7">
            <a:extLst>
              <a:ext uri="{FF2B5EF4-FFF2-40B4-BE49-F238E27FC236}">
                <a16:creationId xmlns:a16="http://schemas.microsoft.com/office/drawing/2014/main" id="{D1F05418-8D4D-C748-A3F2-A4480B3CD983}"/>
              </a:ext>
            </a:extLst>
          </p:cNvPr>
          <p:cNvSpPr>
            <a:spLocks noGrp="1"/>
          </p:cNvSpPr>
          <p:nvPr>
            <p:ph type="body" sz="quarter" idx="36" hasCustomPrompt="1"/>
          </p:nvPr>
        </p:nvSpPr>
        <p:spPr>
          <a:xfrm>
            <a:off x="1108119"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8" name="Text Placeholder 7">
            <a:extLst>
              <a:ext uri="{FF2B5EF4-FFF2-40B4-BE49-F238E27FC236}">
                <a16:creationId xmlns:a16="http://schemas.microsoft.com/office/drawing/2014/main" id="{F7397E79-89BD-7149-B996-8FADDB83B5EC}"/>
              </a:ext>
            </a:extLst>
          </p:cNvPr>
          <p:cNvSpPr>
            <a:spLocks noGrp="1"/>
          </p:cNvSpPr>
          <p:nvPr>
            <p:ph type="body" sz="quarter" idx="37" hasCustomPrompt="1"/>
          </p:nvPr>
        </p:nvSpPr>
        <p:spPr>
          <a:xfrm>
            <a:off x="9203831"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9" name="Picture Placeholder 3">
            <a:extLst>
              <a:ext uri="{FF2B5EF4-FFF2-40B4-BE49-F238E27FC236}">
                <a16:creationId xmlns:a16="http://schemas.microsoft.com/office/drawing/2014/main" id="{65977F0B-74CE-E44C-93B2-249490598A1B}"/>
              </a:ext>
            </a:extLst>
          </p:cNvPr>
          <p:cNvSpPr>
            <a:spLocks noGrp="1"/>
          </p:cNvSpPr>
          <p:nvPr>
            <p:ph type="pic" sz="quarter" idx="38"/>
          </p:nvPr>
        </p:nvSpPr>
        <p:spPr>
          <a:xfrm>
            <a:off x="9300887" y="1479553"/>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0" name="Picture Placeholder 3">
            <a:extLst>
              <a:ext uri="{FF2B5EF4-FFF2-40B4-BE49-F238E27FC236}">
                <a16:creationId xmlns:a16="http://schemas.microsoft.com/office/drawing/2014/main" id="{219BB1E5-9F99-5143-A2D1-EABF082DCA12}"/>
              </a:ext>
            </a:extLst>
          </p:cNvPr>
          <p:cNvSpPr>
            <a:spLocks noGrp="1"/>
          </p:cNvSpPr>
          <p:nvPr>
            <p:ph type="pic" sz="quarter" idx="39"/>
          </p:nvPr>
        </p:nvSpPr>
        <p:spPr>
          <a:xfrm>
            <a:off x="9300887" y="200432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1" name="Picture Placeholder 3">
            <a:extLst>
              <a:ext uri="{FF2B5EF4-FFF2-40B4-BE49-F238E27FC236}">
                <a16:creationId xmlns:a16="http://schemas.microsoft.com/office/drawing/2014/main" id="{916A17DF-2388-4B4F-9CF8-7379304305A8}"/>
              </a:ext>
            </a:extLst>
          </p:cNvPr>
          <p:cNvSpPr>
            <a:spLocks noGrp="1"/>
          </p:cNvSpPr>
          <p:nvPr>
            <p:ph type="pic" sz="quarter" idx="40"/>
          </p:nvPr>
        </p:nvSpPr>
        <p:spPr>
          <a:xfrm>
            <a:off x="9300887" y="252908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2" name="Picture Placeholder 3">
            <a:extLst>
              <a:ext uri="{FF2B5EF4-FFF2-40B4-BE49-F238E27FC236}">
                <a16:creationId xmlns:a16="http://schemas.microsoft.com/office/drawing/2014/main" id="{DC933AF6-FC67-8444-94EE-A70793FE14EC}"/>
              </a:ext>
            </a:extLst>
          </p:cNvPr>
          <p:cNvSpPr>
            <a:spLocks noGrp="1"/>
          </p:cNvSpPr>
          <p:nvPr>
            <p:ph type="pic" sz="quarter" idx="41"/>
          </p:nvPr>
        </p:nvSpPr>
        <p:spPr>
          <a:xfrm>
            <a:off x="9300887" y="3053849"/>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3" name="Picture Placeholder 3">
            <a:extLst>
              <a:ext uri="{FF2B5EF4-FFF2-40B4-BE49-F238E27FC236}">
                <a16:creationId xmlns:a16="http://schemas.microsoft.com/office/drawing/2014/main" id="{CB399D5E-7F31-A24F-A1DE-A37A559BF962}"/>
              </a:ext>
            </a:extLst>
          </p:cNvPr>
          <p:cNvSpPr>
            <a:spLocks noGrp="1"/>
          </p:cNvSpPr>
          <p:nvPr>
            <p:ph type="pic" sz="quarter" idx="42"/>
          </p:nvPr>
        </p:nvSpPr>
        <p:spPr>
          <a:xfrm>
            <a:off x="9300887" y="3578614"/>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4" name="Picture Placeholder 3">
            <a:extLst>
              <a:ext uri="{FF2B5EF4-FFF2-40B4-BE49-F238E27FC236}">
                <a16:creationId xmlns:a16="http://schemas.microsoft.com/office/drawing/2014/main" id="{B965FBBE-9194-2143-8B08-05E031CD6DBF}"/>
              </a:ext>
            </a:extLst>
          </p:cNvPr>
          <p:cNvSpPr>
            <a:spLocks noGrp="1"/>
          </p:cNvSpPr>
          <p:nvPr>
            <p:ph type="pic" sz="quarter" idx="43"/>
          </p:nvPr>
        </p:nvSpPr>
        <p:spPr>
          <a:xfrm>
            <a:off x="9300887" y="410338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5" name="Picture Placeholder 3">
            <a:extLst>
              <a:ext uri="{FF2B5EF4-FFF2-40B4-BE49-F238E27FC236}">
                <a16:creationId xmlns:a16="http://schemas.microsoft.com/office/drawing/2014/main" id="{49F35041-77CA-1848-B269-74C604CA7E40}"/>
              </a:ext>
            </a:extLst>
          </p:cNvPr>
          <p:cNvSpPr>
            <a:spLocks noGrp="1"/>
          </p:cNvSpPr>
          <p:nvPr>
            <p:ph type="pic" sz="quarter" idx="44"/>
          </p:nvPr>
        </p:nvSpPr>
        <p:spPr>
          <a:xfrm>
            <a:off x="9300886" y="462814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6" name="Text Placeholder 7">
            <a:extLst>
              <a:ext uri="{FF2B5EF4-FFF2-40B4-BE49-F238E27FC236}">
                <a16:creationId xmlns:a16="http://schemas.microsoft.com/office/drawing/2014/main" id="{7523ABB3-75D2-EB4B-8C6E-3820D8F4D52B}"/>
              </a:ext>
            </a:extLst>
          </p:cNvPr>
          <p:cNvSpPr>
            <a:spLocks noGrp="1"/>
          </p:cNvSpPr>
          <p:nvPr>
            <p:ph type="body" sz="quarter" idx="45" hasCustomPrompt="1"/>
          </p:nvPr>
        </p:nvSpPr>
        <p:spPr>
          <a:xfrm>
            <a:off x="9697315"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7" name="Text Placeholder 7">
            <a:extLst>
              <a:ext uri="{FF2B5EF4-FFF2-40B4-BE49-F238E27FC236}">
                <a16:creationId xmlns:a16="http://schemas.microsoft.com/office/drawing/2014/main" id="{31960E30-9C67-F74E-B253-1DE44672EE81}"/>
              </a:ext>
            </a:extLst>
          </p:cNvPr>
          <p:cNvSpPr>
            <a:spLocks noGrp="1"/>
          </p:cNvSpPr>
          <p:nvPr>
            <p:ph type="body" sz="quarter" idx="46" hasCustomPrompt="1"/>
          </p:nvPr>
        </p:nvSpPr>
        <p:spPr>
          <a:xfrm>
            <a:off x="9697315"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8" name="Text Placeholder 7">
            <a:extLst>
              <a:ext uri="{FF2B5EF4-FFF2-40B4-BE49-F238E27FC236}">
                <a16:creationId xmlns:a16="http://schemas.microsoft.com/office/drawing/2014/main" id="{D198513C-EECB-854A-B6A3-42BC9E6FB8C4}"/>
              </a:ext>
            </a:extLst>
          </p:cNvPr>
          <p:cNvSpPr>
            <a:spLocks noGrp="1"/>
          </p:cNvSpPr>
          <p:nvPr>
            <p:ph type="body" sz="quarter" idx="47" hasCustomPrompt="1"/>
          </p:nvPr>
        </p:nvSpPr>
        <p:spPr>
          <a:xfrm>
            <a:off x="9697315"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9" name="Text Placeholder 7">
            <a:extLst>
              <a:ext uri="{FF2B5EF4-FFF2-40B4-BE49-F238E27FC236}">
                <a16:creationId xmlns:a16="http://schemas.microsoft.com/office/drawing/2014/main" id="{D7710000-DF90-134E-97A1-21653758D218}"/>
              </a:ext>
            </a:extLst>
          </p:cNvPr>
          <p:cNvSpPr>
            <a:spLocks noGrp="1"/>
          </p:cNvSpPr>
          <p:nvPr>
            <p:ph type="body" sz="quarter" idx="48" hasCustomPrompt="1"/>
          </p:nvPr>
        </p:nvSpPr>
        <p:spPr>
          <a:xfrm>
            <a:off x="9697315"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0" name="Text Placeholder 7">
            <a:extLst>
              <a:ext uri="{FF2B5EF4-FFF2-40B4-BE49-F238E27FC236}">
                <a16:creationId xmlns:a16="http://schemas.microsoft.com/office/drawing/2014/main" id="{22BB9ACD-30E4-4842-B8B6-F65E21604C23}"/>
              </a:ext>
            </a:extLst>
          </p:cNvPr>
          <p:cNvSpPr>
            <a:spLocks noGrp="1"/>
          </p:cNvSpPr>
          <p:nvPr>
            <p:ph type="body" sz="quarter" idx="49" hasCustomPrompt="1"/>
          </p:nvPr>
        </p:nvSpPr>
        <p:spPr>
          <a:xfrm>
            <a:off x="9697315"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1" name="Text Placeholder 7">
            <a:extLst>
              <a:ext uri="{FF2B5EF4-FFF2-40B4-BE49-F238E27FC236}">
                <a16:creationId xmlns:a16="http://schemas.microsoft.com/office/drawing/2014/main" id="{F1A7767C-FCA9-9742-8B5C-0539AFAAB5B0}"/>
              </a:ext>
            </a:extLst>
          </p:cNvPr>
          <p:cNvSpPr>
            <a:spLocks noGrp="1"/>
          </p:cNvSpPr>
          <p:nvPr>
            <p:ph type="body" sz="quarter" idx="50" hasCustomPrompt="1"/>
          </p:nvPr>
        </p:nvSpPr>
        <p:spPr>
          <a:xfrm>
            <a:off x="9697315"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2" name="Text Placeholder 7">
            <a:extLst>
              <a:ext uri="{FF2B5EF4-FFF2-40B4-BE49-F238E27FC236}">
                <a16:creationId xmlns:a16="http://schemas.microsoft.com/office/drawing/2014/main" id="{C3DF1340-33D8-624D-A201-67A4FB45E295}"/>
              </a:ext>
            </a:extLst>
          </p:cNvPr>
          <p:cNvSpPr>
            <a:spLocks noGrp="1"/>
          </p:cNvSpPr>
          <p:nvPr>
            <p:ph type="body" sz="quarter" idx="51" hasCustomPrompt="1"/>
          </p:nvPr>
        </p:nvSpPr>
        <p:spPr>
          <a:xfrm>
            <a:off x="9697315"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3" name="Text Placeholder 7">
            <a:extLst>
              <a:ext uri="{FF2B5EF4-FFF2-40B4-BE49-F238E27FC236}">
                <a16:creationId xmlns:a16="http://schemas.microsoft.com/office/drawing/2014/main" id="{9A8C8EBC-B967-3441-9C50-E663A1873548}"/>
              </a:ext>
            </a:extLst>
          </p:cNvPr>
          <p:cNvSpPr>
            <a:spLocks noGrp="1"/>
          </p:cNvSpPr>
          <p:nvPr>
            <p:ph type="body" sz="quarter" idx="52" hasCustomPrompt="1"/>
          </p:nvPr>
        </p:nvSpPr>
        <p:spPr>
          <a:xfrm>
            <a:off x="6340767"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4" name="Picture Placeholder 3">
            <a:extLst>
              <a:ext uri="{FF2B5EF4-FFF2-40B4-BE49-F238E27FC236}">
                <a16:creationId xmlns:a16="http://schemas.microsoft.com/office/drawing/2014/main" id="{85D84EFE-A9F0-F949-8B06-B05A3CF9FC86}"/>
              </a:ext>
            </a:extLst>
          </p:cNvPr>
          <p:cNvSpPr>
            <a:spLocks noGrp="1"/>
          </p:cNvSpPr>
          <p:nvPr>
            <p:ph type="pic" sz="quarter" idx="53"/>
          </p:nvPr>
        </p:nvSpPr>
        <p:spPr>
          <a:xfrm>
            <a:off x="6437822" y="1479553"/>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5" name="Picture Placeholder 3">
            <a:extLst>
              <a:ext uri="{FF2B5EF4-FFF2-40B4-BE49-F238E27FC236}">
                <a16:creationId xmlns:a16="http://schemas.microsoft.com/office/drawing/2014/main" id="{8EFF426A-2289-1D42-9B4B-084B41BA8E48}"/>
              </a:ext>
            </a:extLst>
          </p:cNvPr>
          <p:cNvSpPr>
            <a:spLocks noGrp="1"/>
          </p:cNvSpPr>
          <p:nvPr>
            <p:ph type="pic" sz="quarter" idx="54"/>
          </p:nvPr>
        </p:nvSpPr>
        <p:spPr>
          <a:xfrm>
            <a:off x="6437822" y="200432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6" name="Picture Placeholder 3">
            <a:extLst>
              <a:ext uri="{FF2B5EF4-FFF2-40B4-BE49-F238E27FC236}">
                <a16:creationId xmlns:a16="http://schemas.microsoft.com/office/drawing/2014/main" id="{0A50ED24-F3A8-5A4B-9ABA-EE3E81B5D8D3}"/>
              </a:ext>
            </a:extLst>
          </p:cNvPr>
          <p:cNvSpPr>
            <a:spLocks noGrp="1"/>
          </p:cNvSpPr>
          <p:nvPr>
            <p:ph type="pic" sz="quarter" idx="55"/>
          </p:nvPr>
        </p:nvSpPr>
        <p:spPr>
          <a:xfrm>
            <a:off x="6437822" y="252908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7" name="Picture Placeholder 3">
            <a:extLst>
              <a:ext uri="{FF2B5EF4-FFF2-40B4-BE49-F238E27FC236}">
                <a16:creationId xmlns:a16="http://schemas.microsoft.com/office/drawing/2014/main" id="{86391241-E295-F04A-8D4F-B3CC3531A58C}"/>
              </a:ext>
            </a:extLst>
          </p:cNvPr>
          <p:cNvSpPr>
            <a:spLocks noGrp="1"/>
          </p:cNvSpPr>
          <p:nvPr>
            <p:ph type="pic" sz="quarter" idx="56"/>
          </p:nvPr>
        </p:nvSpPr>
        <p:spPr>
          <a:xfrm>
            <a:off x="6437822" y="3053849"/>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8" name="Picture Placeholder 3">
            <a:extLst>
              <a:ext uri="{FF2B5EF4-FFF2-40B4-BE49-F238E27FC236}">
                <a16:creationId xmlns:a16="http://schemas.microsoft.com/office/drawing/2014/main" id="{5800B324-271D-A144-994E-8EEC38FAD6E2}"/>
              </a:ext>
            </a:extLst>
          </p:cNvPr>
          <p:cNvSpPr>
            <a:spLocks noGrp="1"/>
          </p:cNvSpPr>
          <p:nvPr>
            <p:ph type="pic" sz="quarter" idx="57"/>
          </p:nvPr>
        </p:nvSpPr>
        <p:spPr>
          <a:xfrm>
            <a:off x="6437822" y="3578614"/>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9" name="Picture Placeholder 3">
            <a:extLst>
              <a:ext uri="{FF2B5EF4-FFF2-40B4-BE49-F238E27FC236}">
                <a16:creationId xmlns:a16="http://schemas.microsoft.com/office/drawing/2014/main" id="{2B710327-3253-2A41-8C63-5C40B8CE1260}"/>
              </a:ext>
            </a:extLst>
          </p:cNvPr>
          <p:cNvSpPr>
            <a:spLocks noGrp="1"/>
          </p:cNvSpPr>
          <p:nvPr>
            <p:ph type="pic" sz="quarter" idx="58"/>
          </p:nvPr>
        </p:nvSpPr>
        <p:spPr>
          <a:xfrm>
            <a:off x="6437822" y="410338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0" name="Picture Placeholder 3">
            <a:extLst>
              <a:ext uri="{FF2B5EF4-FFF2-40B4-BE49-F238E27FC236}">
                <a16:creationId xmlns:a16="http://schemas.microsoft.com/office/drawing/2014/main" id="{73578B84-B907-EE47-BD2B-152CC5042C2F}"/>
              </a:ext>
            </a:extLst>
          </p:cNvPr>
          <p:cNvSpPr>
            <a:spLocks noGrp="1"/>
          </p:cNvSpPr>
          <p:nvPr>
            <p:ph type="pic" sz="quarter" idx="59"/>
          </p:nvPr>
        </p:nvSpPr>
        <p:spPr>
          <a:xfrm>
            <a:off x="6437820" y="462814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1" name="Text Placeholder 7">
            <a:extLst>
              <a:ext uri="{FF2B5EF4-FFF2-40B4-BE49-F238E27FC236}">
                <a16:creationId xmlns:a16="http://schemas.microsoft.com/office/drawing/2014/main" id="{B19546DA-147A-E247-8549-A1603BB54EA3}"/>
              </a:ext>
            </a:extLst>
          </p:cNvPr>
          <p:cNvSpPr>
            <a:spLocks noGrp="1"/>
          </p:cNvSpPr>
          <p:nvPr>
            <p:ph type="body" sz="quarter" idx="60" hasCustomPrompt="1"/>
          </p:nvPr>
        </p:nvSpPr>
        <p:spPr>
          <a:xfrm>
            <a:off x="6834251"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2" name="Text Placeholder 7">
            <a:extLst>
              <a:ext uri="{FF2B5EF4-FFF2-40B4-BE49-F238E27FC236}">
                <a16:creationId xmlns:a16="http://schemas.microsoft.com/office/drawing/2014/main" id="{18BADDE2-0D41-7F49-94A6-68B4FC423185}"/>
              </a:ext>
            </a:extLst>
          </p:cNvPr>
          <p:cNvSpPr>
            <a:spLocks noGrp="1"/>
          </p:cNvSpPr>
          <p:nvPr>
            <p:ph type="body" sz="quarter" idx="61" hasCustomPrompt="1"/>
          </p:nvPr>
        </p:nvSpPr>
        <p:spPr>
          <a:xfrm>
            <a:off x="6834251"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3" name="Text Placeholder 7">
            <a:extLst>
              <a:ext uri="{FF2B5EF4-FFF2-40B4-BE49-F238E27FC236}">
                <a16:creationId xmlns:a16="http://schemas.microsoft.com/office/drawing/2014/main" id="{7E6CE366-201D-8B40-BA7D-4A11C575FF36}"/>
              </a:ext>
            </a:extLst>
          </p:cNvPr>
          <p:cNvSpPr>
            <a:spLocks noGrp="1"/>
          </p:cNvSpPr>
          <p:nvPr>
            <p:ph type="body" sz="quarter" idx="62" hasCustomPrompt="1"/>
          </p:nvPr>
        </p:nvSpPr>
        <p:spPr>
          <a:xfrm>
            <a:off x="6834251"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4" name="Text Placeholder 7">
            <a:extLst>
              <a:ext uri="{FF2B5EF4-FFF2-40B4-BE49-F238E27FC236}">
                <a16:creationId xmlns:a16="http://schemas.microsoft.com/office/drawing/2014/main" id="{465604B6-8FCF-4B40-8A9B-0F5C655A7EE7}"/>
              </a:ext>
            </a:extLst>
          </p:cNvPr>
          <p:cNvSpPr>
            <a:spLocks noGrp="1"/>
          </p:cNvSpPr>
          <p:nvPr>
            <p:ph type="body" sz="quarter" idx="63" hasCustomPrompt="1"/>
          </p:nvPr>
        </p:nvSpPr>
        <p:spPr>
          <a:xfrm>
            <a:off x="6834251"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5" name="Text Placeholder 7">
            <a:extLst>
              <a:ext uri="{FF2B5EF4-FFF2-40B4-BE49-F238E27FC236}">
                <a16:creationId xmlns:a16="http://schemas.microsoft.com/office/drawing/2014/main" id="{D608FA58-EAB0-4D46-9359-1EB2C7A651E9}"/>
              </a:ext>
            </a:extLst>
          </p:cNvPr>
          <p:cNvSpPr>
            <a:spLocks noGrp="1"/>
          </p:cNvSpPr>
          <p:nvPr>
            <p:ph type="body" sz="quarter" idx="64" hasCustomPrompt="1"/>
          </p:nvPr>
        </p:nvSpPr>
        <p:spPr>
          <a:xfrm>
            <a:off x="6834251"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6" name="Text Placeholder 7">
            <a:extLst>
              <a:ext uri="{FF2B5EF4-FFF2-40B4-BE49-F238E27FC236}">
                <a16:creationId xmlns:a16="http://schemas.microsoft.com/office/drawing/2014/main" id="{66A1D58A-319D-484B-B270-C19908CCE522}"/>
              </a:ext>
            </a:extLst>
          </p:cNvPr>
          <p:cNvSpPr>
            <a:spLocks noGrp="1"/>
          </p:cNvSpPr>
          <p:nvPr>
            <p:ph type="body" sz="quarter" idx="65" hasCustomPrompt="1"/>
          </p:nvPr>
        </p:nvSpPr>
        <p:spPr>
          <a:xfrm>
            <a:off x="6834251"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7" name="Text Placeholder 7">
            <a:extLst>
              <a:ext uri="{FF2B5EF4-FFF2-40B4-BE49-F238E27FC236}">
                <a16:creationId xmlns:a16="http://schemas.microsoft.com/office/drawing/2014/main" id="{445DAC0C-999B-824E-8AA3-C28ED112E896}"/>
              </a:ext>
            </a:extLst>
          </p:cNvPr>
          <p:cNvSpPr>
            <a:spLocks noGrp="1"/>
          </p:cNvSpPr>
          <p:nvPr>
            <p:ph type="body" sz="quarter" idx="66" hasCustomPrompt="1"/>
          </p:nvPr>
        </p:nvSpPr>
        <p:spPr>
          <a:xfrm>
            <a:off x="6834251"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8" name="Text Placeholder 7">
            <a:extLst>
              <a:ext uri="{FF2B5EF4-FFF2-40B4-BE49-F238E27FC236}">
                <a16:creationId xmlns:a16="http://schemas.microsoft.com/office/drawing/2014/main" id="{3EE18008-A4F6-524A-9AF5-F1EA61E66A83}"/>
              </a:ext>
            </a:extLst>
          </p:cNvPr>
          <p:cNvSpPr>
            <a:spLocks noGrp="1"/>
          </p:cNvSpPr>
          <p:nvPr>
            <p:ph type="body" sz="quarter" idx="67" hasCustomPrompt="1"/>
          </p:nvPr>
        </p:nvSpPr>
        <p:spPr>
          <a:xfrm>
            <a:off x="3491401"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9" name="Picture Placeholder 3">
            <a:extLst>
              <a:ext uri="{FF2B5EF4-FFF2-40B4-BE49-F238E27FC236}">
                <a16:creationId xmlns:a16="http://schemas.microsoft.com/office/drawing/2014/main" id="{C606DDCF-1093-3C40-9DA4-C8FA9DDF68A6}"/>
              </a:ext>
            </a:extLst>
          </p:cNvPr>
          <p:cNvSpPr>
            <a:spLocks noGrp="1"/>
          </p:cNvSpPr>
          <p:nvPr>
            <p:ph type="pic" sz="quarter" idx="68"/>
          </p:nvPr>
        </p:nvSpPr>
        <p:spPr>
          <a:xfrm>
            <a:off x="3588455" y="1479553"/>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0" name="Picture Placeholder 3">
            <a:extLst>
              <a:ext uri="{FF2B5EF4-FFF2-40B4-BE49-F238E27FC236}">
                <a16:creationId xmlns:a16="http://schemas.microsoft.com/office/drawing/2014/main" id="{7D435CA4-D726-254B-8C0D-14AABA90391A}"/>
              </a:ext>
            </a:extLst>
          </p:cNvPr>
          <p:cNvSpPr>
            <a:spLocks noGrp="1"/>
          </p:cNvSpPr>
          <p:nvPr>
            <p:ph type="pic" sz="quarter" idx="69"/>
          </p:nvPr>
        </p:nvSpPr>
        <p:spPr>
          <a:xfrm>
            <a:off x="3588455" y="200432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1" name="Picture Placeholder 3">
            <a:extLst>
              <a:ext uri="{FF2B5EF4-FFF2-40B4-BE49-F238E27FC236}">
                <a16:creationId xmlns:a16="http://schemas.microsoft.com/office/drawing/2014/main" id="{0BD6C709-0DC1-2C44-B6B5-6FF36E6A3BE5}"/>
              </a:ext>
            </a:extLst>
          </p:cNvPr>
          <p:cNvSpPr>
            <a:spLocks noGrp="1"/>
          </p:cNvSpPr>
          <p:nvPr>
            <p:ph type="pic" sz="quarter" idx="70"/>
          </p:nvPr>
        </p:nvSpPr>
        <p:spPr>
          <a:xfrm>
            <a:off x="3588455" y="252908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2" name="Picture Placeholder 3">
            <a:extLst>
              <a:ext uri="{FF2B5EF4-FFF2-40B4-BE49-F238E27FC236}">
                <a16:creationId xmlns:a16="http://schemas.microsoft.com/office/drawing/2014/main" id="{DC8D87A0-3C79-C546-A435-B78B1F5D3A4F}"/>
              </a:ext>
            </a:extLst>
          </p:cNvPr>
          <p:cNvSpPr>
            <a:spLocks noGrp="1"/>
          </p:cNvSpPr>
          <p:nvPr>
            <p:ph type="pic" sz="quarter" idx="71"/>
          </p:nvPr>
        </p:nvSpPr>
        <p:spPr>
          <a:xfrm>
            <a:off x="3588455" y="3053849"/>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3" name="Picture Placeholder 3">
            <a:extLst>
              <a:ext uri="{FF2B5EF4-FFF2-40B4-BE49-F238E27FC236}">
                <a16:creationId xmlns:a16="http://schemas.microsoft.com/office/drawing/2014/main" id="{A02C95F8-AB0D-6943-BE11-975298CD5587}"/>
              </a:ext>
            </a:extLst>
          </p:cNvPr>
          <p:cNvSpPr>
            <a:spLocks noGrp="1"/>
          </p:cNvSpPr>
          <p:nvPr>
            <p:ph type="pic" sz="quarter" idx="72"/>
          </p:nvPr>
        </p:nvSpPr>
        <p:spPr>
          <a:xfrm>
            <a:off x="3588455" y="3578614"/>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4" name="Picture Placeholder 3">
            <a:extLst>
              <a:ext uri="{FF2B5EF4-FFF2-40B4-BE49-F238E27FC236}">
                <a16:creationId xmlns:a16="http://schemas.microsoft.com/office/drawing/2014/main" id="{7F865E1B-0FE7-0D46-BDD2-A9C595992E87}"/>
              </a:ext>
            </a:extLst>
          </p:cNvPr>
          <p:cNvSpPr>
            <a:spLocks noGrp="1"/>
          </p:cNvSpPr>
          <p:nvPr>
            <p:ph type="pic" sz="quarter" idx="73"/>
          </p:nvPr>
        </p:nvSpPr>
        <p:spPr>
          <a:xfrm>
            <a:off x="3588455" y="410338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5" name="Picture Placeholder 3">
            <a:extLst>
              <a:ext uri="{FF2B5EF4-FFF2-40B4-BE49-F238E27FC236}">
                <a16:creationId xmlns:a16="http://schemas.microsoft.com/office/drawing/2014/main" id="{445B5578-E099-1041-967A-4DC54DB24B51}"/>
              </a:ext>
            </a:extLst>
          </p:cNvPr>
          <p:cNvSpPr>
            <a:spLocks noGrp="1"/>
          </p:cNvSpPr>
          <p:nvPr>
            <p:ph type="pic" sz="quarter" idx="74"/>
          </p:nvPr>
        </p:nvSpPr>
        <p:spPr>
          <a:xfrm>
            <a:off x="3588454" y="462814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6" name="Text Placeholder 7">
            <a:extLst>
              <a:ext uri="{FF2B5EF4-FFF2-40B4-BE49-F238E27FC236}">
                <a16:creationId xmlns:a16="http://schemas.microsoft.com/office/drawing/2014/main" id="{211687FD-DB71-0342-A587-F03CA82E1912}"/>
              </a:ext>
            </a:extLst>
          </p:cNvPr>
          <p:cNvSpPr>
            <a:spLocks noGrp="1"/>
          </p:cNvSpPr>
          <p:nvPr>
            <p:ph type="body" sz="quarter" idx="75" hasCustomPrompt="1"/>
          </p:nvPr>
        </p:nvSpPr>
        <p:spPr>
          <a:xfrm>
            <a:off x="3984883"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7" name="Text Placeholder 7">
            <a:extLst>
              <a:ext uri="{FF2B5EF4-FFF2-40B4-BE49-F238E27FC236}">
                <a16:creationId xmlns:a16="http://schemas.microsoft.com/office/drawing/2014/main" id="{C6266F2D-D76E-4B44-93DD-A34796AC023B}"/>
              </a:ext>
            </a:extLst>
          </p:cNvPr>
          <p:cNvSpPr>
            <a:spLocks noGrp="1"/>
          </p:cNvSpPr>
          <p:nvPr>
            <p:ph type="body" sz="quarter" idx="76" hasCustomPrompt="1"/>
          </p:nvPr>
        </p:nvSpPr>
        <p:spPr>
          <a:xfrm>
            <a:off x="3984883"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8" name="Text Placeholder 7">
            <a:extLst>
              <a:ext uri="{FF2B5EF4-FFF2-40B4-BE49-F238E27FC236}">
                <a16:creationId xmlns:a16="http://schemas.microsoft.com/office/drawing/2014/main" id="{EED47149-409B-B14D-8718-6D51AE3D3AB5}"/>
              </a:ext>
            </a:extLst>
          </p:cNvPr>
          <p:cNvSpPr>
            <a:spLocks noGrp="1"/>
          </p:cNvSpPr>
          <p:nvPr>
            <p:ph type="body" sz="quarter" idx="77" hasCustomPrompt="1"/>
          </p:nvPr>
        </p:nvSpPr>
        <p:spPr>
          <a:xfrm>
            <a:off x="3984883"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9" name="Text Placeholder 7">
            <a:extLst>
              <a:ext uri="{FF2B5EF4-FFF2-40B4-BE49-F238E27FC236}">
                <a16:creationId xmlns:a16="http://schemas.microsoft.com/office/drawing/2014/main" id="{4E84D3C7-B3A4-CC48-9855-4938E4E118AD}"/>
              </a:ext>
            </a:extLst>
          </p:cNvPr>
          <p:cNvSpPr>
            <a:spLocks noGrp="1"/>
          </p:cNvSpPr>
          <p:nvPr>
            <p:ph type="body" sz="quarter" idx="78" hasCustomPrompt="1"/>
          </p:nvPr>
        </p:nvSpPr>
        <p:spPr>
          <a:xfrm>
            <a:off x="3984883"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0" name="Text Placeholder 7">
            <a:extLst>
              <a:ext uri="{FF2B5EF4-FFF2-40B4-BE49-F238E27FC236}">
                <a16:creationId xmlns:a16="http://schemas.microsoft.com/office/drawing/2014/main" id="{DC0C48EA-7A34-944B-8132-DF37F09318AE}"/>
              </a:ext>
            </a:extLst>
          </p:cNvPr>
          <p:cNvSpPr>
            <a:spLocks noGrp="1"/>
          </p:cNvSpPr>
          <p:nvPr>
            <p:ph type="body" sz="quarter" idx="79" hasCustomPrompt="1"/>
          </p:nvPr>
        </p:nvSpPr>
        <p:spPr>
          <a:xfrm>
            <a:off x="3984883"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1" name="Text Placeholder 7">
            <a:extLst>
              <a:ext uri="{FF2B5EF4-FFF2-40B4-BE49-F238E27FC236}">
                <a16:creationId xmlns:a16="http://schemas.microsoft.com/office/drawing/2014/main" id="{7ACADDD2-9A10-6942-8259-473273FBB069}"/>
              </a:ext>
            </a:extLst>
          </p:cNvPr>
          <p:cNvSpPr>
            <a:spLocks noGrp="1"/>
          </p:cNvSpPr>
          <p:nvPr>
            <p:ph type="body" sz="quarter" idx="80" hasCustomPrompt="1"/>
          </p:nvPr>
        </p:nvSpPr>
        <p:spPr>
          <a:xfrm>
            <a:off x="3984883"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2" name="Text Placeholder 7">
            <a:extLst>
              <a:ext uri="{FF2B5EF4-FFF2-40B4-BE49-F238E27FC236}">
                <a16:creationId xmlns:a16="http://schemas.microsoft.com/office/drawing/2014/main" id="{B7475A50-9DE6-6F44-B7FA-C3C7928FF283}"/>
              </a:ext>
            </a:extLst>
          </p:cNvPr>
          <p:cNvSpPr>
            <a:spLocks noGrp="1"/>
          </p:cNvSpPr>
          <p:nvPr>
            <p:ph type="body" sz="quarter" idx="81" hasCustomPrompt="1"/>
          </p:nvPr>
        </p:nvSpPr>
        <p:spPr>
          <a:xfrm>
            <a:off x="3984883"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4" name="Picture Placeholder 3">
            <a:extLst>
              <a:ext uri="{FF2B5EF4-FFF2-40B4-BE49-F238E27FC236}">
                <a16:creationId xmlns:a16="http://schemas.microsoft.com/office/drawing/2014/main" id="{12FBBD29-DE96-1B40-80B4-0F0231B1AC5D}"/>
              </a:ext>
            </a:extLst>
          </p:cNvPr>
          <p:cNvSpPr>
            <a:spLocks noGrp="1"/>
          </p:cNvSpPr>
          <p:nvPr>
            <p:ph type="pic" sz="quarter" idx="82"/>
          </p:nvPr>
        </p:nvSpPr>
        <p:spPr>
          <a:xfrm>
            <a:off x="711690" y="5152912"/>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5" name="Text Placeholder 7">
            <a:extLst>
              <a:ext uri="{FF2B5EF4-FFF2-40B4-BE49-F238E27FC236}">
                <a16:creationId xmlns:a16="http://schemas.microsoft.com/office/drawing/2014/main" id="{39F508A9-3E93-DC43-B332-68A35B7D24FA}"/>
              </a:ext>
            </a:extLst>
          </p:cNvPr>
          <p:cNvSpPr>
            <a:spLocks noGrp="1"/>
          </p:cNvSpPr>
          <p:nvPr>
            <p:ph type="body" sz="quarter" idx="83" hasCustomPrompt="1"/>
          </p:nvPr>
        </p:nvSpPr>
        <p:spPr>
          <a:xfrm>
            <a:off x="1108119"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6" name="Picture Placeholder 3">
            <a:extLst>
              <a:ext uri="{FF2B5EF4-FFF2-40B4-BE49-F238E27FC236}">
                <a16:creationId xmlns:a16="http://schemas.microsoft.com/office/drawing/2014/main" id="{6840C14B-D589-C94B-B8F9-28CFE94FABCE}"/>
              </a:ext>
            </a:extLst>
          </p:cNvPr>
          <p:cNvSpPr>
            <a:spLocks noGrp="1"/>
          </p:cNvSpPr>
          <p:nvPr>
            <p:ph type="pic" sz="quarter" idx="84"/>
          </p:nvPr>
        </p:nvSpPr>
        <p:spPr>
          <a:xfrm>
            <a:off x="9300886" y="5152912"/>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7" name="Text Placeholder 7">
            <a:extLst>
              <a:ext uri="{FF2B5EF4-FFF2-40B4-BE49-F238E27FC236}">
                <a16:creationId xmlns:a16="http://schemas.microsoft.com/office/drawing/2014/main" id="{6F63A7A9-9CFA-0F4D-8695-447FE1CB25B8}"/>
              </a:ext>
            </a:extLst>
          </p:cNvPr>
          <p:cNvSpPr>
            <a:spLocks noGrp="1"/>
          </p:cNvSpPr>
          <p:nvPr>
            <p:ph type="body" sz="quarter" idx="85" hasCustomPrompt="1"/>
          </p:nvPr>
        </p:nvSpPr>
        <p:spPr>
          <a:xfrm>
            <a:off x="9697315"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8" name="Picture Placeholder 3">
            <a:extLst>
              <a:ext uri="{FF2B5EF4-FFF2-40B4-BE49-F238E27FC236}">
                <a16:creationId xmlns:a16="http://schemas.microsoft.com/office/drawing/2014/main" id="{39551C59-03A2-B642-967F-11FFE636352F}"/>
              </a:ext>
            </a:extLst>
          </p:cNvPr>
          <p:cNvSpPr>
            <a:spLocks noGrp="1"/>
          </p:cNvSpPr>
          <p:nvPr>
            <p:ph type="pic" sz="quarter" idx="86"/>
          </p:nvPr>
        </p:nvSpPr>
        <p:spPr>
          <a:xfrm>
            <a:off x="6437820" y="5152912"/>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9" name="Text Placeholder 7">
            <a:extLst>
              <a:ext uri="{FF2B5EF4-FFF2-40B4-BE49-F238E27FC236}">
                <a16:creationId xmlns:a16="http://schemas.microsoft.com/office/drawing/2014/main" id="{C02837D7-FC31-B34E-9191-971D6AEF1BA0}"/>
              </a:ext>
            </a:extLst>
          </p:cNvPr>
          <p:cNvSpPr>
            <a:spLocks noGrp="1"/>
          </p:cNvSpPr>
          <p:nvPr>
            <p:ph type="body" sz="quarter" idx="87" hasCustomPrompt="1"/>
          </p:nvPr>
        </p:nvSpPr>
        <p:spPr>
          <a:xfrm>
            <a:off x="6834251"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0" name="Picture Placeholder 3">
            <a:extLst>
              <a:ext uri="{FF2B5EF4-FFF2-40B4-BE49-F238E27FC236}">
                <a16:creationId xmlns:a16="http://schemas.microsoft.com/office/drawing/2014/main" id="{0A9A16C4-5950-FE46-8970-C4FE824F08F2}"/>
              </a:ext>
            </a:extLst>
          </p:cNvPr>
          <p:cNvSpPr>
            <a:spLocks noGrp="1"/>
          </p:cNvSpPr>
          <p:nvPr>
            <p:ph type="pic" sz="quarter" idx="88"/>
          </p:nvPr>
        </p:nvSpPr>
        <p:spPr>
          <a:xfrm>
            <a:off x="3588454" y="5152912"/>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71" name="Text Placeholder 7">
            <a:extLst>
              <a:ext uri="{FF2B5EF4-FFF2-40B4-BE49-F238E27FC236}">
                <a16:creationId xmlns:a16="http://schemas.microsoft.com/office/drawing/2014/main" id="{F0A4E703-0CB6-8D41-8B11-CDC79E494EEE}"/>
              </a:ext>
            </a:extLst>
          </p:cNvPr>
          <p:cNvSpPr>
            <a:spLocks noGrp="1"/>
          </p:cNvSpPr>
          <p:nvPr>
            <p:ph type="body" sz="quarter" idx="89" hasCustomPrompt="1"/>
          </p:nvPr>
        </p:nvSpPr>
        <p:spPr>
          <a:xfrm>
            <a:off x="3984883"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5" name="Picture Placeholder 3">
            <a:extLst>
              <a:ext uri="{FF2B5EF4-FFF2-40B4-BE49-F238E27FC236}">
                <a16:creationId xmlns:a16="http://schemas.microsoft.com/office/drawing/2014/main" id="{1DCBBC5A-83E1-534A-A729-2AAE15A559D1}"/>
              </a:ext>
            </a:extLst>
          </p:cNvPr>
          <p:cNvSpPr>
            <a:spLocks noGrp="1"/>
          </p:cNvSpPr>
          <p:nvPr>
            <p:ph type="pic" sz="quarter" idx="90"/>
          </p:nvPr>
        </p:nvSpPr>
        <p:spPr>
          <a:xfrm>
            <a:off x="711690" y="5677676"/>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96" name="Text Placeholder 7">
            <a:extLst>
              <a:ext uri="{FF2B5EF4-FFF2-40B4-BE49-F238E27FC236}">
                <a16:creationId xmlns:a16="http://schemas.microsoft.com/office/drawing/2014/main" id="{D7A1E629-C759-8A43-BBEE-5E84A4D978CA}"/>
              </a:ext>
            </a:extLst>
          </p:cNvPr>
          <p:cNvSpPr>
            <a:spLocks noGrp="1"/>
          </p:cNvSpPr>
          <p:nvPr>
            <p:ph type="body" sz="quarter" idx="91" hasCustomPrompt="1"/>
          </p:nvPr>
        </p:nvSpPr>
        <p:spPr>
          <a:xfrm>
            <a:off x="1108119"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7" name="Picture Placeholder 3">
            <a:extLst>
              <a:ext uri="{FF2B5EF4-FFF2-40B4-BE49-F238E27FC236}">
                <a16:creationId xmlns:a16="http://schemas.microsoft.com/office/drawing/2014/main" id="{32560AF2-6EDC-E545-AC85-CD3E6C2E8432}"/>
              </a:ext>
            </a:extLst>
          </p:cNvPr>
          <p:cNvSpPr>
            <a:spLocks noGrp="1"/>
          </p:cNvSpPr>
          <p:nvPr>
            <p:ph type="pic" sz="quarter" idx="92"/>
          </p:nvPr>
        </p:nvSpPr>
        <p:spPr>
          <a:xfrm>
            <a:off x="9300886" y="5677676"/>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98" name="Text Placeholder 7">
            <a:extLst>
              <a:ext uri="{FF2B5EF4-FFF2-40B4-BE49-F238E27FC236}">
                <a16:creationId xmlns:a16="http://schemas.microsoft.com/office/drawing/2014/main" id="{0BF57D0D-FFC1-8745-91E3-01339FD39DB6}"/>
              </a:ext>
            </a:extLst>
          </p:cNvPr>
          <p:cNvSpPr>
            <a:spLocks noGrp="1"/>
          </p:cNvSpPr>
          <p:nvPr>
            <p:ph type="body" sz="quarter" idx="93" hasCustomPrompt="1"/>
          </p:nvPr>
        </p:nvSpPr>
        <p:spPr>
          <a:xfrm>
            <a:off x="9697315"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9" name="Picture Placeholder 3">
            <a:extLst>
              <a:ext uri="{FF2B5EF4-FFF2-40B4-BE49-F238E27FC236}">
                <a16:creationId xmlns:a16="http://schemas.microsoft.com/office/drawing/2014/main" id="{98DE4193-D11C-344E-B5AB-974997CACEED}"/>
              </a:ext>
            </a:extLst>
          </p:cNvPr>
          <p:cNvSpPr>
            <a:spLocks noGrp="1"/>
          </p:cNvSpPr>
          <p:nvPr>
            <p:ph type="pic" sz="quarter" idx="94"/>
          </p:nvPr>
        </p:nvSpPr>
        <p:spPr>
          <a:xfrm>
            <a:off x="6437820" y="5677676"/>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00" name="Text Placeholder 7">
            <a:extLst>
              <a:ext uri="{FF2B5EF4-FFF2-40B4-BE49-F238E27FC236}">
                <a16:creationId xmlns:a16="http://schemas.microsoft.com/office/drawing/2014/main" id="{3765874A-1593-9045-B59A-2202C9F499A1}"/>
              </a:ext>
            </a:extLst>
          </p:cNvPr>
          <p:cNvSpPr>
            <a:spLocks noGrp="1"/>
          </p:cNvSpPr>
          <p:nvPr>
            <p:ph type="body" sz="quarter" idx="95" hasCustomPrompt="1"/>
          </p:nvPr>
        </p:nvSpPr>
        <p:spPr>
          <a:xfrm>
            <a:off x="6834251"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1" name="Picture Placeholder 3">
            <a:extLst>
              <a:ext uri="{FF2B5EF4-FFF2-40B4-BE49-F238E27FC236}">
                <a16:creationId xmlns:a16="http://schemas.microsoft.com/office/drawing/2014/main" id="{9EAEB5CC-1475-8842-A12E-5F1190B1EACB}"/>
              </a:ext>
            </a:extLst>
          </p:cNvPr>
          <p:cNvSpPr>
            <a:spLocks noGrp="1"/>
          </p:cNvSpPr>
          <p:nvPr>
            <p:ph type="pic" sz="quarter" idx="96"/>
          </p:nvPr>
        </p:nvSpPr>
        <p:spPr>
          <a:xfrm>
            <a:off x="3588454" y="5677676"/>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02" name="Text Placeholder 7">
            <a:extLst>
              <a:ext uri="{FF2B5EF4-FFF2-40B4-BE49-F238E27FC236}">
                <a16:creationId xmlns:a16="http://schemas.microsoft.com/office/drawing/2014/main" id="{6203C484-A713-F14B-94DA-4C6D5A4958CC}"/>
              </a:ext>
            </a:extLst>
          </p:cNvPr>
          <p:cNvSpPr>
            <a:spLocks noGrp="1"/>
          </p:cNvSpPr>
          <p:nvPr>
            <p:ph type="body" sz="quarter" idx="97" hasCustomPrompt="1"/>
          </p:nvPr>
        </p:nvSpPr>
        <p:spPr>
          <a:xfrm>
            <a:off x="3984883"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4" name="Text Placeholder 6">
            <a:extLst>
              <a:ext uri="{FF2B5EF4-FFF2-40B4-BE49-F238E27FC236}">
                <a16:creationId xmlns:a16="http://schemas.microsoft.com/office/drawing/2014/main" id="{125F027B-F432-97D0-4000-2DD17AFB9473}"/>
              </a:ext>
            </a:extLst>
          </p:cNvPr>
          <p:cNvSpPr>
            <a:spLocks noGrp="1"/>
          </p:cNvSpPr>
          <p:nvPr>
            <p:ph type="body" sz="quarter" idx="98"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11756985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Photo grid 1">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711200" y="1650808"/>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3" name="Picture Placeholder 3"/>
          <p:cNvSpPr>
            <a:spLocks noGrp="1"/>
          </p:cNvSpPr>
          <p:nvPr>
            <p:ph type="pic" sz="quarter" idx="11"/>
          </p:nvPr>
        </p:nvSpPr>
        <p:spPr>
          <a:xfrm>
            <a:off x="711200" y="3946044"/>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4" name="Picture Placeholder 3"/>
          <p:cNvSpPr>
            <a:spLocks noGrp="1"/>
          </p:cNvSpPr>
          <p:nvPr>
            <p:ph type="pic" sz="quarter" idx="12"/>
          </p:nvPr>
        </p:nvSpPr>
        <p:spPr>
          <a:xfrm>
            <a:off x="6087533" y="1650808"/>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5" name="Picture Placeholder 3"/>
          <p:cNvSpPr>
            <a:spLocks noGrp="1"/>
          </p:cNvSpPr>
          <p:nvPr>
            <p:ph type="pic" sz="quarter" idx="13"/>
          </p:nvPr>
        </p:nvSpPr>
        <p:spPr>
          <a:xfrm>
            <a:off x="6087533" y="3946044"/>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8" name="Text Placeholder 7"/>
          <p:cNvSpPr>
            <a:spLocks noGrp="1"/>
          </p:cNvSpPr>
          <p:nvPr>
            <p:ph type="body" sz="quarter" idx="14" hasCustomPrompt="1"/>
          </p:nvPr>
        </p:nvSpPr>
        <p:spPr>
          <a:xfrm>
            <a:off x="2708570" y="215880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dirty="0"/>
              <a:t>Place title here</a:t>
            </a:r>
          </a:p>
        </p:txBody>
      </p:sp>
      <p:sp>
        <p:nvSpPr>
          <p:cNvPr id="9" name="Text Placeholder 7"/>
          <p:cNvSpPr>
            <a:spLocks noGrp="1"/>
          </p:cNvSpPr>
          <p:nvPr>
            <p:ph type="body" sz="quarter" idx="15" hasCustomPrompt="1"/>
          </p:nvPr>
        </p:nvSpPr>
        <p:spPr>
          <a:xfrm>
            <a:off x="2708570" y="2565210"/>
            <a:ext cx="2997201" cy="406401"/>
          </a:xfrm>
          <a:prstGeom prst="rect">
            <a:avLst/>
          </a:prstGeom>
        </p:spPr>
        <p:txBody>
          <a:bodyPr/>
          <a:lstStyle>
            <a:lvl1pPr marL="0" indent="0">
              <a:buNone/>
              <a:defRPr sz="1300" baseline="0">
                <a:solidFill>
                  <a:schemeClr val="tx1"/>
                </a:solidFill>
              </a:defRPr>
            </a:lvl1pPr>
          </a:lstStyle>
          <a:p>
            <a:pPr lvl="0"/>
            <a:r>
              <a:rPr lang="en-US" dirty="0"/>
              <a:t>Place text here</a:t>
            </a:r>
          </a:p>
        </p:txBody>
      </p:sp>
      <p:sp>
        <p:nvSpPr>
          <p:cNvPr id="10" name="Text Placeholder 7"/>
          <p:cNvSpPr>
            <a:spLocks noGrp="1"/>
          </p:cNvSpPr>
          <p:nvPr>
            <p:ph type="body" sz="quarter" idx="16" hasCustomPrompt="1"/>
          </p:nvPr>
        </p:nvSpPr>
        <p:spPr>
          <a:xfrm>
            <a:off x="2708570" y="449156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dirty="0"/>
              <a:t>Place title here</a:t>
            </a:r>
          </a:p>
        </p:txBody>
      </p:sp>
      <p:sp>
        <p:nvSpPr>
          <p:cNvPr id="11" name="Text Placeholder 7"/>
          <p:cNvSpPr>
            <a:spLocks noGrp="1"/>
          </p:cNvSpPr>
          <p:nvPr>
            <p:ph type="body" sz="quarter" idx="17" hasCustomPrompt="1"/>
          </p:nvPr>
        </p:nvSpPr>
        <p:spPr>
          <a:xfrm>
            <a:off x="2708570" y="4897970"/>
            <a:ext cx="2997201" cy="406401"/>
          </a:xfrm>
          <a:prstGeom prst="rect">
            <a:avLst/>
          </a:prstGeom>
        </p:spPr>
        <p:txBody>
          <a:bodyPr/>
          <a:lstStyle>
            <a:lvl1pPr marL="0" indent="0">
              <a:buNone/>
              <a:defRPr sz="1300" baseline="0">
                <a:solidFill>
                  <a:schemeClr val="tx1"/>
                </a:solidFill>
              </a:defRPr>
            </a:lvl1pPr>
          </a:lstStyle>
          <a:p>
            <a:pPr lvl="0"/>
            <a:r>
              <a:rPr lang="en-US" dirty="0"/>
              <a:t>Place text here</a:t>
            </a:r>
          </a:p>
        </p:txBody>
      </p:sp>
      <p:sp>
        <p:nvSpPr>
          <p:cNvPr id="12" name="Text Placeholder 7"/>
          <p:cNvSpPr>
            <a:spLocks noGrp="1"/>
          </p:cNvSpPr>
          <p:nvPr>
            <p:ph type="body" sz="quarter" idx="18" hasCustomPrompt="1"/>
          </p:nvPr>
        </p:nvSpPr>
        <p:spPr>
          <a:xfrm>
            <a:off x="8079516" y="215880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dirty="0"/>
              <a:t>Place title here</a:t>
            </a:r>
          </a:p>
        </p:txBody>
      </p:sp>
      <p:sp>
        <p:nvSpPr>
          <p:cNvPr id="13" name="Text Placeholder 7"/>
          <p:cNvSpPr>
            <a:spLocks noGrp="1"/>
          </p:cNvSpPr>
          <p:nvPr>
            <p:ph type="body" sz="quarter" idx="19" hasCustomPrompt="1"/>
          </p:nvPr>
        </p:nvSpPr>
        <p:spPr>
          <a:xfrm>
            <a:off x="8079516" y="2565210"/>
            <a:ext cx="2997201" cy="406401"/>
          </a:xfrm>
          <a:prstGeom prst="rect">
            <a:avLst/>
          </a:prstGeom>
        </p:spPr>
        <p:txBody>
          <a:bodyPr/>
          <a:lstStyle>
            <a:lvl1pPr marL="0" indent="0">
              <a:buNone/>
              <a:defRPr sz="1300" baseline="0">
                <a:solidFill>
                  <a:schemeClr val="tx1"/>
                </a:solidFill>
              </a:defRPr>
            </a:lvl1pPr>
          </a:lstStyle>
          <a:p>
            <a:pPr lvl="0"/>
            <a:r>
              <a:rPr lang="en-US" dirty="0"/>
              <a:t>Place text here</a:t>
            </a:r>
          </a:p>
        </p:txBody>
      </p:sp>
      <p:sp>
        <p:nvSpPr>
          <p:cNvPr id="14" name="Text Placeholder 7"/>
          <p:cNvSpPr>
            <a:spLocks noGrp="1"/>
          </p:cNvSpPr>
          <p:nvPr>
            <p:ph type="body" sz="quarter" idx="20" hasCustomPrompt="1"/>
          </p:nvPr>
        </p:nvSpPr>
        <p:spPr>
          <a:xfrm>
            <a:off x="8079516" y="449156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dirty="0"/>
              <a:t>Place title here</a:t>
            </a:r>
          </a:p>
        </p:txBody>
      </p:sp>
      <p:sp>
        <p:nvSpPr>
          <p:cNvPr id="15" name="Text Placeholder 7"/>
          <p:cNvSpPr>
            <a:spLocks noGrp="1"/>
          </p:cNvSpPr>
          <p:nvPr>
            <p:ph type="body" sz="quarter" idx="21" hasCustomPrompt="1"/>
          </p:nvPr>
        </p:nvSpPr>
        <p:spPr>
          <a:xfrm>
            <a:off x="8079516" y="4897970"/>
            <a:ext cx="2997201" cy="406401"/>
          </a:xfrm>
          <a:prstGeom prst="rect">
            <a:avLst/>
          </a:prstGeom>
        </p:spPr>
        <p:txBody>
          <a:bodyPr/>
          <a:lstStyle>
            <a:lvl1pPr marL="0" indent="0">
              <a:buNone/>
              <a:defRPr sz="1300" baseline="0">
                <a:solidFill>
                  <a:schemeClr val="tx1"/>
                </a:solidFill>
              </a:defRPr>
            </a:lvl1pPr>
          </a:lstStyle>
          <a:p>
            <a:pPr lvl="0"/>
            <a:r>
              <a:rPr lang="en-US" dirty="0"/>
              <a:t>Place text here</a:t>
            </a:r>
          </a:p>
        </p:txBody>
      </p:sp>
      <p:sp>
        <p:nvSpPr>
          <p:cNvPr id="19" name="Text Placeholder 2">
            <a:extLst>
              <a:ext uri="{FF2B5EF4-FFF2-40B4-BE49-F238E27FC236}">
                <a16:creationId xmlns:a16="http://schemas.microsoft.com/office/drawing/2014/main" id="{F87F9493-2336-13D2-9712-6F5EA4B97F3E}"/>
              </a:ext>
            </a:extLst>
          </p:cNvPr>
          <p:cNvSpPr>
            <a:spLocks noGrp="1"/>
          </p:cNvSpPr>
          <p:nvPr>
            <p:ph type="body" sz="quarter" idx="22"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20" name="Text Placeholder 6">
            <a:extLst>
              <a:ext uri="{FF2B5EF4-FFF2-40B4-BE49-F238E27FC236}">
                <a16:creationId xmlns:a16="http://schemas.microsoft.com/office/drawing/2014/main" id="{2716B8B4-F834-CE39-CB59-C3AC0E3E34DE}"/>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13182105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Photo grid 2">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995219" y="2413195"/>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3" name="Picture Placeholder 3"/>
          <p:cNvSpPr>
            <a:spLocks noGrp="1"/>
          </p:cNvSpPr>
          <p:nvPr>
            <p:ph type="pic" sz="quarter" idx="11"/>
          </p:nvPr>
        </p:nvSpPr>
        <p:spPr>
          <a:xfrm>
            <a:off x="3770748" y="2413195"/>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9" name="Text Placeholder 7"/>
          <p:cNvSpPr>
            <a:spLocks noGrp="1"/>
          </p:cNvSpPr>
          <p:nvPr>
            <p:ph type="body" sz="quarter" idx="15" hasCustomPrompt="1"/>
          </p:nvPr>
        </p:nvSpPr>
        <p:spPr>
          <a:xfrm>
            <a:off x="660399" y="4449429"/>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6" name="Picture Placeholder 3"/>
          <p:cNvSpPr>
            <a:spLocks noGrp="1"/>
          </p:cNvSpPr>
          <p:nvPr>
            <p:ph type="pic" sz="quarter" idx="16"/>
          </p:nvPr>
        </p:nvSpPr>
        <p:spPr>
          <a:xfrm>
            <a:off x="6546277" y="2413195"/>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7" name="Picture Placeholder 3"/>
          <p:cNvSpPr>
            <a:spLocks noGrp="1"/>
          </p:cNvSpPr>
          <p:nvPr>
            <p:ph type="pic" sz="quarter" idx="17"/>
          </p:nvPr>
        </p:nvSpPr>
        <p:spPr>
          <a:xfrm>
            <a:off x="9321807" y="2413195"/>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8" name="Text Placeholder 7"/>
          <p:cNvSpPr>
            <a:spLocks noGrp="1"/>
          </p:cNvSpPr>
          <p:nvPr>
            <p:ph type="body" sz="quarter" idx="18" hasCustomPrompt="1"/>
          </p:nvPr>
        </p:nvSpPr>
        <p:spPr>
          <a:xfrm>
            <a:off x="3435928" y="4449429"/>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9" name="Text Placeholder 7"/>
          <p:cNvSpPr>
            <a:spLocks noGrp="1"/>
          </p:cNvSpPr>
          <p:nvPr>
            <p:ph type="body" sz="quarter" idx="19" hasCustomPrompt="1"/>
          </p:nvPr>
        </p:nvSpPr>
        <p:spPr>
          <a:xfrm>
            <a:off x="6211457" y="4449428"/>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20" name="Text Placeholder 7"/>
          <p:cNvSpPr>
            <a:spLocks noGrp="1"/>
          </p:cNvSpPr>
          <p:nvPr>
            <p:ph type="body" sz="quarter" idx="20" hasCustomPrompt="1"/>
          </p:nvPr>
        </p:nvSpPr>
        <p:spPr>
          <a:xfrm>
            <a:off x="8986987" y="4449428"/>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5" name="Text Placeholder 2">
            <a:extLst>
              <a:ext uri="{FF2B5EF4-FFF2-40B4-BE49-F238E27FC236}">
                <a16:creationId xmlns:a16="http://schemas.microsoft.com/office/drawing/2014/main" id="{B035310E-70A6-F6E8-67E1-671ABC060C9E}"/>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21" name="Text Placeholder 6">
            <a:extLst>
              <a:ext uri="{FF2B5EF4-FFF2-40B4-BE49-F238E27FC236}">
                <a16:creationId xmlns:a16="http://schemas.microsoft.com/office/drawing/2014/main" id="{5FB15CF3-F0DA-E5D9-9601-83FCD98CD28F}"/>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40823679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Photo grid 3">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471039" y="2143624"/>
            <a:ext cx="2367941" cy="2367941"/>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3" name="Picture Placeholder 3"/>
          <p:cNvSpPr>
            <a:spLocks noGrp="1"/>
          </p:cNvSpPr>
          <p:nvPr>
            <p:ph type="pic" sz="quarter" idx="11"/>
          </p:nvPr>
        </p:nvSpPr>
        <p:spPr>
          <a:xfrm>
            <a:off x="4849684" y="2143624"/>
            <a:ext cx="2367941" cy="2367941"/>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9" name="Text Placeholder 7"/>
          <p:cNvSpPr>
            <a:spLocks noGrp="1"/>
          </p:cNvSpPr>
          <p:nvPr>
            <p:ph type="body" sz="quarter" idx="15" hasCustomPrompt="1"/>
          </p:nvPr>
        </p:nvSpPr>
        <p:spPr>
          <a:xfrm>
            <a:off x="1405788" y="4817925"/>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6" name="Picture Placeholder 3"/>
          <p:cNvSpPr>
            <a:spLocks noGrp="1"/>
          </p:cNvSpPr>
          <p:nvPr>
            <p:ph type="pic" sz="quarter" idx="16"/>
          </p:nvPr>
        </p:nvSpPr>
        <p:spPr>
          <a:xfrm>
            <a:off x="8228328" y="2143624"/>
            <a:ext cx="2367941" cy="2367941"/>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8" name="Text Placeholder 7"/>
          <p:cNvSpPr>
            <a:spLocks noGrp="1"/>
          </p:cNvSpPr>
          <p:nvPr>
            <p:ph type="body" sz="quarter" idx="18" hasCustomPrompt="1"/>
          </p:nvPr>
        </p:nvSpPr>
        <p:spPr>
          <a:xfrm>
            <a:off x="4784435" y="4817925"/>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9" name="Text Placeholder 7"/>
          <p:cNvSpPr>
            <a:spLocks noGrp="1"/>
          </p:cNvSpPr>
          <p:nvPr>
            <p:ph type="body" sz="quarter" idx="19" hasCustomPrompt="1"/>
          </p:nvPr>
        </p:nvSpPr>
        <p:spPr>
          <a:xfrm>
            <a:off x="8163079" y="4817924"/>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3" name="Text Placeholder 2">
            <a:extLst>
              <a:ext uri="{FF2B5EF4-FFF2-40B4-BE49-F238E27FC236}">
                <a16:creationId xmlns:a16="http://schemas.microsoft.com/office/drawing/2014/main" id="{2F5B399E-36DD-6F0D-6B04-A750EB76CE52}"/>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4" name="Text Placeholder 6">
            <a:extLst>
              <a:ext uri="{FF2B5EF4-FFF2-40B4-BE49-F238E27FC236}">
                <a16:creationId xmlns:a16="http://schemas.microsoft.com/office/drawing/2014/main" id="{A97A841C-443E-0CC6-7A13-3E9ED2666260}"/>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9681300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Photo grid 4">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471039" y="2143624"/>
            <a:ext cx="2367941" cy="2367941"/>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3" name="Picture Placeholder 3"/>
          <p:cNvSpPr>
            <a:spLocks noGrp="1"/>
          </p:cNvSpPr>
          <p:nvPr>
            <p:ph type="pic" sz="quarter" idx="11"/>
          </p:nvPr>
        </p:nvSpPr>
        <p:spPr>
          <a:xfrm>
            <a:off x="4849684" y="2143624"/>
            <a:ext cx="2367941" cy="2367941"/>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9" name="Text Placeholder 7"/>
          <p:cNvSpPr>
            <a:spLocks noGrp="1"/>
          </p:cNvSpPr>
          <p:nvPr>
            <p:ph type="body" sz="quarter" idx="15" hasCustomPrompt="1"/>
          </p:nvPr>
        </p:nvSpPr>
        <p:spPr>
          <a:xfrm>
            <a:off x="1405788" y="4817925"/>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6" name="Picture Placeholder 3"/>
          <p:cNvSpPr>
            <a:spLocks noGrp="1"/>
          </p:cNvSpPr>
          <p:nvPr>
            <p:ph type="pic" sz="quarter" idx="16"/>
          </p:nvPr>
        </p:nvSpPr>
        <p:spPr>
          <a:xfrm>
            <a:off x="8228328" y="2143624"/>
            <a:ext cx="2367941" cy="2367941"/>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8" name="Text Placeholder 7"/>
          <p:cNvSpPr>
            <a:spLocks noGrp="1"/>
          </p:cNvSpPr>
          <p:nvPr>
            <p:ph type="body" sz="quarter" idx="18" hasCustomPrompt="1"/>
          </p:nvPr>
        </p:nvSpPr>
        <p:spPr>
          <a:xfrm>
            <a:off x="4784435" y="4817925"/>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9" name="Text Placeholder 7"/>
          <p:cNvSpPr>
            <a:spLocks noGrp="1"/>
          </p:cNvSpPr>
          <p:nvPr>
            <p:ph type="body" sz="quarter" idx="19" hasCustomPrompt="1"/>
          </p:nvPr>
        </p:nvSpPr>
        <p:spPr>
          <a:xfrm>
            <a:off x="8163079" y="4817924"/>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3" name="Text Placeholder 2">
            <a:extLst>
              <a:ext uri="{FF2B5EF4-FFF2-40B4-BE49-F238E27FC236}">
                <a16:creationId xmlns:a16="http://schemas.microsoft.com/office/drawing/2014/main" id="{ADA58A85-C978-55C3-15E0-51498AE1539C}"/>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4" name="Text Placeholder 6">
            <a:extLst>
              <a:ext uri="{FF2B5EF4-FFF2-40B4-BE49-F238E27FC236}">
                <a16:creationId xmlns:a16="http://schemas.microsoft.com/office/drawing/2014/main" id="{3DEFF1E5-698B-29EC-2DA0-8434BF346EC2}"/>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2513590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Photo grid 5">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277249" y="1430868"/>
            <a:ext cx="2755521" cy="3742549"/>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9" name="Text Placeholder 7"/>
          <p:cNvSpPr>
            <a:spLocks noGrp="1"/>
          </p:cNvSpPr>
          <p:nvPr>
            <p:ph type="body" sz="quarter" idx="15" hasCustomPrompt="1"/>
          </p:nvPr>
        </p:nvSpPr>
        <p:spPr>
          <a:xfrm>
            <a:off x="1405788" y="5479776"/>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8" name="Text Placeholder 7"/>
          <p:cNvSpPr>
            <a:spLocks noGrp="1"/>
          </p:cNvSpPr>
          <p:nvPr>
            <p:ph type="body" sz="quarter" idx="18" hasCustomPrompt="1"/>
          </p:nvPr>
        </p:nvSpPr>
        <p:spPr>
          <a:xfrm>
            <a:off x="4784435" y="5479776"/>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9" name="Text Placeholder 7"/>
          <p:cNvSpPr>
            <a:spLocks noGrp="1"/>
          </p:cNvSpPr>
          <p:nvPr>
            <p:ph type="body" sz="quarter" idx="19" hasCustomPrompt="1"/>
          </p:nvPr>
        </p:nvSpPr>
        <p:spPr>
          <a:xfrm>
            <a:off x="8163079" y="5479774"/>
            <a:ext cx="2498440" cy="406401"/>
          </a:xfrm>
          <a:prstGeom prst="rect">
            <a:avLst/>
          </a:prstGeom>
        </p:spPr>
        <p:txBody>
          <a:bodyPr/>
          <a:lstStyle>
            <a:lvl1pPr marL="0" indent="0" algn="ctr">
              <a:buNone/>
              <a:defRPr sz="1867" baseline="0">
                <a:solidFill>
                  <a:schemeClr val="tx1"/>
                </a:solidFill>
              </a:defRPr>
            </a:lvl1pPr>
          </a:lstStyle>
          <a:p>
            <a:pPr lvl="0"/>
            <a:r>
              <a:rPr lang="en-US" dirty="0"/>
              <a:t>Place text here</a:t>
            </a:r>
          </a:p>
        </p:txBody>
      </p:sp>
      <p:sp>
        <p:nvSpPr>
          <p:cNvPr id="10" name="Picture Placeholder 3">
            <a:extLst>
              <a:ext uri="{FF2B5EF4-FFF2-40B4-BE49-F238E27FC236}">
                <a16:creationId xmlns:a16="http://schemas.microsoft.com/office/drawing/2014/main" id="{5912C578-2CFA-2609-B2B9-3A660B33A60F}"/>
              </a:ext>
            </a:extLst>
          </p:cNvPr>
          <p:cNvSpPr>
            <a:spLocks noGrp="1"/>
          </p:cNvSpPr>
          <p:nvPr>
            <p:ph type="pic" sz="quarter" idx="20"/>
          </p:nvPr>
        </p:nvSpPr>
        <p:spPr>
          <a:xfrm>
            <a:off x="4709773" y="1430868"/>
            <a:ext cx="2755521" cy="3742549"/>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1" name="Picture Placeholder 3">
            <a:extLst>
              <a:ext uri="{FF2B5EF4-FFF2-40B4-BE49-F238E27FC236}">
                <a16:creationId xmlns:a16="http://schemas.microsoft.com/office/drawing/2014/main" id="{75019E6F-7EDE-0A1E-A05A-9C903808C1F4}"/>
              </a:ext>
            </a:extLst>
          </p:cNvPr>
          <p:cNvSpPr>
            <a:spLocks noGrp="1"/>
          </p:cNvSpPr>
          <p:nvPr>
            <p:ph type="pic" sz="quarter" idx="21"/>
          </p:nvPr>
        </p:nvSpPr>
        <p:spPr>
          <a:xfrm>
            <a:off x="8034540" y="1430868"/>
            <a:ext cx="2755521" cy="3742549"/>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2" name="Text Placeholder 6">
            <a:extLst>
              <a:ext uri="{FF2B5EF4-FFF2-40B4-BE49-F238E27FC236}">
                <a16:creationId xmlns:a16="http://schemas.microsoft.com/office/drawing/2014/main" id="{F1968240-A2D7-3AFB-E139-4C8B1C67EA55}"/>
              </a:ext>
            </a:extLst>
          </p:cNvPr>
          <p:cNvSpPr>
            <a:spLocks noGrp="1"/>
          </p:cNvSpPr>
          <p:nvPr>
            <p:ph type="body" sz="quarter" idx="90"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2761032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Photo grid 6">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3" y="2"/>
            <a:ext cx="2737152" cy="4409831"/>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3" name="Picture Placeholder 6">
            <a:extLst>
              <a:ext uri="{FF2B5EF4-FFF2-40B4-BE49-F238E27FC236}">
                <a16:creationId xmlns:a16="http://schemas.microsoft.com/office/drawing/2014/main" id="{4C8B1DB1-55C6-E44A-9630-610A391F3189}"/>
              </a:ext>
            </a:extLst>
          </p:cNvPr>
          <p:cNvSpPr>
            <a:spLocks noGrp="1"/>
          </p:cNvSpPr>
          <p:nvPr>
            <p:ph type="pic" sz="quarter" idx="33"/>
          </p:nvPr>
        </p:nvSpPr>
        <p:spPr>
          <a:xfrm>
            <a:off x="6087533" y="4645904"/>
            <a:ext cx="2737152" cy="2212096"/>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4" name="Picture Placeholder 6">
            <a:extLst>
              <a:ext uri="{FF2B5EF4-FFF2-40B4-BE49-F238E27FC236}">
                <a16:creationId xmlns:a16="http://schemas.microsoft.com/office/drawing/2014/main" id="{00000B7C-B9C2-3692-DA0C-7CD43971473C}"/>
              </a:ext>
            </a:extLst>
          </p:cNvPr>
          <p:cNvSpPr>
            <a:spLocks noGrp="1"/>
          </p:cNvSpPr>
          <p:nvPr>
            <p:ph type="pic" sz="quarter" idx="34"/>
          </p:nvPr>
        </p:nvSpPr>
        <p:spPr>
          <a:xfrm>
            <a:off x="9106505" y="2448171"/>
            <a:ext cx="2737152" cy="4409831"/>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6" name="Picture Placeholder 6">
            <a:extLst>
              <a:ext uri="{FF2B5EF4-FFF2-40B4-BE49-F238E27FC236}">
                <a16:creationId xmlns:a16="http://schemas.microsoft.com/office/drawing/2014/main" id="{66766FEE-7FB9-ABDC-C0E5-6CCEACB6769D}"/>
              </a:ext>
            </a:extLst>
          </p:cNvPr>
          <p:cNvSpPr>
            <a:spLocks noGrp="1"/>
          </p:cNvSpPr>
          <p:nvPr>
            <p:ph type="pic" sz="quarter" idx="35"/>
          </p:nvPr>
        </p:nvSpPr>
        <p:spPr>
          <a:xfrm>
            <a:off x="9106505" y="-7181"/>
            <a:ext cx="2737152" cy="2212096"/>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1" name="Title 1">
            <a:extLst>
              <a:ext uri="{FF2B5EF4-FFF2-40B4-BE49-F238E27FC236}">
                <a16:creationId xmlns:a16="http://schemas.microsoft.com/office/drawing/2014/main" id="{A089A6F4-712F-CDCA-8B9E-9557816C62EB}"/>
              </a:ext>
            </a:extLst>
          </p:cNvPr>
          <p:cNvSpPr>
            <a:spLocks noGrp="1"/>
          </p:cNvSpPr>
          <p:nvPr>
            <p:ph type="ctrTitle" hasCustomPrompt="1"/>
          </p:nvPr>
        </p:nvSpPr>
        <p:spPr>
          <a:xfrm>
            <a:off x="632125" y="176182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17" name="Text Placeholder 2">
            <a:extLst>
              <a:ext uri="{FF2B5EF4-FFF2-40B4-BE49-F238E27FC236}">
                <a16:creationId xmlns:a16="http://schemas.microsoft.com/office/drawing/2014/main" id="{972BF7ED-AC89-B066-6405-86D841A4EB03}"/>
              </a:ext>
            </a:extLst>
          </p:cNvPr>
          <p:cNvSpPr>
            <a:spLocks noGrp="1"/>
          </p:cNvSpPr>
          <p:nvPr>
            <p:ph type="body" sz="quarter" idx="16" hasCustomPrompt="1"/>
          </p:nvPr>
        </p:nvSpPr>
        <p:spPr>
          <a:xfrm>
            <a:off x="632125" y="2372473"/>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0A9F1691-DBBD-8959-76B0-C07758051C17}"/>
              </a:ext>
            </a:extLst>
          </p:cNvPr>
          <p:cNvSpPr>
            <a:spLocks noGrp="1"/>
          </p:cNvSpPr>
          <p:nvPr>
            <p:ph type="body" sz="quarter" idx="30" hasCustomPrompt="1"/>
          </p:nvPr>
        </p:nvSpPr>
        <p:spPr>
          <a:xfrm>
            <a:off x="632125" y="2803020"/>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2" name="Text Placeholder 2">
            <a:extLst>
              <a:ext uri="{FF2B5EF4-FFF2-40B4-BE49-F238E27FC236}">
                <a16:creationId xmlns:a16="http://schemas.microsoft.com/office/drawing/2014/main" id="{C9340E82-B158-1238-2658-3BE2D616C842}"/>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6035345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6AD5A65-A7EB-424E-8ADF-62E6668815B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038770" y="2921000"/>
            <a:ext cx="2114461" cy="874949"/>
          </a:xfrm>
          <a:prstGeom prst="rect">
            <a:avLst/>
          </a:prstGeom>
        </p:spPr>
      </p:pic>
    </p:spTree>
    <p:extLst>
      <p:ext uri="{BB962C8B-B14F-4D97-AF65-F5344CB8AC3E}">
        <p14:creationId xmlns:p14="http://schemas.microsoft.com/office/powerpoint/2010/main" val="3703646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p:cSld name="Sky Closing">
    <p:bg>
      <p:bgPr>
        <a:solidFill>
          <a:schemeClr val="accent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6AD5A65-A7EB-424E-8ADF-62E6668815B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038770" y="2921000"/>
            <a:ext cx="2114461" cy="874949"/>
          </a:xfrm>
          <a:prstGeom prst="rect">
            <a:avLst/>
          </a:prstGeom>
        </p:spPr>
      </p:pic>
    </p:spTree>
    <p:extLst>
      <p:ext uri="{BB962C8B-B14F-4D97-AF65-F5344CB8AC3E}">
        <p14:creationId xmlns:p14="http://schemas.microsoft.com/office/powerpoint/2010/main" val="2778209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4B571-A106-292D-A59B-D32C5F16C1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81CF071-18E3-D97E-E495-EDAB0C82E4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9FD3FE6-4E54-62FA-14F8-336A831AC465}"/>
              </a:ext>
            </a:extLst>
          </p:cNvPr>
          <p:cNvSpPr>
            <a:spLocks noGrp="1"/>
          </p:cNvSpPr>
          <p:nvPr>
            <p:ph type="dt" sz="half" idx="10"/>
          </p:nvPr>
        </p:nvSpPr>
        <p:spPr/>
        <p:txBody>
          <a:bodyPr/>
          <a:lstStyle/>
          <a:p>
            <a:fld id="{F122809D-1693-44DF-A42E-A82E9D14D38B}" type="datetimeFigureOut">
              <a:rPr lang="en-GB" smtClean="0"/>
              <a:t>23/06/2026</a:t>
            </a:fld>
            <a:endParaRPr lang="en-GB"/>
          </a:p>
        </p:txBody>
      </p:sp>
      <p:sp>
        <p:nvSpPr>
          <p:cNvPr id="5" name="Footer Placeholder 4">
            <a:extLst>
              <a:ext uri="{FF2B5EF4-FFF2-40B4-BE49-F238E27FC236}">
                <a16:creationId xmlns:a16="http://schemas.microsoft.com/office/drawing/2014/main" id="{21F6A572-7EEF-9AA1-F1B8-4EA407E4268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1A9471-9F4F-FE59-D2C7-A8BD145CE0FC}"/>
              </a:ext>
            </a:extLst>
          </p:cNvPr>
          <p:cNvSpPr>
            <a:spLocks noGrp="1"/>
          </p:cNvSpPr>
          <p:nvPr>
            <p:ph type="sldNum" sz="quarter" idx="12"/>
          </p:nvPr>
        </p:nvSpPr>
        <p:spPr/>
        <p:txBody>
          <a:bodyPr/>
          <a:lstStyle/>
          <a:p>
            <a:fld id="{BAF7CBF2-8941-4B4F-80F0-B53D34EE8AD8}" type="slidenum">
              <a:rPr lang="en-GB" smtClean="0"/>
              <a:t>‹#›</a:t>
            </a:fld>
            <a:endParaRPr lang="en-GB"/>
          </a:p>
        </p:txBody>
      </p:sp>
    </p:spTree>
    <p:extLst>
      <p:ext uri="{BB962C8B-B14F-4D97-AF65-F5344CB8AC3E}">
        <p14:creationId xmlns:p14="http://schemas.microsoft.com/office/powerpoint/2010/main" val="1554762830"/>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p:cSld name="Title Midnight">
    <p:spTree>
      <p:nvGrpSpPr>
        <p:cNvPr id="1" name=""/>
        <p:cNvGrpSpPr/>
        <p:nvPr/>
      </p:nvGrpSpPr>
      <p:grpSpPr>
        <a:xfrm>
          <a:off x="0" y="0"/>
          <a:ext cx="0" cy="0"/>
          <a:chOff x="0" y="0"/>
          <a:chExt cx="0" cy="0"/>
        </a:xfrm>
      </p:grpSpPr>
      <p:pic>
        <p:nvPicPr>
          <p:cNvPr id="25" name="Picture 7">
            <a:extLst>
              <a:ext uri="{FF2B5EF4-FFF2-40B4-BE49-F238E27FC236}">
                <a16:creationId xmlns:a16="http://schemas.microsoft.com/office/drawing/2014/main" id="{C5A29C15-48D7-6644-9164-6F819B3D7D8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868042" y="431800"/>
            <a:ext cx="714359" cy="375341"/>
          </a:xfrm>
          <a:prstGeom prst="rect">
            <a:avLst/>
          </a:prstGeom>
        </p:spPr>
      </p:pic>
      <p:sp>
        <p:nvSpPr>
          <p:cNvPr id="7" name="Title 1">
            <a:extLst>
              <a:ext uri="{FF2B5EF4-FFF2-40B4-BE49-F238E27FC236}">
                <a16:creationId xmlns:a16="http://schemas.microsoft.com/office/drawing/2014/main" id="{FB1806B9-59E1-8EE1-4B4C-90B4D0E1F8B6}"/>
              </a:ext>
            </a:extLst>
          </p:cNvPr>
          <p:cNvSpPr>
            <a:spLocks noGrp="1"/>
          </p:cNvSpPr>
          <p:nvPr>
            <p:ph type="ctrTitle" hasCustomPrompt="1"/>
          </p:nvPr>
        </p:nvSpPr>
        <p:spPr>
          <a:xfrm>
            <a:off x="609600" y="3200817"/>
            <a:ext cx="10972800" cy="1504200"/>
          </a:xfrm>
          <a:prstGeom prst="rect">
            <a:avLst/>
          </a:prstGeom>
        </p:spPr>
        <p:txBody>
          <a:bodyPr lIns="0" tIns="0" rIns="0" bIns="0" anchor="b" anchorCtr="0"/>
          <a:lstStyle>
            <a:lvl1pPr marL="0" indent="0" algn="r">
              <a:lnSpc>
                <a:spcPct val="90000"/>
              </a:lnSpc>
              <a:buFont typeface="Arial" panose="020B0604020202020204" pitchFamily="34" charset="0"/>
              <a:buNone/>
              <a:defRPr sz="5400" b="0" i="0" spc="0" baseline="0">
                <a:solidFill>
                  <a:schemeClr val="tx1"/>
                </a:solidFill>
                <a:latin typeface="CiscoSansTT ExtraLight" panose="020B0303020201020303" pitchFamily="34" charset="0"/>
                <a:cs typeface="CiscoSansTT ExtraLight"/>
              </a:defRPr>
            </a:lvl1pPr>
          </a:lstStyle>
          <a:p>
            <a:r>
              <a:rPr lang="en-GB"/>
              <a:t>Presentation title </a:t>
            </a:r>
            <a:br>
              <a:rPr lang="en-GB"/>
            </a:br>
            <a:r>
              <a:rPr lang="en-GB"/>
              <a:t>goes here</a:t>
            </a:r>
            <a:endParaRPr lang="en-US"/>
          </a:p>
        </p:txBody>
      </p:sp>
      <p:sp>
        <p:nvSpPr>
          <p:cNvPr id="11" name="Subtitle">
            <a:extLst>
              <a:ext uri="{FF2B5EF4-FFF2-40B4-BE49-F238E27FC236}">
                <a16:creationId xmlns:a16="http://schemas.microsoft.com/office/drawing/2014/main" id="{0752FE33-C659-2420-3AB6-DE44957C4B0C}"/>
              </a:ext>
            </a:extLst>
          </p:cNvPr>
          <p:cNvSpPr>
            <a:spLocks noGrp="1"/>
          </p:cNvSpPr>
          <p:nvPr>
            <p:ph type="body" sz="quarter" idx="13" hasCustomPrompt="1"/>
          </p:nvPr>
        </p:nvSpPr>
        <p:spPr>
          <a:xfrm>
            <a:off x="609600" y="4807254"/>
            <a:ext cx="10972800" cy="398668"/>
          </a:xfrm>
          <a:prstGeom prst="rect">
            <a:avLst/>
          </a:prstGeom>
        </p:spPr>
        <p:txBody>
          <a:bodyPr lIns="0" tIns="0" rIns="0" bIns="0"/>
          <a:lstStyle>
            <a:lvl1pPr marL="0" indent="0" algn="r">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 goes here</a:t>
            </a:r>
          </a:p>
        </p:txBody>
      </p:sp>
      <p:sp>
        <p:nvSpPr>
          <p:cNvPr id="12" name="Speaker Name">
            <a:extLst>
              <a:ext uri="{FF2B5EF4-FFF2-40B4-BE49-F238E27FC236}">
                <a16:creationId xmlns:a16="http://schemas.microsoft.com/office/drawing/2014/main" id="{41F71C68-0397-BAD0-2DDC-F934B0E3B241}"/>
              </a:ext>
            </a:extLst>
          </p:cNvPr>
          <p:cNvSpPr>
            <a:spLocks noGrp="1"/>
          </p:cNvSpPr>
          <p:nvPr>
            <p:ph type="subTitle" idx="1" hasCustomPrompt="1"/>
          </p:nvPr>
        </p:nvSpPr>
        <p:spPr>
          <a:xfrm>
            <a:off x="609600" y="5314225"/>
            <a:ext cx="10972800" cy="807177"/>
          </a:xfrm>
          <a:prstGeom prst="rect">
            <a:avLst/>
          </a:prstGeom>
        </p:spPr>
        <p:txBody>
          <a:bodyPr lIns="0" tIns="0" rIns="0" bIns="0" anchor="t" anchorCtr="0">
            <a:noAutofit/>
          </a:bodyPr>
          <a:lstStyle>
            <a:lvl1pPr marL="0" indent="0" algn="r">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a:t>Speaker name, Speaker title </a:t>
            </a:r>
            <a:br>
              <a:rPr lang="en-GB"/>
            </a:br>
            <a:r>
              <a:rPr lang="en-GB"/>
              <a:t>Department</a:t>
            </a:r>
          </a:p>
          <a:p>
            <a:r>
              <a:rPr lang="en-GB"/>
              <a:t>Date</a:t>
            </a:r>
            <a:endParaRPr lang="en-US"/>
          </a:p>
        </p:txBody>
      </p:sp>
    </p:spTree>
    <p:extLst>
      <p:ext uri="{BB962C8B-B14F-4D97-AF65-F5344CB8AC3E}">
        <p14:creationId xmlns:p14="http://schemas.microsoft.com/office/powerpoint/2010/main" val="39550336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p:cSld name="Title Midnight Lef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C42D79D-196D-79B2-C9D9-9E420F6F7382}"/>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tx1"/>
                </a:solidFill>
                <a:latin typeface="CiscoSansTT ExtraLight" panose="020B0303020201020303" pitchFamily="34" charset="0"/>
                <a:cs typeface="CiscoSansTT ExtraLight"/>
              </a:defRPr>
            </a:lvl1pPr>
          </a:lstStyle>
          <a:p>
            <a:r>
              <a:rPr lang="en-GB"/>
              <a:t>Presentation title </a:t>
            </a:r>
            <a:br>
              <a:rPr lang="en-GB"/>
            </a:br>
            <a:r>
              <a:rPr lang="en-GB"/>
              <a:t>goes here</a:t>
            </a:r>
            <a:endParaRPr lang="en-US"/>
          </a:p>
        </p:txBody>
      </p:sp>
      <p:sp>
        <p:nvSpPr>
          <p:cNvPr id="8" name="Subtitle">
            <a:extLst>
              <a:ext uri="{FF2B5EF4-FFF2-40B4-BE49-F238E27FC236}">
                <a16:creationId xmlns:a16="http://schemas.microsoft.com/office/drawing/2014/main" id="{8D946DB3-26D2-2EE1-728C-7D32C4930F2E}"/>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 goes here</a:t>
            </a:r>
          </a:p>
        </p:txBody>
      </p:sp>
      <p:sp>
        <p:nvSpPr>
          <p:cNvPr id="12" name="Subtitle 2">
            <a:extLst>
              <a:ext uri="{FF2B5EF4-FFF2-40B4-BE49-F238E27FC236}">
                <a16:creationId xmlns:a16="http://schemas.microsoft.com/office/drawing/2014/main" id="{E07CA8F8-C47B-50F4-9C65-C46111F86B86}"/>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a:t>Speaker name, Speaker title </a:t>
            </a:r>
            <a:br>
              <a:rPr lang="en-GB"/>
            </a:br>
            <a:r>
              <a:rPr lang="en-GB"/>
              <a:t>Department</a:t>
            </a:r>
          </a:p>
          <a:p>
            <a:r>
              <a:rPr lang="en-GB"/>
              <a:t>Date</a:t>
            </a:r>
            <a:endParaRPr lang="en-US"/>
          </a:p>
        </p:txBody>
      </p:sp>
      <p:pic>
        <p:nvPicPr>
          <p:cNvPr id="25" name="Picture 7">
            <a:extLst>
              <a:ext uri="{FF2B5EF4-FFF2-40B4-BE49-F238E27FC236}">
                <a16:creationId xmlns:a16="http://schemas.microsoft.com/office/drawing/2014/main" id="{C5A29C15-48D7-6644-9164-6F819B3D7D8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09602" y="431800"/>
            <a:ext cx="714359" cy="375341"/>
          </a:xfrm>
          <a:prstGeom prst="rect">
            <a:avLst/>
          </a:prstGeom>
        </p:spPr>
      </p:pic>
    </p:spTree>
    <p:extLst>
      <p:ext uri="{BB962C8B-B14F-4D97-AF65-F5344CB8AC3E}">
        <p14:creationId xmlns:p14="http://schemas.microsoft.com/office/powerpoint/2010/main" val="39043002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p:cSld name="Title Midnight Left Image">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8B79449B-D8FD-934A-BDBF-CDDC969F0C21}"/>
              </a:ext>
            </a:extLst>
          </p:cNvPr>
          <p:cNvSpPr>
            <a:spLocks noGrp="1"/>
          </p:cNvSpPr>
          <p:nvPr>
            <p:ph type="pic" sz="quarter" idx="10" hasCustomPrompt="1"/>
          </p:nvPr>
        </p:nvSpPr>
        <p:spPr>
          <a:xfrm>
            <a:off x="8186059" y="0"/>
            <a:ext cx="4005943" cy="6858000"/>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picture</a:t>
            </a:r>
          </a:p>
        </p:txBody>
      </p:sp>
      <p:sp>
        <p:nvSpPr>
          <p:cNvPr id="16" name="Title 1">
            <a:extLst>
              <a:ext uri="{FF2B5EF4-FFF2-40B4-BE49-F238E27FC236}">
                <a16:creationId xmlns:a16="http://schemas.microsoft.com/office/drawing/2014/main" id="{295FAFAD-F810-39BD-3A75-77D90AC7B4C4}"/>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tx1"/>
                </a:solidFill>
                <a:latin typeface="CiscoSansTT ExtraLight" panose="020B0303020201020303" pitchFamily="34" charset="0"/>
                <a:cs typeface="CiscoSansTT ExtraLight"/>
              </a:defRPr>
            </a:lvl1pPr>
          </a:lstStyle>
          <a:p>
            <a:r>
              <a:rPr lang="en-GB"/>
              <a:t>Presentation title </a:t>
            </a:r>
            <a:br>
              <a:rPr lang="en-GB"/>
            </a:br>
            <a:r>
              <a:rPr lang="en-GB"/>
              <a:t>goes here</a:t>
            </a:r>
            <a:endParaRPr lang="en-US"/>
          </a:p>
        </p:txBody>
      </p:sp>
      <p:sp>
        <p:nvSpPr>
          <p:cNvPr id="17" name="Subtitle">
            <a:extLst>
              <a:ext uri="{FF2B5EF4-FFF2-40B4-BE49-F238E27FC236}">
                <a16:creationId xmlns:a16="http://schemas.microsoft.com/office/drawing/2014/main" id="{8C37E0F8-C5E2-7BED-8AAC-897D792BB038}"/>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 goes here</a:t>
            </a:r>
          </a:p>
        </p:txBody>
      </p:sp>
      <p:sp>
        <p:nvSpPr>
          <p:cNvPr id="18" name="Subtitle 2">
            <a:extLst>
              <a:ext uri="{FF2B5EF4-FFF2-40B4-BE49-F238E27FC236}">
                <a16:creationId xmlns:a16="http://schemas.microsoft.com/office/drawing/2014/main" id="{CD577481-303C-6B3D-080C-D901A9CC28E2}"/>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a:t>Speaker name, Speaker title </a:t>
            </a:r>
            <a:br>
              <a:rPr lang="en-GB"/>
            </a:br>
            <a:r>
              <a:rPr lang="en-GB"/>
              <a:t>Department</a:t>
            </a:r>
          </a:p>
          <a:p>
            <a:r>
              <a:rPr lang="en-GB"/>
              <a:t>Date</a:t>
            </a:r>
            <a:endParaRPr lang="en-US"/>
          </a:p>
        </p:txBody>
      </p:sp>
      <p:pic>
        <p:nvPicPr>
          <p:cNvPr id="10" name="Picture 7">
            <a:extLst>
              <a:ext uri="{FF2B5EF4-FFF2-40B4-BE49-F238E27FC236}">
                <a16:creationId xmlns:a16="http://schemas.microsoft.com/office/drawing/2014/main" id="{EB0D5F86-0DA7-566F-B06B-F0CEE9D6C56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09602" y="431800"/>
            <a:ext cx="714359" cy="375341"/>
          </a:xfrm>
          <a:prstGeom prst="rect">
            <a:avLst/>
          </a:prstGeom>
        </p:spPr>
      </p:pic>
    </p:spTree>
    <p:extLst>
      <p:ext uri="{BB962C8B-B14F-4D97-AF65-F5344CB8AC3E}">
        <p14:creationId xmlns:p14="http://schemas.microsoft.com/office/powerpoint/2010/main" val="10055566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Transition Righ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4A31272-7678-5F4F-BF05-F087FA2FC8E9}"/>
              </a:ext>
            </a:extLst>
          </p:cNvPr>
          <p:cNvSpPr>
            <a:spLocks noGrp="1"/>
          </p:cNvSpPr>
          <p:nvPr>
            <p:ph type="ctrTitle" hasCustomPrompt="1"/>
          </p:nvPr>
        </p:nvSpPr>
        <p:spPr>
          <a:xfrm>
            <a:off x="609601" y="3101870"/>
            <a:ext cx="10972801" cy="1262529"/>
          </a:xfrm>
          <a:prstGeom prst="rect">
            <a:avLst/>
          </a:prstGeom>
        </p:spPr>
        <p:txBody>
          <a:bodyPr anchor="ctr"/>
          <a:lstStyle>
            <a:lvl1pPr marL="0" indent="0" algn="r">
              <a:lnSpc>
                <a:spcPct val="100000"/>
              </a:lnSpc>
              <a:buFont typeface="Arial" panose="020B0604020202020204" pitchFamily="34" charset="0"/>
              <a:buNone/>
              <a:defRPr sz="4200" b="0" i="0" spc="0" baseline="0">
                <a:solidFill>
                  <a:schemeClr val="tx1"/>
                </a:solidFill>
                <a:latin typeface="CiscoSansTT ExtraLight" panose="020B0303020201020303" pitchFamily="34" charset="0"/>
                <a:cs typeface="CiscoSansTT ExtraLight" panose="020B0303020201020303" pitchFamily="34" charset="0"/>
              </a:defRPr>
            </a:lvl1pPr>
          </a:lstStyle>
          <a:p>
            <a:r>
              <a:rPr lang="en-GB"/>
              <a:t>Transition slide goes here</a:t>
            </a:r>
            <a:endParaRPr lang="en-US"/>
          </a:p>
        </p:txBody>
      </p:sp>
      <p:sp>
        <p:nvSpPr>
          <p:cNvPr id="9" name="Text Placeholder 2">
            <a:extLst>
              <a:ext uri="{FF2B5EF4-FFF2-40B4-BE49-F238E27FC236}">
                <a16:creationId xmlns:a16="http://schemas.microsoft.com/office/drawing/2014/main" id="{DECC8AF0-3BE8-4648-B8CF-BE366F78ABFC}"/>
              </a:ext>
            </a:extLst>
          </p:cNvPr>
          <p:cNvSpPr>
            <a:spLocks noGrp="1"/>
          </p:cNvSpPr>
          <p:nvPr>
            <p:ph type="body" sz="quarter" idx="14" hasCustomPrompt="1"/>
          </p:nvPr>
        </p:nvSpPr>
        <p:spPr>
          <a:xfrm>
            <a:off x="609603" y="431802"/>
            <a:ext cx="10972800" cy="398668"/>
          </a:xfrm>
          <a:prstGeom prst="rect">
            <a:avLst/>
          </a:prstGeom>
        </p:spPr>
        <p:txBody>
          <a:bodyPr lIns="0" tIns="0" rIns="0" bIns="0"/>
          <a:lstStyle>
            <a:lvl1pPr marL="0" indent="0" algn="r">
              <a:buFont typeface="Arial" panose="020B0604020202020204" pitchFamily="34" charset="0"/>
              <a:buNone/>
              <a:defRPr sz="1333"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3" name="TextBox 12">
            <a:extLst>
              <a:ext uri="{FF2B5EF4-FFF2-40B4-BE49-F238E27FC236}">
                <a16:creationId xmlns:a16="http://schemas.microsoft.com/office/drawing/2014/main" id="{C4D79563-9547-9B5C-F7F4-A016B119A7E7}"/>
              </a:ext>
            </a:extLst>
          </p:cNvPr>
          <p:cNvSpPr txBox="1"/>
          <p:nvPr/>
        </p:nvSpPr>
        <p:spPr>
          <a:xfrm>
            <a:off x="4358642" y="-548640"/>
            <a:ext cx="184731" cy="369332"/>
          </a:xfrm>
          <a:prstGeom prst="rect">
            <a:avLst/>
          </a:prstGeom>
          <a:noFill/>
        </p:spPr>
        <p:txBody>
          <a:bodyPr wrap="none" rtlCol="0">
            <a:spAutoFit/>
          </a:bodyPr>
          <a:lstStyle/>
          <a:p>
            <a:endParaRPr lang="en-US">
              <a:latin typeface="+mn-lt"/>
            </a:endParaRPr>
          </a:p>
        </p:txBody>
      </p:sp>
    </p:spTree>
    <p:extLst>
      <p:ext uri="{BB962C8B-B14F-4D97-AF65-F5344CB8AC3E}">
        <p14:creationId xmlns:p14="http://schemas.microsoft.com/office/powerpoint/2010/main" val="13087059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055E4C37-FAD6-B449-9189-A035C0C9E88B}"/>
              </a:ext>
            </a:extLst>
          </p:cNvPr>
          <p:cNvSpPr>
            <a:spLocks noGrp="1"/>
          </p:cNvSpPr>
          <p:nvPr>
            <p:ph type="subTitle" idx="1" hasCustomPrompt="1"/>
          </p:nvPr>
        </p:nvSpPr>
        <p:spPr>
          <a:xfrm>
            <a:off x="609601" y="5658220"/>
            <a:ext cx="10972800" cy="465891"/>
          </a:xfrm>
          <a:prstGeom prst="rect">
            <a:avLst/>
          </a:prstGeom>
        </p:spPr>
        <p:txBody>
          <a:bodyPr lIns="91420" tIns="45710" rIns="91420" bIns="45710" anchor="t" anchorCtr="0">
            <a:noAutofit/>
          </a:bodyPr>
          <a:lstStyle>
            <a:lvl1pPr marL="0" indent="0" algn="ctr">
              <a:lnSpc>
                <a:spcPct val="150000"/>
              </a:lnSpc>
              <a:spcBef>
                <a:spcPts val="0"/>
              </a:spcBef>
              <a:spcAft>
                <a:spcPts val="0"/>
              </a:spcAft>
              <a:buNone/>
              <a:defRPr sz="1500" b="0" i="0">
                <a:solidFill>
                  <a:schemeClr val="tx1"/>
                </a:solidFill>
                <a:latin typeface="CiscoSansTT" panose="020B0503020201020303" pitchFamily="34" charset="0"/>
                <a:cs typeface="CiscoSansT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a:t>Speaker role</a:t>
            </a:r>
            <a:endParaRPr lang="en-US"/>
          </a:p>
        </p:txBody>
      </p:sp>
      <p:sp>
        <p:nvSpPr>
          <p:cNvPr id="15" name="Text Placeholder 2">
            <a:extLst>
              <a:ext uri="{FF2B5EF4-FFF2-40B4-BE49-F238E27FC236}">
                <a16:creationId xmlns:a16="http://schemas.microsoft.com/office/drawing/2014/main" id="{FEADEB85-EFB9-A048-BE6B-F1473C49995D}"/>
              </a:ext>
            </a:extLst>
          </p:cNvPr>
          <p:cNvSpPr>
            <a:spLocks noGrp="1"/>
          </p:cNvSpPr>
          <p:nvPr>
            <p:ph type="body" sz="quarter" idx="13" hasCustomPrompt="1"/>
          </p:nvPr>
        </p:nvSpPr>
        <p:spPr>
          <a:xfrm>
            <a:off x="609600" y="5233078"/>
            <a:ext cx="10972800" cy="398668"/>
          </a:xfrm>
          <a:prstGeom prst="rect">
            <a:avLst/>
          </a:prstGeom>
        </p:spPr>
        <p:txBody>
          <a:bodyPr lIns="91420" tIns="45710" rIns="91420" bIns="45710"/>
          <a:lstStyle>
            <a:lvl1pPr marL="0" indent="0" algn="ctr">
              <a:buFont typeface="Arial" panose="020B0604020202020204" pitchFamily="34" charset="0"/>
              <a:buNone/>
              <a:defRPr sz="2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Speaker Name</a:t>
            </a:r>
          </a:p>
        </p:txBody>
      </p:sp>
      <p:sp>
        <p:nvSpPr>
          <p:cNvPr id="17" name="Title 1">
            <a:extLst>
              <a:ext uri="{FF2B5EF4-FFF2-40B4-BE49-F238E27FC236}">
                <a16:creationId xmlns:a16="http://schemas.microsoft.com/office/drawing/2014/main" id="{86E3EA5B-6C70-8F4D-9385-EC53B25066C1}"/>
              </a:ext>
            </a:extLst>
          </p:cNvPr>
          <p:cNvSpPr>
            <a:spLocks noGrp="1"/>
          </p:cNvSpPr>
          <p:nvPr>
            <p:ph type="ctrTitle" hasCustomPrompt="1"/>
          </p:nvPr>
        </p:nvSpPr>
        <p:spPr>
          <a:xfrm>
            <a:off x="899521" y="1398874"/>
            <a:ext cx="10376024" cy="3311089"/>
          </a:xfrm>
          <a:prstGeom prst="rect">
            <a:avLst/>
          </a:prstGeom>
        </p:spPr>
        <p:txBody>
          <a:bodyPr anchor="ctr"/>
          <a:lstStyle>
            <a:lvl1pPr marL="0" indent="0" algn="ctr">
              <a:lnSpc>
                <a:spcPts val="4800"/>
              </a:lnSpc>
              <a:buFont typeface="Arial" panose="020B0604020202020204" pitchFamily="34" charset="0"/>
              <a:buNone/>
              <a:defRPr sz="4200" b="0" i="0" spc="0" baseline="0">
                <a:solidFill>
                  <a:schemeClr val="tx1"/>
                </a:solidFill>
                <a:latin typeface="CiscoSansTT ExtraLight" panose="020B0303020201020303" pitchFamily="34" charset="0"/>
                <a:cs typeface="CiscoSansTT ExtraLight" panose="020B0303020201020303" pitchFamily="34" charset="0"/>
              </a:defRPr>
            </a:lvl1pPr>
          </a:lstStyle>
          <a:p>
            <a:r>
              <a:rPr lang="en-GB"/>
              <a:t>As the adoption of multi-cloud strategy grows, Ulla </a:t>
            </a:r>
            <a:r>
              <a:rPr lang="en-GB" err="1"/>
              <a:t>sitiora</a:t>
            </a:r>
            <a:r>
              <a:rPr lang="en-GB"/>
              <a:t> </a:t>
            </a:r>
            <a:r>
              <a:rPr lang="en-GB" err="1"/>
              <a:t>turest</a:t>
            </a:r>
            <a:r>
              <a:rPr lang="en-GB"/>
              <a:t> </a:t>
            </a:r>
            <a:r>
              <a:rPr lang="en-GB" err="1"/>
              <a:t>experibus</a:t>
            </a:r>
            <a:r>
              <a:rPr lang="en-GB"/>
              <a:t> </a:t>
            </a:r>
            <a:r>
              <a:rPr lang="en-GB" err="1"/>
              <a:t>ut</a:t>
            </a:r>
            <a:r>
              <a:rPr lang="en-GB"/>
              <a:t> pa </a:t>
            </a:r>
            <a:r>
              <a:rPr lang="en-GB" err="1"/>
              <a:t>dolor</a:t>
            </a:r>
            <a:r>
              <a:rPr lang="en-GB"/>
              <a:t> a </a:t>
            </a:r>
            <a:r>
              <a:rPr lang="en-GB" err="1"/>
              <a:t>conestia</a:t>
            </a:r>
            <a:r>
              <a:rPr lang="en-GB"/>
              <a:t> vent </a:t>
            </a:r>
            <a:r>
              <a:rPr lang="en-GB" err="1"/>
              <a:t>eosse</a:t>
            </a:r>
            <a:r>
              <a:rPr lang="en-GB"/>
              <a:t> non </a:t>
            </a:r>
            <a:r>
              <a:rPr lang="en-GB" err="1"/>
              <a:t>consequ</a:t>
            </a:r>
            <a:r>
              <a:rPr lang="en-GB"/>
              <a:t> </a:t>
            </a:r>
            <a:r>
              <a:rPr lang="en-GB" err="1"/>
              <a:t>aturit</a:t>
            </a:r>
            <a:r>
              <a:rPr lang="en-GB"/>
              <a:t> </a:t>
            </a:r>
            <a:r>
              <a:rPr lang="en-GB" err="1"/>
              <a:t>faccum</a:t>
            </a:r>
            <a:r>
              <a:rPr lang="en-GB"/>
              <a:t> qui </a:t>
            </a:r>
            <a:r>
              <a:rPr lang="en-GB" err="1"/>
              <a:t>dolor</a:t>
            </a:r>
            <a:r>
              <a:rPr lang="en-GB"/>
              <a:t> a </a:t>
            </a:r>
            <a:r>
              <a:rPr lang="en-GB" err="1"/>
              <a:t>num</a:t>
            </a:r>
            <a:endParaRPr lang="en-GB"/>
          </a:p>
        </p:txBody>
      </p:sp>
      <p:pic>
        <p:nvPicPr>
          <p:cNvPr id="8" name="Graphic 7">
            <a:extLst>
              <a:ext uri="{FF2B5EF4-FFF2-40B4-BE49-F238E27FC236}">
                <a16:creationId xmlns:a16="http://schemas.microsoft.com/office/drawing/2014/main" id="{8E18B2BC-5B8F-6442-A3B3-AB5D063112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41976" y="733891"/>
            <a:ext cx="1508048" cy="836396"/>
          </a:xfrm>
          <a:prstGeom prst="rect">
            <a:avLst/>
          </a:prstGeom>
        </p:spPr>
      </p:pic>
      <p:cxnSp>
        <p:nvCxnSpPr>
          <p:cNvPr id="3" name="Straight Connector 2">
            <a:extLst>
              <a:ext uri="{FF2B5EF4-FFF2-40B4-BE49-F238E27FC236}">
                <a16:creationId xmlns:a16="http://schemas.microsoft.com/office/drawing/2014/main" id="{7191B82D-853E-F074-193C-5B7F13F89D29}"/>
              </a:ext>
            </a:extLst>
          </p:cNvPr>
          <p:cNvCxnSpPr>
            <a:cxnSpLocks/>
          </p:cNvCxnSpPr>
          <p:nvPr/>
        </p:nvCxnSpPr>
        <p:spPr>
          <a:xfrm>
            <a:off x="4545877" y="4934857"/>
            <a:ext cx="310025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82277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Seque Lef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A1FD7D-7C93-E645-B2E9-AD2B9329C1E8}"/>
              </a:ext>
            </a:extLst>
          </p:cNvPr>
          <p:cNvSpPr>
            <a:spLocks noGrp="1"/>
          </p:cNvSpPr>
          <p:nvPr>
            <p:ph type="ctrTitle" hasCustomPrompt="1"/>
          </p:nvPr>
        </p:nvSpPr>
        <p:spPr>
          <a:xfrm>
            <a:off x="625930" y="2565402"/>
            <a:ext cx="10232589" cy="637377"/>
          </a:xfrm>
          <a:prstGeom prst="rect">
            <a:avLst/>
          </a:prstGeom>
        </p:spPr>
        <p:txBody>
          <a:bodyPr lIns="0" tIns="0" rIns="0" bIns="0" anchor="ctr"/>
          <a:lstStyle>
            <a:lvl1pPr marL="0" indent="0" algn="l">
              <a:lnSpc>
                <a:spcPct val="100000"/>
              </a:lnSpc>
              <a:buFont typeface="Arial" panose="020B0604020202020204" pitchFamily="34" charset="0"/>
              <a:buNone/>
              <a:defRPr sz="4200" b="0" i="0" spc="0" baseline="0">
                <a:solidFill>
                  <a:schemeClr val="tx1"/>
                </a:solidFill>
                <a:latin typeface="CiscoSansTT ExtraLight" panose="020B0303020201020303" pitchFamily="34" charset="0"/>
                <a:cs typeface="CiscoSansTT ExtraLight" panose="020B0303020201020303" pitchFamily="34" charset="0"/>
              </a:defRPr>
            </a:lvl1pPr>
          </a:lstStyle>
          <a:p>
            <a:r>
              <a:rPr lang="en-GB"/>
              <a:t>Segue slide copy goes here</a:t>
            </a:r>
            <a:endParaRPr lang="en-US"/>
          </a:p>
        </p:txBody>
      </p:sp>
    </p:spTree>
    <p:extLst>
      <p:ext uri="{BB962C8B-B14F-4D97-AF65-F5344CB8AC3E}">
        <p14:creationId xmlns:p14="http://schemas.microsoft.com/office/powerpoint/2010/main" val="832697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Text Left">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288E9818-CDB2-294C-86DC-E17877CD33A8}"/>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9" name="Text Placeholder 2">
            <a:extLst>
              <a:ext uri="{FF2B5EF4-FFF2-40B4-BE49-F238E27FC236}">
                <a16:creationId xmlns:a16="http://schemas.microsoft.com/office/drawing/2014/main" id="{355C6030-64DC-1C43-BC53-97F66AC982AB}"/>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8" name="Title 1">
            <a:extLst>
              <a:ext uri="{FF2B5EF4-FFF2-40B4-BE49-F238E27FC236}">
                <a16:creationId xmlns:a16="http://schemas.microsoft.com/office/drawing/2014/main" id="{5FB0ED95-38E7-2A5D-7BFA-218DE01901E4}"/>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tx1"/>
                </a:solidFill>
                <a:latin typeface="CiscoSansTT ExtraLight" panose="020B0303020201020303" pitchFamily="34" charset="0"/>
                <a:cs typeface="CiscoSansTT ExtraLight" panose="020B0303020201020303" pitchFamily="34" charset="0"/>
              </a:defRPr>
            </a:lvl1pPr>
          </a:lstStyle>
          <a:p>
            <a:r>
              <a:rPr lang="en-GB"/>
              <a:t>Heading</a:t>
            </a:r>
            <a:endParaRPr lang="en-US"/>
          </a:p>
        </p:txBody>
      </p:sp>
      <p:sp>
        <p:nvSpPr>
          <p:cNvPr id="11" name="Text Placeholder 2">
            <a:extLst>
              <a:ext uri="{FF2B5EF4-FFF2-40B4-BE49-F238E27FC236}">
                <a16:creationId xmlns:a16="http://schemas.microsoft.com/office/drawing/2014/main" id="{4D01B711-3A91-6FAB-F154-53DD712B5B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1032392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Text Left 2">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D74462BA-6EBC-1140-992B-557518B13645}"/>
              </a:ext>
            </a:extLst>
          </p:cNvPr>
          <p:cNvSpPr>
            <a:spLocks noGrp="1"/>
          </p:cNvSpPr>
          <p:nvPr>
            <p:ph type="body" sz="quarter" idx="20" hasCustomPrompt="1"/>
          </p:nvPr>
        </p:nvSpPr>
        <p:spPr>
          <a:xfrm>
            <a:off x="621965" y="422695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1" name="Text Placeholder 2">
            <a:extLst>
              <a:ext uri="{FF2B5EF4-FFF2-40B4-BE49-F238E27FC236}">
                <a16:creationId xmlns:a16="http://schemas.microsoft.com/office/drawing/2014/main" id="{80F1C889-3D11-B94B-8DC7-F979FE6EE152}"/>
              </a:ext>
            </a:extLst>
          </p:cNvPr>
          <p:cNvSpPr>
            <a:spLocks noGrp="1"/>
          </p:cNvSpPr>
          <p:nvPr>
            <p:ph type="body" sz="quarter" idx="21" hasCustomPrompt="1"/>
          </p:nvPr>
        </p:nvSpPr>
        <p:spPr>
          <a:xfrm>
            <a:off x="621965" y="4630179"/>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12" name="Text Placeholder 2">
            <a:extLst>
              <a:ext uri="{FF2B5EF4-FFF2-40B4-BE49-F238E27FC236}">
                <a16:creationId xmlns:a16="http://schemas.microsoft.com/office/drawing/2014/main" id="{ED42BE5F-6F6F-F37B-C64E-3CA0471064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5" name="Text Placeholder 2">
            <a:extLst>
              <a:ext uri="{FF2B5EF4-FFF2-40B4-BE49-F238E27FC236}">
                <a16:creationId xmlns:a16="http://schemas.microsoft.com/office/drawing/2014/main" id="{07CC7059-5853-40FD-F640-AA28414874BB}"/>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16" name="Text Placeholder 2">
            <a:extLst>
              <a:ext uri="{FF2B5EF4-FFF2-40B4-BE49-F238E27FC236}">
                <a16:creationId xmlns:a16="http://schemas.microsoft.com/office/drawing/2014/main" id="{D5C82917-3C59-E329-4092-6FE5AC7EED56}"/>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7" name="Title 1">
            <a:extLst>
              <a:ext uri="{FF2B5EF4-FFF2-40B4-BE49-F238E27FC236}">
                <a16:creationId xmlns:a16="http://schemas.microsoft.com/office/drawing/2014/main" id="{2D1E7E73-3E89-BA10-DC01-7E300E996439}"/>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tx1"/>
                </a:solidFill>
                <a:latin typeface="CiscoSansTT ExtraLight" panose="020B0303020201020303" pitchFamily="34" charset="0"/>
                <a:cs typeface="CiscoSansTT ExtraLight" panose="020B0303020201020303" pitchFamily="34" charset="0"/>
              </a:defRPr>
            </a:lvl1pPr>
          </a:lstStyle>
          <a:p>
            <a:r>
              <a:rPr lang="en-GB"/>
              <a:t>Heading</a:t>
            </a:r>
            <a:endParaRPr lang="en-US"/>
          </a:p>
        </p:txBody>
      </p:sp>
    </p:spTree>
    <p:extLst>
      <p:ext uri="{BB962C8B-B14F-4D97-AF65-F5344CB8AC3E}">
        <p14:creationId xmlns:p14="http://schemas.microsoft.com/office/powerpoint/2010/main" val="21181761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Text Two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2E8BD34-9749-B741-B93E-2D7E0CB595D9}"/>
              </a:ext>
            </a:extLst>
          </p:cNvPr>
          <p:cNvSpPr>
            <a:spLocks noGrp="1"/>
          </p:cNvSpPr>
          <p:nvPr>
            <p:ph type="body" sz="quarter" idx="19" hasCustomPrompt="1"/>
          </p:nvPr>
        </p:nvSpPr>
        <p:spPr>
          <a:xfrm>
            <a:off x="6407661" y="1766048"/>
            <a:ext cx="5165819" cy="443754"/>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26" name="Text Placeholder 2">
            <a:extLst>
              <a:ext uri="{FF2B5EF4-FFF2-40B4-BE49-F238E27FC236}">
                <a16:creationId xmlns:a16="http://schemas.microsoft.com/office/drawing/2014/main" id="{35059BF6-2F19-7F49-9CBE-82197BDDFC8C}"/>
              </a:ext>
            </a:extLst>
          </p:cNvPr>
          <p:cNvSpPr>
            <a:spLocks noGrp="1"/>
          </p:cNvSpPr>
          <p:nvPr>
            <p:ph type="body" sz="quarter" idx="24" hasCustomPrompt="1"/>
          </p:nvPr>
        </p:nvSpPr>
        <p:spPr>
          <a:xfrm>
            <a:off x="6410937" y="2382521"/>
            <a:ext cx="5169260" cy="182881"/>
          </a:xfrm>
          <a:prstGeom prst="rect">
            <a:avLst/>
          </a:prstGeom>
        </p:spPr>
        <p:txBody>
          <a:bodyPr lIns="0" tIns="0" rIns="0" bIns="0"/>
          <a:lstStyle>
            <a:lvl1pPr marL="0" indent="0">
              <a:spcBef>
                <a:spcPts val="0"/>
              </a:spcBef>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8" name="Text Placeholder 2">
            <a:extLst>
              <a:ext uri="{FF2B5EF4-FFF2-40B4-BE49-F238E27FC236}">
                <a16:creationId xmlns:a16="http://schemas.microsoft.com/office/drawing/2014/main" id="{65873738-C849-95A4-C52A-CD496785A3AA}"/>
              </a:ext>
            </a:extLst>
          </p:cNvPr>
          <p:cNvSpPr>
            <a:spLocks noGrp="1"/>
          </p:cNvSpPr>
          <p:nvPr>
            <p:ph type="body" sz="quarter" idx="27" hasCustomPrompt="1"/>
          </p:nvPr>
        </p:nvSpPr>
        <p:spPr>
          <a:xfrm>
            <a:off x="6410937" y="2812142"/>
            <a:ext cx="5169260" cy="129218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1" name="Title 1">
            <a:extLst>
              <a:ext uri="{FF2B5EF4-FFF2-40B4-BE49-F238E27FC236}">
                <a16:creationId xmlns:a16="http://schemas.microsoft.com/office/drawing/2014/main" id="{96FF2EC3-7B94-61AD-89EE-6563C3D30D5B}"/>
              </a:ext>
            </a:extLst>
          </p:cNvPr>
          <p:cNvSpPr>
            <a:spLocks noGrp="1"/>
          </p:cNvSpPr>
          <p:nvPr>
            <p:ph type="ctrTitle" hasCustomPrompt="1"/>
          </p:nvPr>
        </p:nvSpPr>
        <p:spPr>
          <a:xfrm>
            <a:off x="621966" y="1766048"/>
            <a:ext cx="5169260"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tx1"/>
                </a:solidFill>
                <a:latin typeface="CiscoSansTT ExtraLight" panose="020B0303020201020303" pitchFamily="34" charset="0"/>
                <a:cs typeface="CiscoSansTT ExtraLight" panose="020B0303020201020303" pitchFamily="34" charset="0"/>
              </a:defRPr>
            </a:lvl1pPr>
          </a:lstStyle>
          <a:p>
            <a:r>
              <a:rPr lang="en-GB"/>
              <a:t>Heading</a:t>
            </a:r>
            <a:endParaRPr lang="en-US"/>
          </a:p>
        </p:txBody>
      </p:sp>
      <p:sp>
        <p:nvSpPr>
          <p:cNvPr id="22" name="Text Placeholder 2">
            <a:extLst>
              <a:ext uri="{FF2B5EF4-FFF2-40B4-BE49-F238E27FC236}">
                <a16:creationId xmlns:a16="http://schemas.microsoft.com/office/drawing/2014/main" id="{D19CCA2B-1CE2-77CF-F749-DC772E2A717C}"/>
              </a:ext>
            </a:extLst>
          </p:cNvPr>
          <p:cNvSpPr>
            <a:spLocks noGrp="1"/>
          </p:cNvSpPr>
          <p:nvPr>
            <p:ph type="body" sz="quarter" idx="15" hasCustomPrompt="1"/>
          </p:nvPr>
        </p:nvSpPr>
        <p:spPr>
          <a:xfrm>
            <a:off x="621966" y="2812142"/>
            <a:ext cx="5169260" cy="129218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13" name="Text Placeholder 2">
            <a:extLst>
              <a:ext uri="{FF2B5EF4-FFF2-40B4-BE49-F238E27FC236}">
                <a16:creationId xmlns:a16="http://schemas.microsoft.com/office/drawing/2014/main" id="{A8B70A03-DFE5-BAFE-E792-E9F9971D5DDA}"/>
              </a:ext>
            </a:extLst>
          </p:cNvPr>
          <p:cNvSpPr>
            <a:spLocks noGrp="1"/>
          </p:cNvSpPr>
          <p:nvPr>
            <p:ph type="body" sz="quarter" idx="28" hasCustomPrompt="1"/>
          </p:nvPr>
        </p:nvSpPr>
        <p:spPr>
          <a:xfrm>
            <a:off x="621965" y="2382521"/>
            <a:ext cx="5169260" cy="182881"/>
          </a:xfrm>
          <a:prstGeom prst="rect">
            <a:avLst/>
          </a:prstGeom>
        </p:spPr>
        <p:txBody>
          <a:bodyPr lIns="0" tIns="0" rIns="0" bIns="0"/>
          <a:lstStyle>
            <a:lvl1pPr marL="0" indent="0">
              <a:spcBef>
                <a:spcPts val="0"/>
              </a:spcBef>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0" name="Text Placeholder 2">
            <a:extLst>
              <a:ext uri="{FF2B5EF4-FFF2-40B4-BE49-F238E27FC236}">
                <a16:creationId xmlns:a16="http://schemas.microsoft.com/office/drawing/2014/main" id="{492B656F-A7D0-42FB-D9A5-80362B0197F2}"/>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17082970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Text Three Column">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B27A1D91-B0C5-82DE-7D46-53E481769CC7}"/>
              </a:ext>
            </a:extLst>
          </p:cNvPr>
          <p:cNvSpPr>
            <a:spLocks noGrp="1"/>
          </p:cNvSpPr>
          <p:nvPr>
            <p:ph type="body" sz="quarter" idx="16" hasCustomPrompt="1"/>
          </p:nvPr>
        </p:nvSpPr>
        <p:spPr>
          <a:xfrm>
            <a:off x="63212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8" name="Text Placeholder 2">
            <a:extLst>
              <a:ext uri="{FF2B5EF4-FFF2-40B4-BE49-F238E27FC236}">
                <a16:creationId xmlns:a16="http://schemas.microsoft.com/office/drawing/2014/main" id="{56024974-A0B0-7C6B-9AD0-E630E95DA949}"/>
              </a:ext>
            </a:extLst>
          </p:cNvPr>
          <p:cNvSpPr>
            <a:spLocks noGrp="1"/>
          </p:cNvSpPr>
          <p:nvPr>
            <p:ph type="body" sz="quarter" idx="15" hasCustomPrompt="1"/>
          </p:nvPr>
        </p:nvSpPr>
        <p:spPr>
          <a:xfrm>
            <a:off x="63212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21" name="Text Placeholder 2">
            <a:extLst>
              <a:ext uri="{FF2B5EF4-FFF2-40B4-BE49-F238E27FC236}">
                <a16:creationId xmlns:a16="http://schemas.microsoft.com/office/drawing/2014/main" id="{45F39481-2908-3822-701D-5FF87E1F03A5}"/>
              </a:ext>
            </a:extLst>
          </p:cNvPr>
          <p:cNvSpPr>
            <a:spLocks noGrp="1"/>
          </p:cNvSpPr>
          <p:nvPr>
            <p:ph type="body" sz="quarter" idx="17" hasCustomPrompt="1"/>
          </p:nvPr>
        </p:nvSpPr>
        <p:spPr>
          <a:xfrm>
            <a:off x="80931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2" name="Text Placeholder 2">
            <a:extLst>
              <a:ext uri="{FF2B5EF4-FFF2-40B4-BE49-F238E27FC236}">
                <a16:creationId xmlns:a16="http://schemas.microsoft.com/office/drawing/2014/main" id="{8390454E-C6EF-BF2D-F598-5D31E91A5C5B}"/>
              </a:ext>
            </a:extLst>
          </p:cNvPr>
          <p:cNvSpPr>
            <a:spLocks noGrp="1"/>
          </p:cNvSpPr>
          <p:nvPr>
            <p:ph type="body" sz="quarter" idx="18" hasCustomPrompt="1"/>
          </p:nvPr>
        </p:nvSpPr>
        <p:spPr>
          <a:xfrm>
            <a:off x="80931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27" name="Text Placeholder 2">
            <a:extLst>
              <a:ext uri="{FF2B5EF4-FFF2-40B4-BE49-F238E27FC236}">
                <a16:creationId xmlns:a16="http://schemas.microsoft.com/office/drawing/2014/main" id="{3BD0ABDF-0D5E-A765-9F69-3BC9541847C2}"/>
              </a:ext>
            </a:extLst>
          </p:cNvPr>
          <p:cNvSpPr>
            <a:spLocks noGrp="1"/>
          </p:cNvSpPr>
          <p:nvPr>
            <p:ph type="body" sz="quarter" idx="19" hasCustomPrompt="1"/>
          </p:nvPr>
        </p:nvSpPr>
        <p:spPr>
          <a:xfrm>
            <a:off x="436264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9" name="Text Placeholder 2">
            <a:extLst>
              <a:ext uri="{FF2B5EF4-FFF2-40B4-BE49-F238E27FC236}">
                <a16:creationId xmlns:a16="http://schemas.microsoft.com/office/drawing/2014/main" id="{57A872EF-F192-39C4-B234-D15D6561B47C}"/>
              </a:ext>
            </a:extLst>
          </p:cNvPr>
          <p:cNvSpPr>
            <a:spLocks noGrp="1"/>
          </p:cNvSpPr>
          <p:nvPr>
            <p:ph type="body" sz="quarter" idx="20" hasCustomPrompt="1"/>
          </p:nvPr>
        </p:nvSpPr>
        <p:spPr>
          <a:xfrm>
            <a:off x="436264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30" name="Text Placeholder 6">
            <a:extLst>
              <a:ext uri="{FF2B5EF4-FFF2-40B4-BE49-F238E27FC236}">
                <a16:creationId xmlns:a16="http://schemas.microsoft.com/office/drawing/2014/main" id="{3EB9F6D8-47DF-1F5B-55DF-071309C37FDE}"/>
              </a:ext>
            </a:extLst>
          </p:cNvPr>
          <p:cNvSpPr>
            <a:spLocks noGrp="1"/>
          </p:cNvSpPr>
          <p:nvPr>
            <p:ph type="body" sz="quarter" idx="21" hasCustomPrompt="1"/>
          </p:nvPr>
        </p:nvSpPr>
        <p:spPr>
          <a:xfrm>
            <a:off x="4359392" y="1766048"/>
            <a:ext cx="3486912" cy="443754"/>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31" name="Text Placeholder 6">
            <a:extLst>
              <a:ext uri="{FF2B5EF4-FFF2-40B4-BE49-F238E27FC236}">
                <a16:creationId xmlns:a16="http://schemas.microsoft.com/office/drawing/2014/main" id="{1B9F0F59-8C07-4391-070A-F127239E51B0}"/>
              </a:ext>
            </a:extLst>
          </p:cNvPr>
          <p:cNvSpPr>
            <a:spLocks noGrp="1"/>
          </p:cNvSpPr>
          <p:nvPr>
            <p:ph type="body" sz="quarter" idx="22" hasCustomPrompt="1"/>
          </p:nvPr>
        </p:nvSpPr>
        <p:spPr>
          <a:xfrm>
            <a:off x="8096015" y="1766048"/>
            <a:ext cx="3486912" cy="443754"/>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13" name="Title 1">
            <a:extLst>
              <a:ext uri="{FF2B5EF4-FFF2-40B4-BE49-F238E27FC236}">
                <a16:creationId xmlns:a16="http://schemas.microsoft.com/office/drawing/2014/main" id="{BE2AD77B-1466-B731-C28A-2731D668CCBE}"/>
              </a:ext>
            </a:extLst>
          </p:cNvPr>
          <p:cNvSpPr>
            <a:spLocks noGrp="1"/>
          </p:cNvSpPr>
          <p:nvPr>
            <p:ph type="ctrTitle" hasCustomPrompt="1"/>
          </p:nvPr>
        </p:nvSpPr>
        <p:spPr>
          <a:xfrm>
            <a:off x="621792"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tx1"/>
                </a:solidFill>
                <a:latin typeface="CiscoSansTT ExtraLight" panose="020B0303020201020303" pitchFamily="34" charset="0"/>
                <a:cs typeface="CiscoSansTT ExtraLight" panose="020B0303020201020303" pitchFamily="34" charset="0"/>
              </a:defRPr>
            </a:lvl1pPr>
          </a:lstStyle>
          <a:p>
            <a:r>
              <a:rPr lang="en-GB"/>
              <a:t>Heading</a:t>
            </a:r>
            <a:endParaRPr lang="en-US"/>
          </a:p>
        </p:txBody>
      </p:sp>
      <p:sp>
        <p:nvSpPr>
          <p:cNvPr id="14" name="Text Placeholder 2">
            <a:extLst>
              <a:ext uri="{FF2B5EF4-FFF2-40B4-BE49-F238E27FC236}">
                <a16:creationId xmlns:a16="http://schemas.microsoft.com/office/drawing/2014/main" id="{D81B37B4-1168-CDEB-FB62-4B4E3C4E0ADA}"/>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730691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Text Two Column Icons">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23679" y="3668310"/>
            <a:ext cx="5178612" cy="131535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6" name="Text Placeholder 6">
            <a:extLst>
              <a:ext uri="{FF2B5EF4-FFF2-40B4-BE49-F238E27FC236}">
                <a16:creationId xmlns:a16="http://schemas.microsoft.com/office/drawing/2014/main" id="{3148D23F-4FB0-0283-D700-8A06DCABC281}"/>
              </a:ext>
            </a:extLst>
          </p:cNvPr>
          <p:cNvSpPr>
            <a:spLocks noGrp="1"/>
          </p:cNvSpPr>
          <p:nvPr>
            <p:ph type="body" sz="quarter" idx="25" hasCustomPrompt="1"/>
          </p:nvPr>
        </p:nvSpPr>
        <p:spPr>
          <a:xfrm>
            <a:off x="6390621" y="2938820"/>
            <a:ext cx="5178611"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27" name="Picture Placeholder 2">
            <a:extLst>
              <a:ext uri="{FF2B5EF4-FFF2-40B4-BE49-F238E27FC236}">
                <a16:creationId xmlns:a16="http://schemas.microsoft.com/office/drawing/2014/main" id="{C5C6BDEC-E33F-4C34-5403-6A238AB80D5E}"/>
              </a:ext>
            </a:extLst>
          </p:cNvPr>
          <p:cNvSpPr>
            <a:spLocks noGrp="1"/>
          </p:cNvSpPr>
          <p:nvPr>
            <p:ph type="pic" sz="quarter" idx="26" hasCustomPrompt="1"/>
          </p:nvPr>
        </p:nvSpPr>
        <p:spPr>
          <a:xfrm>
            <a:off x="6399978"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marketing icon</a:t>
            </a:r>
          </a:p>
        </p:txBody>
      </p:sp>
      <p:sp>
        <p:nvSpPr>
          <p:cNvPr id="28" name="Text Placeholder 2">
            <a:extLst>
              <a:ext uri="{FF2B5EF4-FFF2-40B4-BE49-F238E27FC236}">
                <a16:creationId xmlns:a16="http://schemas.microsoft.com/office/drawing/2014/main" id="{2136F578-A3CF-9005-0901-E724D7D5226F}"/>
              </a:ext>
            </a:extLst>
          </p:cNvPr>
          <p:cNvSpPr>
            <a:spLocks noGrp="1"/>
          </p:cNvSpPr>
          <p:nvPr>
            <p:ph type="body" sz="quarter" idx="27" hasCustomPrompt="1"/>
          </p:nvPr>
        </p:nvSpPr>
        <p:spPr>
          <a:xfrm>
            <a:off x="6399977" y="3668310"/>
            <a:ext cx="5178612" cy="131535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9" name="Text Placeholder 6">
            <a:extLst>
              <a:ext uri="{FF2B5EF4-FFF2-40B4-BE49-F238E27FC236}">
                <a16:creationId xmlns:a16="http://schemas.microsoft.com/office/drawing/2014/main" id="{ADFE46B3-A8B5-C645-B495-DA6D53180536}"/>
              </a:ext>
            </a:extLst>
          </p:cNvPr>
          <p:cNvSpPr>
            <a:spLocks noGrp="1"/>
          </p:cNvSpPr>
          <p:nvPr>
            <p:ph type="body" sz="quarter" idx="23" hasCustomPrompt="1"/>
          </p:nvPr>
        </p:nvSpPr>
        <p:spPr>
          <a:xfrm>
            <a:off x="621758" y="2938820"/>
            <a:ext cx="5178611"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10" name="Text Placeholder 2">
            <a:extLst>
              <a:ext uri="{FF2B5EF4-FFF2-40B4-BE49-F238E27FC236}">
                <a16:creationId xmlns:a16="http://schemas.microsoft.com/office/drawing/2014/main" id="{0D0EB105-4FE7-7E30-8C23-A63566AB41F9}"/>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14425746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Text Three Column Icons">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96CA1346-1D62-4F41-BA11-B3EEBA6B5192}"/>
              </a:ext>
            </a:extLst>
          </p:cNvPr>
          <p:cNvSpPr>
            <a:spLocks noGrp="1"/>
          </p:cNvSpPr>
          <p:nvPr>
            <p:ph type="body" sz="quarter" idx="20" hasCustomPrompt="1"/>
          </p:nvPr>
        </p:nvSpPr>
        <p:spPr>
          <a:xfrm>
            <a:off x="4340226"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18" name="Text Placeholder 6">
            <a:extLst>
              <a:ext uri="{FF2B5EF4-FFF2-40B4-BE49-F238E27FC236}">
                <a16:creationId xmlns:a16="http://schemas.microsoft.com/office/drawing/2014/main" id="{53E5B521-5917-164E-BF18-105160A01CA5}"/>
              </a:ext>
            </a:extLst>
          </p:cNvPr>
          <p:cNvSpPr>
            <a:spLocks noGrp="1"/>
          </p:cNvSpPr>
          <p:nvPr>
            <p:ph type="body" sz="quarter" idx="22" hasCustomPrompt="1"/>
          </p:nvPr>
        </p:nvSpPr>
        <p:spPr>
          <a:xfrm>
            <a:off x="8076847"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19" name="Text Placeholder 6">
            <a:extLst>
              <a:ext uri="{FF2B5EF4-FFF2-40B4-BE49-F238E27FC236}">
                <a16:creationId xmlns:a16="http://schemas.microsoft.com/office/drawing/2014/main" id="{0721738F-FD2D-4146-A62E-4ECD6E8AF6FC}"/>
              </a:ext>
            </a:extLst>
          </p:cNvPr>
          <p:cNvSpPr>
            <a:spLocks noGrp="1"/>
          </p:cNvSpPr>
          <p:nvPr>
            <p:ph type="body" sz="quarter" idx="23" hasCustomPrompt="1"/>
          </p:nvPr>
        </p:nvSpPr>
        <p:spPr>
          <a:xfrm>
            <a:off x="622771"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20" name="Picture Placeholder 2">
            <a:extLst>
              <a:ext uri="{FF2B5EF4-FFF2-40B4-BE49-F238E27FC236}">
                <a16:creationId xmlns:a16="http://schemas.microsoft.com/office/drawing/2014/main" id="{8143D29F-44CB-0E44-8852-5377E5E8F518}"/>
              </a:ext>
            </a:extLst>
          </p:cNvPr>
          <p:cNvSpPr>
            <a:spLocks noGrp="1"/>
          </p:cNvSpPr>
          <p:nvPr>
            <p:ph type="pic" sz="quarter" idx="10" hasCustomPrompt="1"/>
          </p:nvPr>
        </p:nvSpPr>
        <p:spPr>
          <a:xfrm>
            <a:off x="4359394"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marketing icon</a:t>
            </a:r>
          </a:p>
        </p:txBody>
      </p:sp>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marketing icon</a:t>
            </a:r>
          </a:p>
        </p:txBody>
      </p:sp>
      <p:sp>
        <p:nvSpPr>
          <p:cNvPr id="22" name="Picture Placeholder 2">
            <a:extLst>
              <a:ext uri="{FF2B5EF4-FFF2-40B4-BE49-F238E27FC236}">
                <a16:creationId xmlns:a16="http://schemas.microsoft.com/office/drawing/2014/main" id="{EE6224FA-C881-7942-88CA-85C557540C4C}"/>
              </a:ext>
            </a:extLst>
          </p:cNvPr>
          <p:cNvSpPr>
            <a:spLocks noGrp="1"/>
          </p:cNvSpPr>
          <p:nvPr>
            <p:ph type="pic" sz="quarter" idx="25" hasCustomPrompt="1"/>
          </p:nvPr>
        </p:nvSpPr>
        <p:spPr>
          <a:xfrm>
            <a:off x="8086661"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32125"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23" name="Text Placeholder 2">
            <a:extLst>
              <a:ext uri="{FF2B5EF4-FFF2-40B4-BE49-F238E27FC236}">
                <a16:creationId xmlns:a16="http://schemas.microsoft.com/office/drawing/2014/main" id="{A1125D49-7617-524D-93FF-568220A243A4}"/>
              </a:ext>
            </a:extLst>
          </p:cNvPr>
          <p:cNvSpPr>
            <a:spLocks noGrp="1"/>
          </p:cNvSpPr>
          <p:nvPr>
            <p:ph type="body" sz="quarter" idx="29" hasCustomPrompt="1"/>
          </p:nvPr>
        </p:nvSpPr>
        <p:spPr>
          <a:xfrm>
            <a:off x="4350253"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24" name="Text Placeholder 2">
            <a:extLst>
              <a:ext uri="{FF2B5EF4-FFF2-40B4-BE49-F238E27FC236}">
                <a16:creationId xmlns:a16="http://schemas.microsoft.com/office/drawing/2014/main" id="{32FC023A-9146-A042-BD74-7CC8EF53A068}"/>
              </a:ext>
            </a:extLst>
          </p:cNvPr>
          <p:cNvSpPr>
            <a:spLocks noGrp="1"/>
          </p:cNvSpPr>
          <p:nvPr>
            <p:ph type="body" sz="quarter" idx="30" hasCustomPrompt="1"/>
          </p:nvPr>
        </p:nvSpPr>
        <p:spPr>
          <a:xfrm>
            <a:off x="8102968"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13" name="Text Placeholder 2">
            <a:extLst>
              <a:ext uri="{FF2B5EF4-FFF2-40B4-BE49-F238E27FC236}">
                <a16:creationId xmlns:a16="http://schemas.microsoft.com/office/drawing/2014/main" id="{3B88B2C6-7B71-2E10-C2D7-2073ED166CFF}"/>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24730611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Heading and title">
    <p:bg>
      <p:bgPr>
        <a:solidFill>
          <a:schemeClr val="bg1"/>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0C30067D-BDB2-4ED3-9FF2-9A7F7110FF90}"/>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8" name="Text Placeholder 6">
            <a:extLst>
              <a:ext uri="{FF2B5EF4-FFF2-40B4-BE49-F238E27FC236}">
                <a16:creationId xmlns:a16="http://schemas.microsoft.com/office/drawing/2014/main" id="{1878F7B9-C122-B8FB-05FB-508A64772A99}"/>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37963879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Bullet List">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7E84602F-A2F5-0AB3-EDDA-2F6FBCDFA885}"/>
              </a:ext>
            </a:extLst>
          </p:cNvPr>
          <p:cNvSpPr>
            <a:spLocks noGrp="1"/>
          </p:cNvSpPr>
          <p:nvPr>
            <p:ph type="body" sz="quarter" idx="10" hasCustomPrompt="1"/>
          </p:nvPr>
        </p:nvSpPr>
        <p:spPr>
          <a:xfrm>
            <a:off x="621792" y="1600200"/>
            <a:ext cx="10960608" cy="4519083"/>
          </a:xfrm>
          <a:prstGeom prst="rect">
            <a:avLst/>
          </a:prstGeom>
        </p:spPr>
        <p:txBody>
          <a:bodyPr lIns="91420" tIns="45710" rIns="91420" bIns="45710">
            <a:noAutofit/>
          </a:bodyPr>
          <a:lstStyle>
            <a:lvl1pPr marL="304798" indent="-228598">
              <a:lnSpc>
                <a:spcPct val="95000"/>
              </a:lnSpc>
              <a:spcBef>
                <a:spcPts val="1480"/>
              </a:spcBef>
              <a:buClr>
                <a:schemeClr val="accent1"/>
              </a:buClr>
              <a:buSzPct val="80000"/>
              <a:buFont typeface="Arial"/>
              <a:buChar char="•"/>
              <a:defRPr sz="2400" b="0" i="0">
                <a:solidFill>
                  <a:schemeClr val="tx1"/>
                </a:solidFill>
                <a:latin typeface="+mn-lt"/>
                <a:ea typeface="CiscoSansTT Thin" charset="0"/>
                <a:cs typeface="CiscoSansTT Thin" charset="0"/>
              </a:defRPr>
            </a:lvl1pPr>
            <a:lvl2pPr marL="609595" indent="-220132">
              <a:lnSpc>
                <a:spcPct val="95000"/>
              </a:lnSpc>
              <a:spcBef>
                <a:spcPts val="600"/>
              </a:spcBef>
              <a:buClr>
                <a:schemeClr val="accent1"/>
              </a:buClr>
              <a:buSzPct val="80000"/>
              <a:buFont typeface="Arial"/>
              <a:buChar char="•"/>
              <a:defRPr sz="1867" b="0" i="0">
                <a:solidFill>
                  <a:schemeClr val="tx1"/>
                </a:solidFill>
                <a:latin typeface="+mn-lt"/>
                <a:ea typeface="CiscoSansTT Thin" charset="0"/>
                <a:cs typeface="CiscoSansTT Thin" charset="0"/>
              </a:defRPr>
            </a:lvl2pPr>
            <a:lvl3pPr marL="914392" indent="-146050">
              <a:buClr>
                <a:schemeClr val="accent1"/>
              </a:buClr>
              <a:buSzPct val="80000"/>
              <a:buFont typeface="Arial"/>
              <a:buChar char="•"/>
              <a:defRPr sz="1600" b="0" i="0">
                <a:solidFill>
                  <a:schemeClr val="tx1"/>
                </a:solidFill>
                <a:latin typeface="CiscoSansTT" panose="020B0503020201020303" pitchFamily="34" charset="0"/>
                <a:ea typeface="CiscoSansTT" panose="020B0503020201020303" pitchFamily="34" charset="0"/>
                <a:cs typeface="CiscoSansTT" panose="020B0503020201020303" pitchFamily="34" charset="0"/>
              </a:defRPr>
            </a:lvl3pPr>
            <a:lvl4pPr marL="1214703" indent="-228552">
              <a:buClr>
                <a:schemeClr val="accent1"/>
              </a:buClr>
              <a:buSzPct val="80000"/>
              <a:buFont typeface="Arial"/>
              <a:buChar char="•"/>
              <a:defRPr sz="1333" b="0" i="0">
                <a:solidFill>
                  <a:schemeClr val="tx1"/>
                </a:solidFill>
                <a:latin typeface="CiscoSansTT Medium" panose="020B0503020201020303" pitchFamily="34" charset="0"/>
                <a:ea typeface="CiscoSansTT Medium" panose="020B0503020201020303" pitchFamily="34" charset="0"/>
                <a:cs typeface="CiscoSansTT Medium" panose="020B0503020201020303" pitchFamily="34" charset="0"/>
              </a:defRPr>
            </a:lvl4pPr>
            <a:lvl5pPr marL="1443255" indent="-224318">
              <a:buClr>
                <a:schemeClr val="bg2"/>
              </a:buClr>
              <a:buSzPct val="80000"/>
              <a:buFont typeface="Arial"/>
              <a:buChar char="•"/>
              <a:defRPr sz="1333" b="0" i="0">
                <a:solidFill>
                  <a:schemeClr val="bg2"/>
                </a:solidFill>
                <a:latin typeface="+mn-lt"/>
                <a:ea typeface="CiscoSansTT Thin" charset="0"/>
                <a:cs typeface="CiscoSansTT Thin" charset="0"/>
              </a:defRPr>
            </a:lvl5pPr>
          </a:lstStyle>
          <a:p>
            <a:pPr lvl="0"/>
            <a:r>
              <a:rPr lang="en-GB"/>
              <a:t>First level</a:t>
            </a:r>
          </a:p>
          <a:p>
            <a:pPr lvl="1"/>
            <a:r>
              <a:rPr lang="en-GB"/>
              <a:t>Second level</a:t>
            </a:r>
          </a:p>
          <a:p>
            <a:pPr lvl="2"/>
            <a:r>
              <a:rPr lang="en-GB"/>
              <a:t>Third level</a:t>
            </a:r>
          </a:p>
          <a:p>
            <a:pPr lvl="3"/>
            <a:r>
              <a:rPr lang="en-GB"/>
              <a:t>Fourth level</a:t>
            </a:r>
          </a:p>
        </p:txBody>
      </p:sp>
      <p:sp>
        <p:nvSpPr>
          <p:cNvPr id="8" name="Text Placeholder 2">
            <a:extLst>
              <a:ext uri="{FF2B5EF4-FFF2-40B4-BE49-F238E27FC236}">
                <a16:creationId xmlns:a16="http://schemas.microsoft.com/office/drawing/2014/main" id="{59A4C47A-6966-3B09-BD1C-38665845F9B1}"/>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0" name="Text Placeholder 6">
            <a:extLst>
              <a:ext uri="{FF2B5EF4-FFF2-40B4-BE49-F238E27FC236}">
                <a16:creationId xmlns:a16="http://schemas.microsoft.com/office/drawing/2014/main" id="{1FCB4DFA-B41D-91DA-5108-E390AFFDD535}"/>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21484891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6" name="Table Placeholder 11">
            <a:extLst>
              <a:ext uri="{FF2B5EF4-FFF2-40B4-BE49-F238E27FC236}">
                <a16:creationId xmlns:a16="http://schemas.microsoft.com/office/drawing/2014/main" id="{C83B223E-030E-74D0-B6FA-BEC3DA7BD3FA}"/>
              </a:ext>
            </a:extLst>
          </p:cNvPr>
          <p:cNvSpPr>
            <a:spLocks noGrp="1"/>
          </p:cNvSpPr>
          <p:nvPr>
            <p:ph type="tbl" sz="quarter" idx="12"/>
          </p:nvPr>
        </p:nvSpPr>
        <p:spPr>
          <a:xfrm>
            <a:off x="621102" y="1602317"/>
            <a:ext cx="10974395" cy="3739704"/>
          </a:xfrm>
          <a:prstGeom prst="rect">
            <a:avLst/>
          </a:prstGeom>
        </p:spPr>
        <p:txBody>
          <a:bodyPr lIns="91420" tIns="45710" rIns="91420" bIns="45710">
            <a:noAutofit/>
          </a:bodyPr>
          <a:lstStyle>
            <a:lvl1pPr marL="0" indent="0" algn="ctr">
              <a:buNone/>
              <a:defRPr sz="2667" baseline="0">
                <a:solidFill>
                  <a:schemeClr val="tx1"/>
                </a:solidFill>
                <a:latin typeface="+mn-lt"/>
              </a:defRPr>
            </a:lvl1pPr>
          </a:lstStyle>
          <a:p>
            <a:pPr lvl="0"/>
            <a:r>
              <a:rPr lang="en-US" noProof="0"/>
              <a:t>Click icon to add table</a:t>
            </a:r>
            <a:endParaRPr lang="en-GB" noProof="0"/>
          </a:p>
        </p:txBody>
      </p:sp>
      <p:sp>
        <p:nvSpPr>
          <p:cNvPr id="11" name="Text Placeholder 2">
            <a:extLst>
              <a:ext uri="{FF2B5EF4-FFF2-40B4-BE49-F238E27FC236}">
                <a16:creationId xmlns:a16="http://schemas.microsoft.com/office/drawing/2014/main" id="{89B8D9E7-EAC8-4A5C-4139-BA396711F078}"/>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Table caption goes here</a:t>
            </a:r>
          </a:p>
        </p:txBody>
      </p:sp>
      <p:sp>
        <p:nvSpPr>
          <p:cNvPr id="7" name="Text Placeholder 2">
            <a:extLst>
              <a:ext uri="{FF2B5EF4-FFF2-40B4-BE49-F238E27FC236}">
                <a16:creationId xmlns:a16="http://schemas.microsoft.com/office/drawing/2014/main" id="{DD6F855F-C6CE-B2F9-57E7-33E8ABD1C6C3}"/>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8" name="Text Placeholder 6">
            <a:extLst>
              <a:ext uri="{FF2B5EF4-FFF2-40B4-BE49-F238E27FC236}">
                <a16:creationId xmlns:a16="http://schemas.microsoft.com/office/drawing/2014/main" id="{AABDEAAE-DE1D-CF0D-8281-B39078C1DE9D}"/>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32650871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12" name="Text Placeholder 2">
            <a:extLst>
              <a:ext uri="{FF2B5EF4-FFF2-40B4-BE49-F238E27FC236}">
                <a16:creationId xmlns:a16="http://schemas.microsoft.com/office/drawing/2014/main" id="{48CE7DB6-039C-AC58-5C90-9B19A4AA26C7}"/>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Table caption goes here</a:t>
            </a:r>
          </a:p>
        </p:txBody>
      </p:sp>
      <p:sp>
        <p:nvSpPr>
          <p:cNvPr id="14" name="Chart Placeholder 2">
            <a:extLst>
              <a:ext uri="{FF2B5EF4-FFF2-40B4-BE49-F238E27FC236}">
                <a16:creationId xmlns:a16="http://schemas.microsoft.com/office/drawing/2014/main" id="{BD75F8AD-CDF4-CE28-1C24-08F6FA9598D3}"/>
              </a:ext>
            </a:extLst>
          </p:cNvPr>
          <p:cNvSpPr>
            <a:spLocks noGrp="1"/>
          </p:cNvSpPr>
          <p:nvPr>
            <p:ph type="chart" sz="quarter" idx="10"/>
          </p:nvPr>
        </p:nvSpPr>
        <p:spPr>
          <a:xfrm>
            <a:off x="621792" y="1600200"/>
            <a:ext cx="10960608" cy="3744383"/>
          </a:xfrm>
          <a:prstGeom prst="rect">
            <a:avLst/>
          </a:prstGeom>
        </p:spPr>
        <p:txBody>
          <a:bodyPr vert="horz" lIns="91420" tIns="45710" rIns="91420" bIns="45710">
            <a:noAutofit/>
          </a:bodyPr>
          <a:lstStyle>
            <a:lvl1pPr marL="0" indent="0" algn="ctr">
              <a:buNone/>
              <a:defRPr sz="2667" b="0" i="0">
                <a:solidFill>
                  <a:schemeClr val="tx1"/>
                </a:solidFill>
                <a:latin typeface="+mn-lt"/>
                <a:cs typeface="CiscoSans ExtraLight"/>
              </a:defRPr>
            </a:lvl1pPr>
          </a:lstStyle>
          <a:p>
            <a:pPr lvl="0"/>
            <a:r>
              <a:rPr lang="en-US" noProof="0"/>
              <a:t>Click icon to add chart</a:t>
            </a:r>
          </a:p>
        </p:txBody>
      </p:sp>
      <p:sp>
        <p:nvSpPr>
          <p:cNvPr id="9" name="Text Placeholder 2">
            <a:extLst>
              <a:ext uri="{FF2B5EF4-FFF2-40B4-BE49-F238E27FC236}">
                <a16:creationId xmlns:a16="http://schemas.microsoft.com/office/drawing/2014/main" id="{705B1628-7130-AF0C-17E8-DBDAD7001336}"/>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0" name="Text Placeholder 6">
            <a:extLst>
              <a:ext uri="{FF2B5EF4-FFF2-40B4-BE49-F238E27FC236}">
                <a16:creationId xmlns:a16="http://schemas.microsoft.com/office/drawing/2014/main" id="{A7267393-CC82-21AE-BF48-82206C9952EE}"/>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39034581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p:cSld name="Multi">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E6D804B-991F-15D0-1B5C-852F088F2293}"/>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Table caption goes here</a:t>
            </a:r>
          </a:p>
        </p:txBody>
      </p:sp>
      <p:sp>
        <p:nvSpPr>
          <p:cNvPr id="12" name="Content Placeholder 2">
            <a:extLst>
              <a:ext uri="{FF2B5EF4-FFF2-40B4-BE49-F238E27FC236}">
                <a16:creationId xmlns:a16="http://schemas.microsoft.com/office/drawing/2014/main" id="{5E762CBB-3A34-48C3-DD45-61F4F2FD11D1}"/>
              </a:ext>
            </a:extLst>
          </p:cNvPr>
          <p:cNvSpPr>
            <a:spLocks noGrp="1"/>
          </p:cNvSpPr>
          <p:nvPr>
            <p:ph idx="1"/>
          </p:nvPr>
        </p:nvSpPr>
        <p:spPr>
          <a:xfrm>
            <a:off x="621792" y="1600200"/>
            <a:ext cx="10961511" cy="3739704"/>
          </a:xfrm>
          <a:prstGeom prst="rect">
            <a:avLst/>
          </a:prstGeom>
        </p:spPr>
        <p:txBody>
          <a:bodyPr lIns="91420" tIns="45710" rIns="91420" bIns="45710">
            <a:noAutofit/>
          </a:bodyPr>
          <a:lstStyle>
            <a:lvl1pPr marL="380917" marR="0" indent="-380917" algn="ctr" defTabSz="609469" rtl="0" eaLnBrk="1" fontAlgn="auto" latinLnBrk="0" hangingPunct="1">
              <a:lnSpc>
                <a:spcPct val="100000"/>
              </a:lnSpc>
              <a:spcBef>
                <a:spcPct val="20000"/>
              </a:spcBef>
              <a:spcAft>
                <a:spcPts val="0"/>
              </a:spcAft>
              <a:buClrTx/>
              <a:buSzTx/>
              <a:buFont typeface="Arial"/>
              <a:buNone/>
              <a:tabLst/>
              <a:defRPr sz="2667" b="0" i="0" baseline="0">
                <a:solidFill>
                  <a:schemeClr val="tx1"/>
                </a:solidFill>
                <a:latin typeface="+mn-lt"/>
                <a:cs typeface="CiscoSans ExtraLight"/>
              </a:defRPr>
            </a:lvl1pPr>
          </a:lstStyle>
          <a:p>
            <a:pPr lvl="0"/>
            <a:r>
              <a:rPr lang="en-US"/>
              <a:t>Click to edit Master text styles</a:t>
            </a:r>
          </a:p>
        </p:txBody>
      </p:sp>
      <p:sp>
        <p:nvSpPr>
          <p:cNvPr id="7" name="Text Placeholder 2">
            <a:extLst>
              <a:ext uri="{FF2B5EF4-FFF2-40B4-BE49-F238E27FC236}">
                <a16:creationId xmlns:a16="http://schemas.microsoft.com/office/drawing/2014/main" id="{014E7A9D-AA27-1BDE-DF75-A66B1A4E967A}"/>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8" name="Text Placeholder 6">
            <a:extLst>
              <a:ext uri="{FF2B5EF4-FFF2-40B4-BE49-F238E27FC236}">
                <a16:creationId xmlns:a16="http://schemas.microsoft.com/office/drawing/2014/main" id="{8DB9C6A2-1768-FE67-38C1-DAE221A3B73A}"/>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36048618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p:cSld name="Heading only">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8A973767-6838-8C37-C9AB-EBCBB78A52A3}"/>
              </a:ext>
            </a:extLst>
          </p:cNvPr>
          <p:cNvSpPr>
            <a:spLocks noGrp="1"/>
          </p:cNvSpPr>
          <p:nvPr>
            <p:ph type="body" sz="quarter" idx="82"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41737202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Half Page Tex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522ACBA-6A0D-C74B-AFCB-38D9D94CE143}"/>
              </a:ext>
            </a:extLst>
          </p:cNvPr>
          <p:cNvSpPr/>
          <p:nvPr/>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a:latin typeface="CiscoSansTT ExtraLight" panose="020B0303020201020303" pitchFamily="34" charset="0"/>
            </a:endParaRPr>
          </a:p>
        </p:txBody>
      </p:sp>
      <p:sp>
        <p:nvSpPr>
          <p:cNvPr id="7" name="Title 1">
            <a:extLst>
              <a:ext uri="{FF2B5EF4-FFF2-40B4-BE49-F238E27FC236}">
                <a16:creationId xmlns:a16="http://schemas.microsoft.com/office/drawing/2014/main" id="{EB0442CC-18E0-97B7-E62C-0397FB025279}"/>
              </a:ext>
            </a:extLst>
          </p:cNvPr>
          <p:cNvSpPr>
            <a:spLocks noGrp="1"/>
          </p:cNvSpPr>
          <p:nvPr>
            <p:ph type="ctrTitle" hasCustomPrompt="1"/>
          </p:nvPr>
        </p:nvSpPr>
        <p:spPr>
          <a:xfrm>
            <a:off x="627425" y="1766047"/>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tx1"/>
                </a:solidFill>
                <a:latin typeface="CiscoSansTT ExtraLight" panose="020B0303020201020303" pitchFamily="34" charset="0"/>
                <a:cs typeface="CiscoSansTT ExtraLight" panose="020B0303020201020303" pitchFamily="34" charset="0"/>
              </a:defRPr>
            </a:lvl1pPr>
          </a:lstStyle>
          <a:p>
            <a:r>
              <a:rPr lang="en-GB"/>
              <a:t>Heading </a:t>
            </a:r>
            <a:endParaRPr lang="en-US"/>
          </a:p>
        </p:txBody>
      </p:sp>
      <p:sp>
        <p:nvSpPr>
          <p:cNvPr id="9" name="Text Placeholder 2">
            <a:extLst>
              <a:ext uri="{FF2B5EF4-FFF2-40B4-BE49-F238E27FC236}">
                <a16:creationId xmlns:a16="http://schemas.microsoft.com/office/drawing/2014/main" id="{5F030301-E75F-E7BE-D423-283E76983DD5}"/>
              </a:ext>
            </a:extLst>
          </p:cNvPr>
          <p:cNvSpPr>
            <a:spLocks noGrp="1"/>
          </p:cNvSpPr>
          <p:nvPr>
            <p:ph type="body" sz="quarter" idx="16" hasCustomPrompt="1"/>
          </p:nvPr>
        </p:nvSpPr>
        <p:spPr>
          <a:xfrm>
            <a:off x="627425" y="2421515"/>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2" name="Text Placeholder 2">
            <a:extLst>
              <a:ext uri="{FF2B5EF4-FFF2-40B4-BE49-F238E27FC236}">
                <a16:creationId xmlns:a16="http://schemas.microsoft.com/office/drawing/2014/main" id="{9CFD8466-F4CC-C5A0-9C5C-BABB06B9214C}"/>
              </a:ext>
            </a:extLst>
          </p:cNvPr>
          <p:cNvSpPr>
            <a:spLocks noGrp="1"/>
          </p:cNvSpPr>
          <p:nvPr>
            <p:ph type="body" sz="quarter" idx="15" hasCustomPrompt="1"/>
          </p:nvPr>
        </p:nvSpPr>
        <p:spPr>
          <a:xfrm>
            <a:off x="627425" y="2852062"/>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11" name="Text Placeholder 2">
            <a:extLst>
              <a:ext uri="{FF2B5EF4-FFF2-40B4-BE49-F238E27FC236}">
                <a16:creationId xmlns:a16="http://schemas.microsoft.com/office/drawing/2014/main" id="{56C75B5F-2754-AB33-5A12-A2F80412EA7C}"/>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4010270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Midnight Half Page Tex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B0442CC-18E0-97B7-E62C-0397FB025279}"/>
              </a:ext>
            </a:extLst>
          </p:cNvPr>
          <p:cNvSpPr>
            <a:spLocks noGrp="1"/>
          </p:cNvSpPr>
          <p:nvPr>
            <p:ph type="ctrTitle" hasCustomPrompt="1"/>
          </p:nvPr>
        </p:nvSpPr>
        <p:spPr>
          <a:xfrm>
            <a:off x="627425" y="1766047"/>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tx1"/>
                </a:solidFill>
                <a:latin typeface="CiscoSansTT ExtraLight" panose="020B0303020201020303" pitchFamily="34" charset="0"/>
                <a:cs typeface="CiscoSansTT ExtraLight" panose="020B0303020201020303" pitchFamily="34" charset="0"/>
              </a:defRPr>
            </a:lvl1pPr>
          </a:lstStyle>
          <a:p>
            <a:r>
              <a:rPr lang="en-GB"/>
              <a:t>Heading </a:t>
            </a:r>
            <a:endParaRPr lang="en-US"/>
          </a:p>
        </p:txBody>
      </p:sp>
      <p:sp>
        <p:nvSpPr>
          <p:cNvPr id="9" name="Text Placeholder 2">
            <a:extLst>
              <a:ext uri="{FF2B5EF4-FFF2-40B4-BE49-F238E27FC236}">
                <a16:creationId xmlns:a16="http://schemas.microsoft.com/office/drawing/2014/main" id="{5F030301-E75F-E7BE-D423-283E76983DD5}"/>
              </a:ext>
            </a:extLst>
          </p:cNvPr>
          <p:cNvSpPr>
            <a:spLocks noGrp="1"/>
          </p:cNvSpPr>
          <p:nvPr>
            <p:ph type="body" sz="quarter" idx="16" hasCustomPrompt="1"/>
          </p:nvPr>
        </p:nvSpPr>
        <p:spPr>
          <a:xfrm>
            <a:off x="627425" y="2421515"/>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2" name="Text Placeholder 2">
            <a:extLst>
              <a:ext uri="{FF2B5EF4-FFF2-40B4-BE49-F238E27FC236}">
                <a16:creationId xmlns:a16="http://schemas.microsoft.com/office/drawing/2014/main" id="{9CFD8466-F4CC-C5A0-9C5C-BABB06B9214C}"/>
              </a:ext>
            </a:extLst>
          </p:cNvPr>
          <p:cNvSpPr>
            <a:spLocks noGrp="1"/>
          </p:cNvSpPr>
          <p:nvPr>
            <p:ph type="body" sz="quarter" idx="15" hasCustomPrompt="1"/>
          </p:nvPr>
        </p:nvSpPr>
        <p:spPr>
          <a:xfrm>
            <a:off x="627425" y="2852062"/>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11" name="Text Placeholder 2">
            <a:extLst>
              <a:ext uri="{FF2B5EF4-FFF2-40B4-BE49-F238E27FC236}">
                <a16:creationId xmlns:a16="http://schemas.microsoft.com/office/drawing/2014/main" id="{56C75B5F-2754-AB33-5A12-A2F80412EA7C}"/>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15398834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Half Page Text 2">
    <p:spTree>
      <p:nvGrpSpPr>
        <p:cNvPr id="1" name=""/>
        <p:cNvGrpSpPr/>
        <p:nvPr/>
      </p:nvGrpSpPr>
      <p:grpSpPr>
        <a:xfrm>
          <a:off x="0" y="0"/>
          <a:ext cx="0" cy="0"/>
          <a:chOff x="0" y="0"/>
          <a:chExt cx="0" cy="0"/>
        </a:xfrm>
      </p:grpSpPr>
      <p:sp>
        <p:nvSpPr>
          <p:cNvPr id="4" name="Rectangle 3"/>
          <p:cNvSpPr/>
          <p:nvPr/>
        </p:nvSpPr>
        <p:spPr>
          <a:xfrm>
            <a:off x="0"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a:solidFill>
                <a:srgbClr val="0D274D"/>
              </a:solidFill>
              <a:latin typeface="CiscoSansTT ExtraLight" panose="020B0303020201020303" pitchFamily="34" charset="0"/>
            </a:endParaRPr>
          </a:p>
        </p:txBody>
      </p:sp>
      <p:sp>
        <p:nvSpPr>
          <p:cNvPr id="7" name="Title 1">
            <a:extLst>
              <a:ext uri="{FF2B5EF4-FFF2-40B4-BE49-F238E27FC236}">
                <a16:creationId xmlns:a16="http://schemas.microsoft.com/office/drawing/2014/main" id="{500FB767-EEA9-D740-8EE8-2114332F6203}"/>
              </a:ext>
            </a:extLst>
          </p:cNvPr>
          <p:cNvSpPr>
            <a:spLocks noGrp="1"/>
          </p:cNvSpPr>
          <p:nvPr>
            <p:ph type="ctrTitle" hasCustomPrompt="1"/>
          </p:nvPr>
        </p:nvSpPr>
        <p:spPr>
          <a:xfrm>
            <a:off x="623904"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pic>
        <p:nvPicPr>
          <p:cNvPr id="21" name="Picture 7">
            <a:extLst>
              <a:ext uri="{FF2B5EF4-FFF2-40B4-BE49-F238E27FC236}">
                <a16:creationId xmlns:a16="http://schemas.microsoft.com/office/drawing/2014/main" id="{C8840F6B-282B-A945-9690-ABC74CE8E7D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09602" y="6342698"/>
            <a:ext cx="396305" cy="208228"/>
          </a:xfrm>
          <a:prstGeom prst="rect">
            <a:avLst/>
          </a:prstGeom>
        </p:spPr>
      </p:pic>
      <p:sp>
        <p:nvSpPr>
          <p:cNvPr id="22" name="Rectangle 21">
            <a:extLst>
              <a:ext uri="{FF2B5EF4-FFF2-40B4-BE49-F238E27FC236}">
                <a16:creationId xmlns:a16="http://schemas.microsoft.com/office/drawing/2014/main" id="{2C5D8762-2A1E-3E48-9704-3A8D36FCB834}"/>
              </a:ext>
            </a:extLst>
          </p:cNvPr>
          <p:cNvSpPr>
            <a:spLocks noChangeArrowheads="1"/>
          </p:cNvSpPr>
          <p:nvPr/>
        </p:nvSpPr>
        <p:spPr bwMode="ltGray">
          <a:xfrm>
            <a:off x="1142755" y="6383796"/>
            <a:ext cx="4534733" cy="164924"/>
          </a:xfrm>
          <a:prstGeom prst="rect">
            <a:avLst/>
          </a:prstGeom>
          <a:noFill/>
          <a:ln w="9525">
            <a:noFill/>
            <a:miter lim="800000"/>
            <a:headEnd/>
            <a:tailEnd/>
          </a:ln>
          <a:effectLst/>
        </p:spPr>
        <p:txBody>
          <a:bodyPr wrap="square" lIns="82115" tIns="41056" rIns="82115" bIns="41056" anchor="b">
            <a:spAutoFit/>
          </a:bodyPr>
          <a:lstStyle/>
          <a:p>
            <a:pPr defTabSz="814318" fontAlgn="auto">
              <a:spcBef>
                <a:spcPts val="0"/>
              </a:spcBef>
              <a:spcAft>
                <a:spcPts val="0"/>
              </a:spcAft>
              <a:defRPr/>
            </a:pPr>
            <a:r>
              <a:rPr lang="en-US" sz="533" b="0" i="0" spc="27" baseline="0">
                <a:solidFill>
                  <a:srgbClr val="0D274D"/>
                </a:solidFill>
                <a:latin typeface="CiscoSansTT Light" panose="020B0503020201020303" pitchFamily="34" charset="0"/>
                <a:ea typeface="+mn-ea"/>
                <a:cs typeface="CiscoSansTT Light" panose="020B0503020201020303" pitchFamily="34" charset="0"/>
              </a:rPr>
              <a:t>© 2022  Cisco and/or its affiliates. All rights reserved.   Cisco Confidential</a:t>
            </a:r>
          </a:p>
        </p:txBody>
      </p:sp>
      <p:sp>
        <p:nvSpPr>
          <p:cNvPr id="12" name="Text Placeholder 2">
            <a:extLst>
              <a:ext uri="{FF2B5EF4-FFF2-40B4-BE49-F238E27FC236}">
                <a16:creationId xmlns:a16="http://schemas.microsoft.com/office/drawing/2014/main" id="{D9178804-B96E-BE4F-9C01-F123A4E79750}"/>
              </a:ext>
            </a:extLst>
          </p:cNvPr>
          <p:cNvSpPr>
            <a:spLocks noGrp="1"/>
          </p:cNvSpPr>
          <p:nvPr>
            <p:ph type="body" sz="quarter" idx="14" hasCustomPrompt="1"/>
          </p:nvPr>
        </p:nvSpPr>
        <p:spPr>
          <a:xfrm>
            <a:off x="632127" y="431801"/>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4" name="Text Placeholder 2">
            <a:extLst>
              <a:ext uri="{FF2B5EF4-FFF2-40B4-BE49-F238E27FC236}">
                <a16:creationId xmlns:a16="http://schemas.microsoft.com/office/drawing/2014/main" id="{0496D4BA-1A90-CD12-46A7-BEFF3610D8BF}"/>
              </a:ext>
            </a:extLst>
          </p:cNvPr>
          <p:cNvSpPr>
            <a:spLocks noGrp="1"/>
          </p:cNvSpPr>
          <p:nvPr>
            <p:ph type="body" sz="quarter" idx="21" hasCustomPrompt="1"/>
          </p:nvPr>
        </p:nvSpPr>
        <p:spPr>
          <a:xfrm>
            <a:off x="7360302" y="75839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6" name="Text Placeholder 2">
            <a:extLst>
              <a:ext uri="{FF2B5EF4-FFF2-40B4-BE49-F238E27FC236}">
                <a16:creationId xmlns:a16="http://schemas.microsoft.com/office/drawing/2014/main" id="{E5754773-B320-74FF-360B-AE12573C9FE6}"/>
              </a:ext>
            </a:extLst>
          </p:cNvPr>
          <p:cNvSpPr>
            <a:spLocks noGrp="1"/>
          </p:cNvSpPr>
          <p:nvPr>
            <p:ph type="body" sz="quarter" idx="24" hasCustomPrompt="1"/>
          </p:nvPr>
        </p:nvSpPr>
        <p:spPr>
          <a:xfrm>
            <a:off x="7360302" y="268901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8" name="Text Placeholder 2">
            <a:extLst>
              <a:ext uri="{FF2B5EF4-FFF2-40B4-BE49-F238E27FC236}">
                <a16:creationId xmlns:a16="http://schemas.microsoft.com/office/drawing/2014/main" id="{0E77DDFA-F376-BD29-5DEA-72F5308CBF7A}"/>
              </a:ext>
            </a:extLst>
          </p:cNvPr>
          <p:cNvSpPr>
            <a:spLocks noGrp="1"/>
          </p:cNvSpPr>
          <p:nvPr>
            <p:ph type="body" sz="quarter" idx="26" hasCustomPrompt="1"/>
          </p:nvPr>
        </p:nvSpPr>
        <p:spPr>
          <a:xfrm>
            <a:off x="7360302" y="4610989"/>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9" name="Text Placeholder 2">
            <a:extLst>
              <a:ext uri="{FF2B5EF4-FFF2-40B4-BE49-F238E27FC236}">
                <a16:creationId xmlns:a16="http://schemas.microsoft.com/office/drawing/2014/main" id="{12102193-3492-4BAB-8F98-FC7C55191E4D}"/>
              </a:ext>
            </a:extLst>
          </p:cNvPr>
          <p:cNvSpPr>
            <a:spLocks noGrp="1"/>
          </p:cNvSpPr>
          <p:nvPr>
            <p:ph type="body" sz="quarter" idx="15" hasCustomPrompt="1"/>
          </p:nvPr>
        </p:nvSpPr>
        <p:spPr>
          <a:xfrm>
            <a:off x="7360302" y="1190595"/>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0" name="Text Placeholder 2">
            <a:extLst>
              <a:ext uri="{FF2B5EF4-FFF2-40B4-BE49-F238E27FC236}">
                <a16:creationId xmlns:a16="http://schemas.microsoft.com/office/drawing/2014/main" id="{0A6491F4-97AD-1094-3D4C-75416A30CE37}"/>
              </a:ext>
            </a:extLst>
          </p:cNvPr>
          <p:cNvSpPr>
            <a:spLocks noGrp="1"/>
          </p:cNvSpPr>
          <p:nvPr>
            <p:ph type="body" sz="quarter" idx="28" hasCustomPrompt="1"/>
          </p:nvPr>
        </p:nvSpPr>
        <p:spPr>
          <a:xfrm>
            <a:off x="7360302" y="3112568"/>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3" name="Text Placeholder 2">
            <a:extLst>
              <a:ext uri="{FF2B5EF4-FFF2-40B4-BE49-F238E27FC236}">
                <a16:creationId xmlns:a16="http://schemas.microsoft.com/office/drawing/2014/main" id="{792FD8C7-8C8B-6909-C32B-EAA567C1FEF3}"/>
              </a:ext>
            </a:extLst>
          </p:cNvPr>
          <p:cNvSpPr>
            <a:spLocks noGrp="1"/>
          </p:cNvSpPr>
          <p:nvPr>
            <p:ph type="body" sz="quarter" idx="29" hasCustomPrompt="1"/>
          </p:nvPr>
        </p:nvSpPr>
        <p:spPr>
          <a:xfrm>
            <a:off x="7360302" y="5043187"/>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Tree>
    <p:extLst>
      <p:ext uri="{BB962C8B-B14F-4D97-AF65-F5344CB8AC3E}">
        <p14:creationId xmlns:p14="http://schemas.microsoft.com/office/powerpoint/2010/main" val="20023174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Half Page Text 3">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3E8268D0-2B6B-14C3-F3A8-834B9EAEC765}"/>
              </a:ext>
            </a:extLst>
          </p:cNvPr>
          <p:cNvSpPr>
            <a:spLocks noGrp="1"/>
          </p:cNvSpPr>
          <p:nvPr>
            <p:ph type="body" sz="quarter" idx="21" hasCustomPrompt="1"/>
          </p:nvPr>
        </p:nvSpPr>
        <p:spPr>
          <a:xfrm>
            <a:off x="7360302" y="75839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4" name="Text Placeholder 2">
            <a:extLst>
              <a:ext uri="{FF2B5EF4-FFF2-40B4-BE49-F238E27FC236}">
                <a16:creationId xmlns:a16="http://schemas.microsoft.com/office/drawing/2014/main" id="{8A14A143-03AF-F347-89FC-0666167C56A7}"/>
              </a:ext>
            </a:extLst>
          </p:cNvPr>
          <p:cNvSpPr>
            <a:spLocks noGrp="1"/>
          </p:cNvSpPr>
          <p:nvPr>
            <p:ph type="body" sz="quarter" idx="24" hasCustomPrompt="1"/>
          </p:nvPr>
        </p:nvSpPr>
        <p:spPr>
          <a:xfrm>
            <a:off x="7360302" y="268901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5" name="Text Placeholder 2">
            <a:extLst>
              <a:ext uri="{FF2B5EF4-FFF2-40B4-BE49-F238E27FC236}">
                <a16:creationId xmlns:a16="http://schemas.microsoft.com/office/drawing/2014/main" id="{1E323F44-643B-8464-6F8E-6F0C68F4A75A}"/>
              </a:ext>
            </a:extLst>
          </p:cNvPr>
          <p:cNvSpPr>
            <a:spLocks noGrp="1"/>
          </p:cNvSpPr>
          <p:nvPr>
            <p:ph type="body" sz="quarter" idx="26" hasCustomPrompt="1"/>
          </p:nvPr>
        </p:nvSpPr>
        <p:spPr>
          <a:xfrm>
            <a:off x="7360302" y="4610989"/>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6" name="Text Placeholder 2">
            <a:extLst>
              <a:ext uri="{FF2B5EF4-FFF2-40B4-BE49-F238E27FC236}">
                <a16:creationId xmlns:a16="http://schemas.microsoft.com/office/drawing/2014/main" id="{77D7AA59-52D3-A85E-06D7-7D6C84CBBB83}"/>
              </a:ext>
            </a:extLst>
          </p:cNvPr>
          <p:cNvSpPr>
            <a:spLocks noGrp="1"/>
          </p:cNvSpPr>
          <p:nvPr>
            <p:ph type="body" sz="quarter" idx="15" hasCustomPrompt="1"/>
          </p:nvPr>
        </p:nvSpPr>
        <p:spPr>
          <a:xfrm>
            <a:off x="7360302" y="1190595"/>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0" name="Text Placeholder 2">
            <a:extLst>
              <a:ext uri="{FF2B5EF4-FFF2-40B4-BE49-F238E27FC236}">
                <a16:creationId xmlns:a16="http://schemas.microsoft.com/office/drawing/2014/main" id="{6481995A-7D97-808B-623A-0F2B9B54B1FA}"/>
              </a:ext>
            </a:extLst>
          </p:cNvPr>
          <p:cNvSpPr>
            <a:spLocks noGrp="1"/>
          </p:cNvSpPr>
          <p:nvPr>
            <p:ph type="body" sz="quarter" idx="28" hasCustomPrompt="1"/>
          </p:nvPr>
        </p:nvSpPr>
        <p:spPr>
          <a:xfrm>
            <a:off x="7360302" y="3112568"/>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2" name="Text Placeholder 2">
            <a:extLst>
              <a:ext uri="{FF2B5EF4-FFF2-40B4-BE49-F238E27FC236}">
                <a16:creationId xmlns:a16="http://schemas.microsoft.com/office/drawing/2014/main" id="{C2C22A22-15C4-D3F3-399F-EBDDB222B289}"/>
              </a:ext>
            </a:extLst>
          </p:cNvPr>
          <p:cNvSpPr>
            <a:spLocks noGrp="1"/>
          </p:cNvSpPr>
          <p:nvPr>
            <p:ph type="body" sz="quarter" idx="29" hasCustomPrompt="1"/>
          </p:nvPr>
        </p:nvSpPr>
        <p:spPr>
          <a:xfrm>
            <a:off x="7360302" y="5043187"/>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3" name="Title 1">
            <a:extLst>
              <a:ext uri="{FF2B5EF4-FFF2-40B4-BE49-F238E27FC236}">
                <a16:creationId xmlns:a16="http://schemas.microsoft.com/office/drawing/2014/main" id="{3576ECFD-ABB0-1491-EDD7-7F12498F6CCC}"/>
              </a:ext>
            </a:extLst>
          </p:cNvPr>
          <p:cNvSpPr>
            <a:spLocks noGrp="1"/>
          </p:cNvSpPr>
          <p:nvPr>
            <p:ph type="ctrTitle" hasCustomPrompt="1"/>
          </p:nvPr>
        </p:nvSpPr>
        <p:spPr>
          <a:xfrm>
            <a:off x="623904"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tx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24" name="Text Placeholder 2">
            <a:extLst>
              <a:ext uri="{FF2B5EF4-FFF2-40B4-BE49-F238E27FC236}">
                <a16:creationId xmlns:a16="http://schemas.microsoft.com/office/drawing/2014/main" id="{AEDD64BB-96E9-B53B-7D4D-690B8C23D059}"/>
              </a:ext>
            </a:extLst>
          </p:cNvPr>
          <p:cNvSpPr>
            <a:spLocks noGrp="1"/>
          </p:cNvSpPr>
          <p:nvPr>
            <p:ph type="body" sz="quarter" idx="14" hasCustomPrompt="1"/>
          </p:nvPr>
        </p:nvSpPr>
        <p:spPr>
          <a:xfrm>
            <a:off x="632127" y="431801"/>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23825710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Half Page Text 4">
    <p:spTree>
      <p:nvGrpSpPr>
        <p:cNvPr id="1" name=""/>
        <p:cNvGrpSpPr/>
        <p:nvPr/>
      </p:nvGrpSpPr>
      <p:grpSpPr>
        <a:xfrm>
          <a:off x="0" y="0"/>
          <a:ext cx="0" cy="0"/>
          <a:chOff x="0" y="0"/>
          <a:chExt cx="0" cy="0"/>
        </a:xfrm>
      </p:grpSpPr>
      <p:sp>
        <p:nvSpPr>
          <p:cNvPr id="4" name="Rectangle 3"/>
          <p:cNvSpPr/>
          <p:nvPr/>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a:latin typeface="CiscoSansTT ExtraLight" panose="020B0303020201020303" pitchFamily="34" charset="0"/>
            </a:endParaRPr>
          </a:p>
        </p:txBody>
      </p:sp>
      <p:sp>
        <p:nvSpPr>
          <p:cNvPr id="7" name="Title 1">
            <a:extLst>
              <a:ext uri="{FF2B5EF4-FFF2-40B4-BE49-F238E27FC236}">
                <a16:creationId xmlns:a16="http://schemas.microsoft.com/office/drawing/2014/main" id="{500FB767-EEA9-D740-8EE8-2114332F6203}"/>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tx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11" name="Text Placeholder 2">
            <a:extLst>
              <a:ext uri="{FF2B5EF4-FFF2-40B4-BE49-F238E27FC236}">
                <a16:creationId xmlns:a16="http://schemas.microsoft.com/office/drawing/2014/main" id="{89081E8E-66F3-8D24-1304-D061062DF4E8}"/>
              </a:ext>
            </a:extLst>
          </p:cNvPr>
          <p:cNvSpPr>
            <a:spLocks noGrp="1"/>
          </p:cNvSpPr>
          <p:nvPr>
            <p:ph type="body" sz="quarter" idx="21" hasCustomPrompt="1"/>
          </p:nvPr>
        </p:nvSpPr>
        <p:spPr>
          <a:xfrm>
            <a:off x="7360305" y="758396"/>
            <a:ext cx="398079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2" name="Text Placeholder 2">
            <a:extLst>
              <a:ext uri="{FF2B5EF4-FFF2-40B4-BE49-F238E27FC236}">
                <a16:creationId xmlns:a16="http://schemas.microsoft.com/office/drawing/2014/main" id="{9BF728C7-DBC7-38D7-00D3-F60D887793E3}"/>
              </a:ext>
            </a:extLst>
          </p:cNvPr>
          <p:cNvSpPr>
            <a:spLocks noGrp="1"/>
          </p:cNvSpPr>
          <p:nvPr>
            <p:ph type="body" sz="quarter" idx="24" hasCustomPrompt="1"/>
          </p:nvPr>
        </p:nvSpPr>
        <p:spPr>
          <a:xfrm>
            <a:off x="7360305" y="2689016"/>
            <a:ext cx="398079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7" name="Text Placeholder 2">
            <a:extLst>
              <a:ext uri="{FF2B5EF4-FFF2-40B4-BE49-F238E27FC236}">
                <a16:creationId xmlns:a16="http://schemas.microsoft.com/office/drawing/2014/main" id="{069357B9-DEB6-9F92-1DE4-7DBA5A5D9BC0}"/>
              </a:ext>
            </a:extLst>
          </p:cNvPr>
          <p:cNvSpPr>
            <a:spLocks noGrp="1"/>
          </p:cNvSpPr>
          <p:nvPr>
            <p:ph type="body" sz="quarter" idx="26" hasCustomPrompt="1"/>
          </p:nvPr>
        </p:nvSpPr>
        <p:spPr>
          <a:xfrm>
            <a:off x="7360305" y="4610989"/>
            <a:ext cx="398079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8" name="Text Placeholder 2">
            <a:extLst>
              <a:ext uri="{FF2B5EF4-FFF2-40B4-BE49-F238E27FC236}">
                <a16:creationId xmlns:a16="http://schemas.microsoft.com/office/drawing/2014/main" id="{26D36A6F-D633-41AB-6F29-C4A7CBFDE253}"/>
              </a:ext>
            </a:extLst>
          </p:cNvPr>
          <p:cNvSpPr>
            <a:spLocks noGrp="1"/>
          </p:cNvSpPr>
          <p:nvPr>
            <p:ph type="body" sz="quarter" idx="15" hasCustomPrompt="1"/>
          </p:nvPr>
        </p:nvSpPr>
        <p:spPr>
          <a:xfrm>
            <a:off x="7360305" y="1190595"/>
            <a:ext cx="398079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19" name="Text Placeholder 2">
            <a:extLst>
              <a:ext uri="{FF2B5EF4-FFF2-40B4-BE49-F238E27FC236}">
                <a16:creationId xmlns:a16="http://schemas.microsoft.com/office/drawing/2014/main" id="{7A5C30BC-62C3-9AC5-E1F2-050CFEBDF379}"/>
              </a:ext>
            </a:extLst>
          </p:cNvPr>
          <p:cNvSpPr>
            <a:spLocks noGrp="1"/>
          </p:cNvSpPr>
          <p:nvPr>
            <p:ph type="body" sz="quarter" idx="28" hasCustomPrompt="1"/>
          </p:nvPr>
        </p:nvSpPr>
        <p:spPr>
          <a:xfrm>
            <a:off x="7360305" y="3112568"/>
            <a:ext cx="398079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1" name="Text Placeholder 2">
            <a:extLst>
              <a:ext uri="{FF2B5EF4-FFF2-40B4-BE49-F238E27FC236}">
                <a16:creationId xmlns:a16="http://schemas.microsoft.com/office/drawing/2014/main" id="{A406770A-887F-8649-0DFA-7752B949AF17}"/>
              </a:ext>
            </a:extLst>
          </p:cNvPr>
          <p:cNvSpPr>
            <a:spLocks noGrp="1"/>
          </p:cNvSpPr>
          <p:nvPr>
            <p:ph type="body" sz="quarter" idx="29" hasCustomPrompt="1"/>
          </p:nvPr>
        </p:nvSpPr>
        <p:spPr>
          <a:xfrm>
            <a:off x="7360305" y="5043187"/>
            <a:ext cx="398079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16" name="Text Placeholder 2">
            <a:extLst>
              <a:ext uri="{FF2B5EF4-FFF2-40B4-BE49-F238E27FC236}">
                <a16:creationId xmlns:a16="http://schemas.microsoft.com/office/drawing/2014/main" id="{6D48D0B9-5AAE-5EA0-915E-F4A587C78D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18574532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Half page text 5">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F37C714-926C-B64D-A4F5-C938E3E4ED20}"/>
              </a:ext>
            </a:extLst>
          </p:cNvPr>
          <p:cNvSpPr/>
          <p:nvPr/>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a:latin typeface="CiscoSansTT ExtraLight" panose="020B0303020201020303" pitchFamily="34" charset="0"/>
            </a:endParaRPr>
          </a:p>
        </p:txBody>
      </p:sp>
      <p:sp>
        <p:nvSpPr>
          <p:cNvPr id="16" name="Text Placeholder 2">
            <a:extLst>
              <a:ext uri="{FF2B5EF4-FFF2-40B4-BE49-F238E27FC236}">
                <a16:creationId xmlns:a16="http://schemas.microsoft.com/office/drawing/2014/main" id="{C2CBB27D-4ECC-7D57-A8D7-9837ACB4C785}"/>
              </a:ext>
            </a:extLst>
          </p:cNvPr>
          <p:cNvSpPr>
            <a:spLocks noGrp="1"/>
          </p:cNvSpPr>
          <p:nvPr>
            <p:ph type="body" sz="quarter" idx="21" hasCustomPrompt="1"/>
          </p:nvPr>
        </p:nvSpPr>
        <p:spPr>
          <a:xfrm>
            <a:off x="7360304" y="75839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8" name="Text Placeholder 2">
            <a:extLst>
              <a:ext uri="{FF2B5EF4-FFF2-40B4-BE49-F238E27FC236}">
                <a16:creationId xmlns:a16="http://schemas.microsoft.com/office/drawing/2014/main" id="{4E4DEDCA-B1D8-2700-95AE-F61F2A5A40E4}"/>
              </a:ext>
            </a:extLst>
          </p:cNvPr>
          <p:cNvSpPr>
            <a:spLocks noGrp="1"/>
          </p:cNvSpPr>
          <p:nvPr>
            <p:ph type="body" sz="quarter" idx="24" hasCustomPrompt="1"/>
          </p:nvPr>
        </p:nvSpPr>
        <p:spPr>
          <a:xfrm>
            <a:off x="7360304" y="268901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9" name="Text Placeholder 2">
            <a:extLst>
              <a:ext uri="{FF2B5EF4-FFF2-40B4-BE49-F238E27FC236}">
                <a16:creationId xmlns:a16="http://schemas.microsoft.com/office/drawing/2014/main" id="{DCB8C56B-FD0B-ED99-1F78-93E2F9DB6316}"/>
              </a:ext>
            </a:extLst>
          </p:cNvPr>
          <p:cNvSpPr>
            <a:spLocks noGrp="1"/>
          </p:cNvSpPr>
          <p:nvPr>
            <p:ph type="body" sz="quarter" idx="26" hasCustomPrompt="1"/>
          </p:nvPr>
        </p:nvSpPr>
        <p:spPr>
          <a:xfrm>
            <a:off x="7360304" y="4610989"/>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1" name="Text Placeholder 2">
            <a:extLst>
              <a:ext uri="{FF2B5EF4-FFF2-40B4-BE49-F238E27FC236}">
                <a16:creationId xmlns:a16="http://schemas.microsoft.com/office/drawing/2014/main" id="{4FF4178D-EA14-1DB3-76F5-F17A2F680081}"/>
              </a:ext>
            </a:extLst>
          </p:cNvPr>
          <p:cNvSpPr>
            <a:spLocks noGrp="1"/>
          </p:cNvSpPr>
          <p:nvPr>
            <p:ph type="body" sz="quarter" idx="15" hasCustomPrompt="1"/>
          </p:nvPr>
        </p:nvSpPr>
        <p:spPr>
          <a:xfrm>
            <a:off x="7360304" y="1190595"/>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2" name="Text Placeholder 2">
            <a:extLst>
              <a:ext uri="{FF2B5EF4-FFF2-40B4-BE49-F238E27FC236}">
                <a16:creationId xmlns:a16="http://schemas.microsoft.com/office/drawing/2014/main" id="{C50465A6-124F-F258-49BE-3472BBC000E1}"/>
              </a:ext>
            </a:extLst>
          </p:cNvPr>
          <p:cNvSpPr>
            <a:spLocks noGrp="1"/>
          </p:cNvSpPr>
          <p:nvPr>
            <p:ph type="body" sz="quarter" idx="28" hasCustomPrompt="1"/>
          </p:nvPr>
        </p:nvSpPr>
        <p:spPr>
          <a:xfrm>
            <a:off x="7360304" y="3112568"/>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3" name="Text Placeholder 2">
            <a:extLst>
              <a:ext uri="{FF2B5EF4-FFF2-40B4-BE49-F238E27FC236}">
                <a16:creationId xmlns:a16="http://schemas.microsoft.com/office/drawing/2014/main" id="{88F04DA7-F805-D415-F2BB-79E89146E2C0}"/>
              </a:ext>
            </a:extLst>
          </p:cNvPr>
          <p:cNvSpPr>
            <a:spLocks noGrp="1"/>
          </p:cNvSpPr>
          <p:nvPr>
            <p:ph type="body" sz="quarter" idx="29" hasCustomPrompt="1"/>
          </p:nvPr>
        </p:nvSpPr>
        <p:spPr>
          <a:xfrm>
            <a:off x="7360304" y="5043187"/>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4" name="Title 1">
            <a:extLst>
              <a:ext uri="{FF2B5EF4-FFF2-40B4-BE49-F238E27FC236}">
                <a16:creationId xmlns:a16="http://schemas.microsoft.com/office/drawing/2014/main" id="{63195051-635B-6257-E964-771DABF5DF3B}"/>
              </a:ext>
            </a:extLst>
          </p:cNvPr>
          <p:cNvSpPr>
            <a:spLocks noGrp="1"/>
          </p:cNvSpPr>
          <p:nvPr>
            <p:ph type="ctrTitle" hasCustomPrompt="1"/>
          </p:nvPr>
        </p:nvSpPr>
        <p:spPr>
          <a:xfrm>
            <a:off x="632125" y="1771876"/>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tx1"/>
                </a:solidFill>
                <a:latin typeface="CiscoSansTT ExtraLight" panose="020B0303020201020303" pitchFamily="34" charset="0"/>
                <a:cs typeface="CiscoSansTT ExtraLight" panose="020B0303020201020303" pitchFamily="34" charset="0"/>
              </a:defRPr>
            </a:lvl1pPr>
          </a:lstStyle>
          <a:p>
            <a:r>
              <a:rPr lang="en-GB"/>
              <a:t>Heading </a:t>
            </a:r>
            <a:endParaRPr lang="en-US"/>
          </a:p>
        </p:txBody>
      </p:sp>
      <p:sp>
        <p:nvSpPr>
          <p:cNvPr id="25" name="Text Placeholder 2">
            <a:extLst>
              <a:ext uri="{FF2B5EF4-FFF2-40B4-BE49-F238E27FC236}">
                <a16:creationId xmlns:a16="http://schemas.microsoft.com/office/drawing/2014/main" id="{D0A8471E-2BBA-AE3D-CE56-68CCA2519DA0}"/>
              </a:ext>
            </a:extLst>
          </p:cNvPr>
          <p:cNvSpPr>
            <a:spLocks noGrp="1"/>
          </p:cNvSpPr>
          <p:nvPr>
            <p:ph type="body" sz="quarter" idx="16" hasCustomPrompt="1"/>
          </p:nvPr>
        </p:nvSpPr>
        <p:spPr>
          <a:xfrm>
            <a:off x="63212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6" name="Text Placeholder 2">
            <a:extLst>
              <a:ext uri="{FF2B5EF4-FFF2-40B4-BE49-F238E27FC236}">
                <a16:creationId xmlns:a16="http://schemas.microsoft.com/office/drawing/2014/main" id="{748B7AD2-C316-D1F7-99FE-EF6B9A10F889}"/>
              </a:ext>
            </a:extLst>
          </p:cNvPr>
          <p:cNvSpPr>
            <a:spLocks noGrp="1"/>
          </p:cNvSpPr>
          <p:nvPr>
            <p:ph type="body" sz="quarter" idx="30" hasCustomPrompt="1"/>
          </p:nvPr>
        </p:nvSpPr>
        <p:spPr>
          <a:xfrm>
            <a:off x="632125" y="2813068"/>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8" name="Text Placeholder 2">
            <a:extLst>
              <a:ext uri="{FF2B5EF4-FFF2-40B4-BE49-F238E27FC236}">
                <a16:creationId xmlns:a16="http://schemas.microsoft.com/office/drawing/2014/main" id="{B3D1F05A-245C-2C85-24CE-BAD42CCB0C2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21605948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84">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Image Large Captio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A62B9F0-3EE9-0046-B656-7796BE0520F4}"/>
              </a:ext>
            </a:extLst>
          </p:cNvPr>
          <p:cNvSpPr>
            <a:spLocks noGrp="1"/>
          </p:cNvSpPr>
          <p:nvPr>
            <p:ph type="ctrTitle" hasCustomPrompt="1"/>
          </p:nvPr>
        </p:nvSpPr>
        <p:spPr>
          <a:xfrm>
            <a:off x="979707" y="4324906"/>
            <a:ext cx="10232588" cy="1955628"/>
          </a:xfrm>
          <a:prstGeom prst="rect">
            <a:avLst/>
          </a:prstGeom>
        </p:spPr>
        <p:txBody>
          <a:bodyPr anchor="ctr"/>
          <a:lstStyle>
            <a:lvl1pPr marL="0" indent="0" algn="ctr">
              <a:lnSpc>
                <a:spcPct val="100000"/>
              </a:lnSpc>
              <a:buFont typeface="Arial" panose="020B0604020202020204" pitchFamily="34" charset="0"/>
              <a:buNone/>
              <a:defRPr sz="4267" b="0" i="0" spc="0" baseline="0">
                <a:solidFill>
                  <a:schemeClr val="tx1"/>
                </a:solidFill>
                <a:latin typeface="CiscoSansTT ExtraLight" panose="020B0303020201020303" pitchFamily="34" charset="0"/>
                <a:cs typeface="CiscoSansTT ExtraLight" panose="020B0303020201020303" pitchFamily="34" charset="0"/>
              </a:defRPr>
            </a:lvl1pPr>
          </a:lstStyle>
          <a:p>
            <a:r>
              <a:rPr lang="en-GB"/>
              <a:t>Slide copy goes here</a:t>
            </a:r>
            <a:endParaRPr lang="en-US"/>
          </a:p>
        </p:txBody>
      </p:sp>
      <p:sp>
        <p:nvSpPr>
          <p:cNvPr id="6" name="Picture Placeholder 2">
            <a:extLst>
              <a:ext uri="{FF2B5EF4-FFF2-40B4-BE49-F238E27FC236}">
                <a16:creationId xmlns:a16="http://schemas.microsoft.com/office/drawing/2014/main" id="{EF1594EA-D397-6C41-A885-CC4BB73C61CA}"/>
              </a:ext>
            </a:extLst>
          </p:cNvPr>
          <p:cNvSpPr>
            <a:spLocks noGrp="1"/>
          </p:cNvSpPr>
          <p:nvPr>
            <p:ph type="pic" sz="quarter" idx="10" hasCustomPrompt="1"/>
          </p:nvPr>
        </p:nvSpPr>
        <p:spPr>
          <a:xfrm>
            <a:off x="1" y="0"/>
            <a:ext cx="12192000" cy="4324904"/>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picture</a:t>
            </a:r>
          </a:p>
        </p:txBody>
      </p:sp>
    </p:spTree>
    <p:extLst>
      <p:ext uri="{BB962C8B-B14F-4D97-AF65-F5344CB8AC3E}">
        <p14:creationId xmlns:p14="http://schemas.microsoft.com/office/powerpoint/2010/main" val="5111355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Image Full">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45C13F8A-9C96-BC4F-A27C-6AF68C9B9A84}"/>
              </a:ext>
            </a:extLst>
          </p:cNvPr>
          <p:cNvSpPr>
            <a:spLocks noGrp="1"/>
          </p:cNvSpPr>
          <p:nvPr>
            <p:ph type="pic" sz="quarter" idx="10" hasCustomPrompt="1"/>
          </p:nvPr>
        </p:nvSpPr>
        <p:spPr>
          <a:xfrm>
            <a:off x="1" y="0"/>
            <a:ext cx="12192000" cy="5992432"/>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picture</a:t>
            </a:r>
          </a:p>
        </p:txBody>
      </p:sp>
    </p:spTree>
    <p:extLst>
      <p:ext uri="{BB962C8B-B14F-4D97-AF65-F5344CB8AC3E}">
        <p14:creationId xmlns:p14="http://schemas.microsoft.com/office/powerpoint/2010/main" val="29973341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Half page image caption">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6786035" y="431802"/>
            <a:ext cx="5405967" cy="5201356"/>
          </a:xfrm>
          <a:prstGeom prst="rect">
            <a:avLst/>
          </a:prstGeom>
        </p:spPr>
        <p:txBody>
          <a:bodyPr anchor="ctr" anchorCtr="0"/>
          <a:lstStyle>
            <a:lvl1pPr marL="0" indent="0" algn="ctr">
              <a:buNone/>
              <a:defRPr>
                <a:solidFill>
                  <a:schemeClr val="tx1"/>
                </a:solidFill>
              </a:defRPr>
            </a:lvl1pPr>
          </a:lstStyle>
          <a:p>
            <a:r>
              <a:rPr lang="en-US"/>
              <a:t>Click icon to add picture</a:t>
            </a:r>
          </a:p>
        </p:txBody>
      </p:sp>
      <p:sp>
        <p:nvSpPr>
          <p:cNvPr id="9" name="Text Placeholder 8"/>
          <p:cNvSpPr>
            <a:spLocks noGrp="1"/>
          </p:cNvSpPr>
          <p:nvPr>
            <p:ph type="body" sz="quarter" idx="11"/>
          </p:nvPr>
        </p:nvSpPr>
        <p:spPr>
          <a:xfrm>
            <a:off x="6786035" y="5893686"/>
            <a:ext cx="4745567" cy="227716"/>
          </a:xfrm>
          <a:prstGeom prst="rect">
            <a:avLst/>
          </a:prstGeom>
        </p:spPr>
        <p:txBody>
          <a:bodyPr lIns="0" tIns="0" rIns="0" bIns="0"/>
          <a:lstStyle>
            <a:lvl1pPr marL="0" indent="0">
              <a:buNone/>
              <a:defRPr sz="1600">
                <a:solidFill>
                  <a:schemeClr val="bg2"/>
                </a:solidFill>
              </a:defRPr>
            </a:lvl1pPr>
          </a:lstStyle>
          <a:p>
            <a:pPr lvl="0"/>
            <a:r>
              <a:rPr lang="en-US"/>
              <a:t>Click to edit Master text styles</a:t>
            </a:r>
          </a:p>
        </p:txBody>
      </p:sp>
      <p:sp>
        <p:nvSpPr>
          <p:cNvPr id="13" name="Title 1">
            <a:extLst>
              <a:ext uri="{FF2B5EF4-FFF2-40B4-BE49-F238E27FC236}">
                <a16:creationId xmlns:a16="http://schemas.microsoft.com/office/drawing/2014/main" id="{ED0CF905-953D-514D-A5C8-5787B32C1E08}"/>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tx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6" name="Text Placeholder 2">
            <a:extLst>
              <a:ext uri="{FF2B5EF4-FFF2-40B4-BE49-F238E27FC236}">
                <a16:creationId xmlns:a16="http://schemas.microsoft.com/office/drawing/2014/main" id="{1590B87F-2616-792A-8A7A-058FE3E9E64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6247863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7" pos="4275">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Half page imag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64A223E-4FAB-424A-BE75-6FA1B39C4DB5}"/>
              </a:ext>
            </a:extLst>
          </p:cNvPr>
          <p:cNvSpPr>
            <a:spLocks noGrp="1"/>
          </p:cNvSpPr>
          <p:nvPr>
            <p:ph type="ctrTitle" hasCustomPrompt="1"/>
          </p:nvPr>
        </p:nvSpPr>
        <p:spPr>
          <a:xfrm>
            <a:off x="626050" y="2209802"/>
            <a:ext cx="5025988"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tx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96003" y="431800"/>
            <a:ext cx="6096000" cy="6045200"/>
          </a:xfrm>
          <a:prstGeom prst="rect">
            <a:avLst/>
          </a:prstGeom>
        </p:spPr>
        <p:txBody>
          <a:bodyPr anchor="ctr" anchorCtr="0"/>
          <a:lstStyle>
            <a:lvl1pPr marL="0" indent="0" algn="ctr">
              <a:buNone/>
              <a:defRPr>
                <a:solidFill>
                  <a:schemeClr val="tx1"/>
                </a:solidFill>
              </a:defRPr>
            </a:lvl1pPr>
          </a:lstStyle>
          <a:p>
            <a:r>
              <a:rPr lang="en-US"/>
              <a:t>Click icon to add picture</a:t>
            </a:r>
          </a:p>
        </p:txBody>
      </p:sp>
      <p:sp>
        <p:nvSpPr>
          <p:cNvPr id="6" name="Text Placeholder 2">
            <a:extLst>
              <a:ext uri="{FF2B5EF4-FFF2-40B4-BE49-F238E27FC236}">
                <a16:creationId xmlns:a16="http://schemas.microsoft.com/office/drawing/2014/main" id="{9160C303-0E0A-0956-D717-7DF1839453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40213552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Half page image text">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5" y="431800"/>
            <a:ext cx="6104467" cy="6045200"/>
          </a:xfrm>
          <a:prstGeom prst="rect">
            <a:avLst/>
          </a:prstGeom>
        </p:spPr>
        <p:txBody>
          <a:bodyPr anchor="ctr" anchorCtr="0"/>
          <a:lstStyle>
            <a:lvl1pPr marL="0" indent="0" algn="ctr">
              <a:buNone/>
              <a:defRPr>
                <a:solidFill>
                  <a:schemeClr val="tx1"/>
                </a:solidFill>
              </a:defRPr>
            </a:lvl1pPr>
          </a:lstStyle>
          <a:p>
            <a:r>
              <a:rPr lang="en-US"/>
              <a:t>Click icon to add picture</a:t>
            </a:r>
          </a:p>
        </p:txBody>
      </p:sp>
      <p:sp>
        <p:nvSpPr>
          <p:cNvPr id="11" name="Title 1">
            <a:extLst>
              <a:ext uri="{FF2B5EF4-FFF2-40B4-BE49-F238E27FC236}">
                <a16:creationId xmlns:a16="http://schemas.microsoft.com/office/drawing/2014/main" id="{421E50EE-B08A-1619-635E-A2F7D64943D1}"/>
              </a:ext>
            </a:extLst>
          </p:cNvPr>
          <p:cNvSpPr>
            <a:spLocks noGrp="1"/>
          </p:cNvSpPr>
          <p:nvPr>
            <p:ph type="ctrTitle" hasCustomPrompt="1"/>
          </p:nvPr>
        </p:nvSpPr>
        <p:spPr>
          <a:xfrm>
            <a:off x="632125" y="1760885"/>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tx1"/>
                </a:solidFill>
                <a:latin typeface="CiscoSansTT ExtraLight" panose="020B0303020201020303" pitchFamily="34" charset="0"/>
                <a:cs typeface="CiscoSansTT ExtraLight" panose="020B0303020201020303" pitchFamily="34" charset="0"/>
              </a:defRPr>
            </a:lvl1pPr>
          </a:lstStyle>
          <a:p>
            <a:r>
              <a:rPr lang="en-GB"/>
              <a:t>Heading </a:t>
            </a:r>
            <a:endParaRPr lang="en-US"/>
          </a:p>
        </p:txBody>
      </p:sp>
      <p:sp>
        <p:nvSpPr>
          <p:cNvPr id="12" name="Text Placeholder 2">
            <a:extLst>
              <a:ext uri="{FF2B5EF4-FFF2-40B4-BE49-F238E27FC236}">
                <a16:creationId xmlns:a16="http://schemas.microsoft.com/office/drawing/2014/main" id="{A9C9E047-3B79-01FB-2668-552BA3E030C5}"/>
              </a:ext>
            </a:extLst>
          </p:cNvPr>
          <p:cNvSpPr>
            <a:spLocks noGrp="1"/>
          </p:cNvSpPr>
          <p:nvPr>
            <p:ph type="body" sz="quarter" idx="16" hasCustomPrompt="1"/>
          </p:nvPr>
        </p:nvSpPr>
        <p:spPr>
          <a:xfrm>
            <a:off x="632125" y="2372473"/>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3" name="Text Placeholder 2">
            <a:extLst>
              <a:ext uri="{FF2B5EF4-FFF2-40B4-BE49-F238E27FC236}">
                <a16:creationId xmlns:a16="http://schemas.microsoft.com/office/drawing/2014/main" id="{59B16207-AF3E-950B-D412-7CB2B8BB687D}"/>
              </a:ext>
            </a:extLst>
          </p:cNvPr>
          <p:cNvSpPr>
            <a:spLocks noGrp="1"/>
          </p:cNvSpPr>
          <p:nvPr>
            <p:ph type="body" sz="quarter" idx="30" hasCustomPrompt="1"/>
          </p:nvPr>
        </p:nvSpPr>
        <p:spPr>
          <a:xfrm>
            <a:off x="632125" y="2803020"/>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33"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14" name="Text Placeholder 2">
            <a:extLst>
              <a:ext uri="{FF2B5EF4-FFF2-40B4-BE49-F238E27FC236}">
                <a16:creationId xmlns:a16="http://schemas.microsoft.com/office/drawing/2014/main" id="{39E0DAAB-B12B-D73A-BFD5-E3645B1EFF04}"/>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21" name="Text Placeholder 2">
            <a:extLst>
              <a:ext uri="{FF2B5EF4-FFF2-40B4-BE49-F238E27FC236}">
                <a16:creationId xmlns:a16="http://schemas.microsoft.com/office/drawing/2014/main" id="{D575CD87-CAFE-A05B-6B97-0E87969006E4}"/>
              </a:ext>
            </a:extLst>
          </p:cNvPr>
          <p:cNvSpPr>
            <a:spLocks noGrp="1"/>
          </p:cNvSpPr>
          <p:nvPr>
            <p:ph type="body" sz="quarter" idx="33" hasCustomPrompt="1"/>
          </p:nvPr>
        </p:nvSpPr>
        <p:spPr>
          <a:xfrm>
            <a:off x="632125" y="4216904"/>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2" name="Text Placeholder 2">
            <a:extLst>
              <a:ext uri="{FF2B5EF4-FFF2-40B4-BE49-F238E27FC236}">
                <a16:creationId xmlns:a16="http://schemas.microsoft.com/office/drawing/2014/main" id="{A9674B6B-6A39-1F78-81F7-17B4220675D4}"/>
              </a:ext>
            </a:extLst>
          </p:cNvPr>
          <p:cNvSpPr>
            <a:spLocks noGrp="1"/>
          </p:cNvSpPr>
          <p:nvPr>
            <p:ph type="body" sz="quarter" idx="34" hasCustomPrompt="1"/>
          </p:nvPr>
        </p:nvSpPr>
        <p:spPr>
          <a:xfrm>
            <a:off x="632125" y="4647451"/>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33"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Tree>
    <p:extLst>
      <p:ext uri="{BB962C8B-B14F-4D97-AF65-F5344CB8AC3E}">
        <p14:creationId xmlns:p14="http://schemas.microsoft.com/office/powerpoint/2010/main" val="22883188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cSld name="Half page image text icons">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5" y="431800"/>
            <a:ext cx="6104467" cy="6045200"/>
          </a:xfrm>
          <a:prstGeom prst="rect">
            <a:avLst/>
          </a:prstGeom>
        </p:spPr>
        <p:txBody>
          <a:bodyPr anchor="ctr" anchorCtr="0"/>
          <a:lstStyle>
            <a:lvl1pPr marL="0" indent="0" algn="ctr">
              <a:buNone/>
              <a:defRPr>
                <a:solidFill>
                  <a:schemeClr val="tx1"/>
                </a:solidFill>
              </a:defRPr>
            </a:lvl1pPr>
          </a:lstStyle>
          <a:p>
            <a:r>
              <a:rPr lang="en-US"/>
              <a:t>Click icon to add picture</a:t>
            </a:r>
          </a:p>
        </p:txBody>
      </p:sp>
      <p:sp>
        <p:nvSpPr>
          <p:cNvPr id="9" name="Title 1">
            <a:extLst>
              <a:ext uri="{FF2B5EF4-FFF2-40B4-BE49-F238E27FC236}">
                <a16:creationId xmlns:a16="http://schemas.microsoft.com/office/drawing/2014/main" id="{453354D0-16E5-6249-964F-2F9A7EBF7C36}"/>
              </a:ext>
            </a:extLst>
          </p:cNvPr>
          <p:cNvSpPr>
            <a:spLocks noGrp="1"/>
          </p:cNvSpPr>
          <p:nvPr>
            <p:ph type="ctrTitle" hasCustomPrompt="1"/>
          </p:nvPr>
        </p:nvSpPr>
        <p:spPr>
          <a:xfrm>
            <a:off x="1727148"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tx1"/>
                </a:solidFill>
                <a:latin typeface="CiscoSansTT ExtraLight" panose="020B0303020201020303" pitchFamily="34" charset="0"/>
                <a:cs typeface="CiscoSansTT ExtraLight" panose="020B0303020201020303" pitchFamily="34" charset="0"/>
              </a:defRPr>
            </a:lvl1pPr>
          </a:lstStyle>
          <a:p>
            <a:r>
              <a:rPr lang="en-GB"/>
              <a:t>Heading </a:t>
            </a:r>
            <a:endParaRPr lang="en-US"/>
          </a:p>
        </p:txBody>
      </p:sp>
      <p:sp>
        <p:nvSpPr>
          <p:cNvPr id="13" name="Picture Placeholder 2">
            <a:extLst>
              <a:ext uri="{FF2B5EF4-FFF2-40B4-BE49-F238E27FC236}">
                <a16:creationId xmlns:a16="http://schemas.microsoft.com/office/drawing/2014/main" id="{DB316346-3BC8-EF4A-BBC3-4B56BAC5B9A5}"/>
              </a:ext>
            </a:extLst>
          </p:cNvPr>
          <p:cNvSpPr>
            <a:spLocks noGrp="1"/>
          </p:cNvSpPr>
          <p:nvPr>
            <p:ph type="pic" sz="quarter" idx="24" hasCustomPrompt="1"/>
          </p:nvPr>
        </p:nvSpPr>
        <p:spPr>
          <a:xfrm>
            <a:off x="632127" y="2362201"/>
            <a:ext cx="722541" cy="675271"/>
          </a:xfrm>
          <a:prstGeom prst="rect">
            <a:avLst/>
          </a:prstGeom>
          <a:solidFill>
            <a:schemeClr val="bg2">
              <a:alpha val="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marketing icon</a:t>
            </a:r>
          </a:p>
        </p:txBody>
      </p:sp>
      <p:sp>
        <p:nvSpPr>
          <p:cNvPr id="14" name="Picture Placeholder 2">
            <a:extLst>
              <a:ext uri="{FF2B5EF4-FFF2-40B4-BE49-F238E27FC236}">
                <a16:creationId xmlns:a16="http://schemas.microsoft.com/office/drawing/2014/main" id="{3FD419D2-A5E0-5441-8593-FDCDFEAFC54B}"/>
              </a:ext>
            </a:extLst>
          </p:cNvPr>
          <p:cNvSpPr>
            <a:spLocks noGrp="1"/>
          </p:cNvSpPr>
          <p:nvPr>
            <p:ph type="pic" sz="quarter" idx="25" hasCustomPrompt="1"/>
          </p:nvPr>
        </p:nvSpPr>
        <p:spPr>
          <a:xfrm>
            <a:off x="632127" y="4206631"/>
            <a:ext cx="722541" cy="675271"/>
          </a:xfrm>
          <a:prstGeom prst="rect">
            <a:avLst/>
          </a:prstGeom>
          <a:solidFill>
            <a:schemeClr val="bg2">
              <a:alpha val="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marketing icon</a:t>
            </a:r>
          </a:p>
        </p:txBody>
      </p:sp>
      <p:sp>
        <p:nvSpPr>
          <p:cNvPr id="15" name="Text Placeholder 2">
            <a:extLst>
              <a:ext uri="{FF2B5EF4-FFF2-40B4-BE49-F238E27FC236}">
                <a16:creationId xmlns:a16="http://schemas.microsoft.com/office/drawing/2014/main" id="{B5E5EDE7-AAAF-8C40-8D1E-D24E33A2ADF4}"/>
              </a:ext>
            </a:extLst>
          </p:cNvPr>
          <p:cNvSpPr>
            <a:spLocks noGrp="1"/>
          </p:cNvSpPr>
          <p:nvPr>
            <p:ph type="body" sz="quarter" idx="16" hasCustomPrompt="1"/>
          </p:nvPr>
        </p:nvSpPr>
        <p:spPr>
          <a:xfrm>
            <a:off x="1727148" y="236220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7" name="Text Placeholder 2">
            <a:extLst>
              <a:ext uri="{FF2B5EF4-FFF2-40B4-BE49-F238E27FC236}">
                <a16:creationId xmlns:a16="http://schemas.microsoft.com/office/drawing/2014/main" id="{458D6C5F-0B29-8A4E-A858-26BECF27D154}"/>
              </a:ext>
            </a:extLst>
          </p:cNvPr>
          <p:cNvSpPr>
            <a:spLocks noGrp="1"/>
          </p:cNvSpPr>
          <p:nvPr>
            <p:ph type="body" sz="quarter" idx="20" hasCustomPrompt="1"/>
          </p:nvPr>
        </p:nvSpPr>
        <p:spPr>
          <a:xfrm>
            <a:off x="1727148" y="420663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9" name="Text Placeholder 2">
            <a:extLst>
              <a:ext uri="{FF2B5EF4-FFF2-40B4-BE49-F238E27FC236}">
                <a16:creationId xmlns:a16="http://schemas.microsoft.com/office/drawing/2014/main" id="{C414CF6E-DEBF-5A4C-8822-AC1C0D5EE905}"/>
              </a:ext>
            </a:extLst>
          </p:cNvPr>
          <p:cNvSpPr>
            <a:spLocks noGrp="1"/>
          </p:cNvSpPr>
          <p:nvPr>
            <p:ph type="body" sz="quarter" idx="32" hasCustomPrompt="1"/>
          </p:nvPr>
        </p:nvSpPr>
        <p:spPr>
          <a:xfrm>
            <a:off x="1727148" y="4625586"/>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0" name="Text Placeholder 2">
            <a:extLst>
              <a:ext uri="{FF2B5EF4-FFF2-40B4-BE49-F238E27FC236}">
                <a16:creationId xmlns:a16="http://schemas.microsoft.com/office/drawing/2014/main" id="{E10C3C35-F284-9842-AF8E-B4C121DB854F}"/>
              </a:ext>
            </a:extLst>
          </p:cNvPr>
          <p:cNvSpPr>
            <a:spLocks noGrp="1"/>
          </p:cNvSpPr>
          <p:nvPr>
            <p:ph type="body" sz="quarter" idx="31" hasCustomPrompt="1"/>
          </p:nvPr>
        </p:nvSpPr>
        <p:spPr>
          <a:xfrm>
            <a:off x="1727148" y="2792747"/>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12" name="Text Placeholder 2">
            <a:extLst>
              <a:ext uri="{FF2B5EF4-FFF2-40B4-BE49-F238E27FC236}">
                <a16:creationId xmlns:a16="http://schemas.microsoft.com/office/drawing/2014/main" id="{530ECFE8-BB22-2C91-22E4-8B647E6289E0}"/>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23175683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52">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Half page chart">
    <p:spTree>
      <p:nvGrpSpPr>
        <p:cNvPr id="1" name=""/>
        <p:cNvGrpSpPr/>
        <p:nvPr/>
      </p:nvGrpSpPr>
      <p:grpSpPr>
        <a:xfrm>
          <a:off x="0" y="0"/>
          <a:ext cx="0" cy="0"/>
          <a:chOff x="0" y="0"/>
          <a:chExt cx="0" cy="0"/>
        </a:xfrm>
      </p:grpSpPr>
      <p:sp>
        <p:nvSpPr>
          <p:cNvPr id="6" name="Chart Placeholder 5"/>
          <p:cNvSpPr>
            <a:spLocks noGrp="1"/>
          </p:cNvSpPr>
          <p:nvPr>
            <p:ph type="chart" sz="quarter" idx="10"/>
          </p:nvPr>
        </p:nvSpPr>
        <p:spPr>
          <a:xfrm>
            <a:off x="6786035" y="431803"/>
            <a:ext cx="4796367" cy="6045199"/>
          </a:xfrm>
          <a:prstGeom prst="rect">
            <a:avLst/>
          </a:prstGeom>
        </p:spPr>
        <p:txBody>
          <a:bodyPr anchor="ctr" anchorCtr="0"/>
          <a:lstStyle>
            <a:lvl1pPr marL="0" indent="0" algn="ctr">
              <a:buNone/>
              <a:defRPr>
                <a:solidFill>
                  <a:schemeClr val="tx1"/>
                </a:solidFill>
              </a:defRPr>
            </a:lvl1pPr>
          </a:lstStyle>
          <a:p>
            <a:r>
              <a:rPr lang="en-US"/>
              <a:t>Click icon to add chart</a:t>
            </a:r>
          </a:p>
        </p:txBody>
      </p:sp>
      <p:sp>
        <p:nvSpPr>
          <p:cNvPr id="4" name="Title 1">
            <a:extLst>
              <a:ext uri="{FF2B5EF4-FFF2-40B4-BE49-F238E27FC236}">
                <a16:creationId xmlns:a16="http://schemas.microsoft.com/office/drawing/2014/main" id="{7C0FB4A9-9785-254F-982E-7E82B77BF549}"/>
              </a:ext>
            </a:extLst>
          </p:cNvPr>
          <p:cNvSpPr>
            <a:spLocks noGrp="1"/>
          </p:cNvSpPr>
          <p:nvPr>
            <p:ph type="ctrTitle" hasCustomPrompt="1"/>
          </p:nvPr>
        </p:nvSpPr>
        <p:spPr>
          <a:xfrm>
            <a:off x="636096"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tx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7" name="Text Placeholder 2">
            <a:extLst>
              <a:ext uri="{FF2B5EF4-FFF2-40B4-BE49-F238E27FC236}">
                <a16:creationId xmlns:a16="http://schemas.microsoft.com/office/drawing/2014/main" id="{25F9E7A7-281F-24AD-2948-98640334E32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26470940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cSld name="Map">
    <p:spTree>
      <p:nvGrpSpPr>
        <p:cNvPr id="1" name=""/>
        <p:cNvGrpSpPr/>
        <p:nvPr/>
      </p:nvGrpSpPr>
      <p:grpSpPr>
        <a:xfrm>
          <a:off x="0" y="0"/>
          <a:ext cx="0" cy="0"/>
          <a:chOff x="0" y="0"/>
          <a:chExt cx="0" cy="0"/>
        </a:xfrm>
      </p:grpSpPr>
      <p:sp>
        <p:nvSpPr>
          <p:cNvPr id="239" name="Text Placeholder 2">
            <a:extLst>
              <a:ext uri="{FF2B5EF4-FFF2-40B4-BE49-F238E27FC236}">
                <a16:creationId xmlns:a16="http://schemas.microsoft.com/office/drawing/2014/main" id="{0432F0B5-AA18-A142-8000-0B8E86D9192F}"/>
              </a:ext>
            </a:extLst>
          </p:cNvPr>
          <p:cNvSpPr>
            <a:spLocks noGrp="1"/>
          </p:cNvSpPr>
          <p:nvPr>
            <p:ph type="body" sz="quarter" idx="15" hasCustomPrompt="1"/>
          </p:nvPr>
        </p:nvSpPr>
        <p:spPr>
          <a:xfrm>
            <a:off x="632125" y="4261989"/>
            <a:ext cx="2587813" cy="1859411"/>
          </a:xfrm>
          <a:prstGeom prst="rect">
            <a:avLst/>
          </a:prstGeom>
        </p:spPr>
        <p:txBody>
          <a:bodyPr lIns="0" tIns="0" rIns="0" bIns="0"/>
          <a:lstStyle>
            <a:lvl1pPr marL="0" marR="0" indent="0" algn="l" defTabSz="912276" rtl="0" eaLnBrk="1" fontAlgn="base" latinLnBrk="0" hangingPunct="1">
              <a:lnSpc>
                <a:spcPts val="1467"/>
              </a:lnSpc>
              <a:spcBef>
                <a:spcPts val="0"/>
              </a:spcBef>
              <a:spcAft>
                <a:spcPts val="800"/>
              </a:spcAft>
              <a:buClr>
                <a:schemeClr val="tx2"/>
              </a:buClr>
              <a:buSzPct val="90000"/>
              <a:buFont typeface="Arial" panose="020B0604020202020204" pitchFamily="34" charset="0"/>
              <a:buNone/>
              <a:tabLst/>
              <a:defRPr sz="1067" b="0" i="1"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This map is fully editable. Double-click </a:t>
            </a:r>
            <a:br>
              <a:rPr lang="en-GB"/>
            </a:br>
            <a:r>
              <a:rPr lang="en-GB"/>
              <a:t>or ungroup to edit individual countries. </a:t>
            </a:r>
            <a:br>
              <a:rPr lang="en-GB"/>
            </a:br>
            <a:br>
              <a:rPr lang="en-GB"/>
            </a:br>
            <a:r>
              <a:rPr lang="en-GB"/>
              <a:t>Disclaimer: This map is sourced from the current UN map. It represents only the approximate relative location of boundaries and is not authoritative. This is for informational purposes and is not prepared or suitable for legal, engineering or survey purposes.  </a:t>
            </a:r>
          </a:p>
          <a:p>
            <a:pPr lvl="0"/>
            <a:endParaRPr lang="en-GB"/>
          </a:p>
        </p:txBody>
      </p:sp>
      <p:sp>
        <p:nvSpPr>
          <p:cNvPr id="9" name="Text Placeholder 2">
            <a:extLst>
              <a:ext uri="{FF2B5EF4-FFF2-40B4-BE49-F238E27FC236}">
                <a16:creationId xmlns:a16="http://schemas.microsoft.com/office/drawing/2014/main" id="{3D0DF551-9DD1-7199-EF96-289AAAE38EF2}"/>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0" name="Text Placeholder 6">
            <a:extLst>
              <a:ext uri="{FF2B5EF4-FFF2-40B4-BE49-F238E27FC236}">
                <a16:creationId xmlns:a16="http://schemas.microsoft.com/office/drawing/2014/main" id="{D440BB83-2941-1010-E505-516B330D6084}"/>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20111539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6AD5A65-A7EB-424E-8ADF-62E6668815B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038770" y="2921000"/>
            <a:ext cx="2114461" cy="874949"/>
          </a:xfrm>
          <a:prstGeom prst="rect">
            <a:avLst/>
          </a:prstGeom>
        </p:spPr>
      </p:pic>
    </p:spTree>
    <p:extLst>
      <p:ext uri="{BB962C8B-B14F-4D97-AF65-F5344CB8AC3E}">
        <p14:creationId xmlns:p14="http://schemas.microsoft.com/office/powerpoint/2010/main" val="27307626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userDrawn="1">
  <p:cSld name="Photo grid">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711200" y="1650808"/>
            <a:ext cx="1828800" cy="1828800"/>
          </a:xfrm>
          <a:prstGeom prst="ellipse">
            <a:avLst/>
          </a:prstGeom>
          <a:ln>
            <a:noFill/>
          </a:ln>
        </p:spPr>
        <p:txBody>
          <a:bodyPr anchor="ctr" anchorCtr="0"/>
          <a:lstStyle>
            <a:lvl1pPr marL="0" indent="0" algn="ctr">
              <a:buNone/>
              <a:defRPr sz="1467"/>
            </a:lvl1pPr>
          </a:lstStyle>
          <a:p>
            <a:endParaRPr lang="en-US"/>
          </a:p>
        </p:txBody>
      </p:sp>
      <p:sp>
        <p:nvSpPr>
          <p:cNvPr id="3" name="Picture Placeholder 3"/>
          <p:cNvSpPr>
            <a:spLocks noGrp="1"/>
          </p:cNvSpPr>
          <p:nvPr>
            <p:ph type="pic" sz="quarter" idx="11"/>
          </p:nvPr>
        </p:nvSpPr>
        <p:spPr>
          <a:xfrm>
            <a:off x="711200" y="3946044"/>
            <a:ext cx="1828800" cy="1828800"/>
          </a:xfrm>
          <a:prstGeom prst="ellipse">
            <a:avLst/>
          </a:prstGeom>
          <a:ln>
            <a:noFill/>
          </a:ln>
        </p:spPr>
        <p:txBody>
          <a:bodyPr anchor="ctr" anchorCtr="0"/>
          <a:lstStyle>
            <a:lvl1pPr marL="0" indent="0" algn="ctr">
              <a:buNone/>
              <a:defRPr sz="1467"/>
            </a:lvl1pPr>
          </a:lstStyle>
          <a:p>
            <a:endParaRPr lang="en-US"/>
          </a:p>
        </p:txBody>
      </p:sp>
      <p:sp>
        <p:nvSpPr>
          <p:cNvPr id="4" name="Picture Placeholder 3"/>
          <p:cNvSpPr>
            <a:spLocks noGrp="1"/>
          </p:cNvSpPr>
          <p:nvPr>
            <p:ph type="pic" sz="quarter" idx="12"/>
          </p:nvPr>
        </p:nvSpPr>
        <p:spPr>
          <a:xfrm>
            <a:off x="6087533" y="1650808"/>
            <a:ext cx="1828800" cy="1828800"/>
          </a:xfrm>
          <a:prstGeom prst="ellipse">
            <a:avLst/>
          </a:prstGeom>
          <a:ln>
            <a:noFill/>
          </a:ln>
        </p:spPr>
        <p:txBody>
          <a:bodyPr anchor="ctr" anchorCtr="0"/>
          <a:lstStyle>
            <a:lvl1pPr marL="0" indent="0" algn="ctr">
              <a:buNone/>
              <a:defRPr sz="1467"/>
            </a:lvl1pPr>
          </a:lstStyle>
          <a:p>
            <a:endParaRPr lang="en-US"/>
          </a:p>
        </p:txBody>
      </p:sp>
      <p:sp>
        <p:nvSpPr>
          <p:cNvPr id="5" name="Picture Placeholder 3"/>
          <p:cNvSpPr>
            <a:spLocks noGrp="1"/>
          </p:cNvSpPr>
          <p:nvPr>
            <p:ph type="pic" sz="quarter" idx="13"/>
          </p:nvPr>
        </p:nvSpPr>
        <p:spPr>
          <a:xfrm>
            <a:off x="6087533" y="3946044"/>
            <a:ext cx="1828800" cy="1828800"/>
          </a:xfrm>
          <a:prstGeom prst="ellipse">
            <a:avLst/>
          </a:prstGeom>
          <a:ln>
            <a:noFill/>
          </a:ln>
        </p:spPr>
        <p:txBody>
          <a:bodyPr anchor="ctr" anchorCtr="0"/>
          <a:lstStyle>
            <a:lvl1pPr marL="0" indent="0" algn="ctr">
              <a:buNone/>
              <a:defRPr sz="1467"/>
            </a:lvl1pPr>
          </a:lstStyle>
          <a:p>
            <a:endParaRPr lang="en-US"/>
          </a:p>
        </p:txBody>
      </p:sp>
      <p:sp>
        <p:nvSpPr>
          <p:cNvPr id="6" name="Title 5"/>
          <p:cNvSpPr>
            <a:spLocks noGrp="1"/>
          </p:cNvSpPr>
          <p:nvPr>
            <p:ph type="title"/>
          </p:nvPr>
        </p:nvSpPr>
        <p:spPr/>
        <p:txBody>
          <a:bodyPr/>
          <a:lstStyle/>
          <a:p>
            <a:r>
              <a:rPr lang="en-US"/>
              <a:t>Click to edit Master title style</a:t>
            </a:r>
          </a:p>
        </p:txBody>
      </p:sp>
      <p:sp>
        <p:nvSpPr>
          <p:cNvPr id="8" name="Text Placeholder 7"/>
          <p:cNvSpPr>
            <a:spLocks noGrp="1"/>
          </p:cNvSpPr>
          <p:nvPr>
            <p:ph type="body" sz="quarter" idx="14" hasCustomPrompt="1"/>
          </p:nvPr>
        </p:nvSpPr>
        <p:spPr>
          <a:xfrm>
            <a:off x="2708569" y="2158808"/>
            <a:ext cx="2997201" cy="406401"/>
          </a:xfrm>
          <a:prstGeom prst="rect">
            <a:avLst/>
          </a:prstGeom>
        </p:spPr>
        <p:txBody>
          <a:bodyPr/>
          <a:lstStyle>
            <a:lvl1pPr marL="0" indent="0">
              <a:buNone/>
              <a:defRPr sz="2400">
                <a:solidFill>
                  <a:schemeClr val="accent1"/>
                </a:solidFill>
              </a:defRPr>
            </a:lvl1pPr>
          </a:lstStyle>
          <a:p>
            <a:pPr lvl="0"/>
            <a:r>
              <a:rPr lang="en-US"/>
              <a:t>Place title here</a:t>
            </a:r>
          </a:p>
        </p:txBody>
      </p:sp>
      <p:sp>
        <p:nvSpPr>
          <p:cNvPr id="9" name="Text Placeholder 7"/>
          <p:cNvSpPr>
            <a:spLocks noGrp="1"/>
          </p:cNvSpPr>
          <p:nvPr>
            <p:ph type="body" sz="quarter" idx="15" hasCustomPrompt="1"/>
          </p:nvPr>
        </p:nvSpPr>
        <p:spPr>
          <a:xfrm>
            <a:off x="2708569" y="2565209"/>
            <a:ext cx="2997201" cy="406401"/>
          </a:xfrm>
          <a:prstGeom prst="rect">
            <a:avLst/>
          </a:prstGeom>
        </p:spPr>
        <p:txBody>
          <a:bodyPr/>
          <a:lstStyle>
            <a:lvl1pPr marL="0" indent="0">
              <a:buNone/>
              <a:defRPr sz="1867" baseline="0"/>
            </a:lvl1pPr>
          </a:lstStyle>
          <a:p>
            <a:pPr lvl="0"/>
            <a:r>
              <a:rPr lang="en-US"/>
              <a:t>Place text here</a:t>
            </a:r>
          </a:p>
        </p:txBody>
      </p:sp>
      <p:sp>
        <p:nvSpPr>
          <p:cNvPr id="10" name="Text Placeholder 7"/>
          <p:cNvSpPr>
            <a:spLocks noGrp="1"/>
          </p:cNvSpPr>
          <p:nvPr>
            <p:ph type="body" sz="quarter" idx="16" hasCustomPrompt="1"/>
          </p:nvPr>
        </p:nvSpPr>
        <p:spPr>
          <a:xfrm>
            <a:off x="2708569" y="4491568"/>
            <a:ext cx="2997201" cy="406401"/>
          </a:xfrm>
          <a:prstGeom prst="rect">
            <a:avLst/>
          </a:prstGeom>
        </p:spPr>
        <p:txBody>
          <a:bodyPr/>
          <a:lstStyle>
            <a:lvl1pPr marL="0" indent="0">
              <a:buNone/>
              <a:defRPr sz="2400">
                <a:solidFill>
                  <a:schemeClr val="accent1"/>
                </a:solidFill>
              </a:defRPr>
            </a:lvl1pPr>
          </a:lstStyle>
          <a:p>
            <a:pPr lvl="0"/>
            <a:r>
              <a:rPr lang="en-US"/>
              <a:t>Place title here</a:t>
            </a:r>
          </a:p>
        </p:txBody>
      </p:sp>
      <p:sp>
        <p:nvSpPr>
          <p:cNvPr id="11" name="Text Placeholder 7"/>
          <p:cNvSpPr>
            <a:spLocks noGrp="1"/>
          </p:cNvSpPr>
          <p:nvPr>
            <p:ph type="body" sz="quarter" idx="17" hasCustomPrompt="1"/>
          </p:nvPr>
        </p:nvSpPr>
        <p:spPr>
          <a:xfrm>
            <a:off x="2708569" y="4897969"/>
            <a:ext cx="2997201" cy="406401"/>
          </a:xfrm>
          <a:prstGeom prst="rect">
            <a:avLst/>
          </a:prstGeom>
        </p:spPr>
        <p:txBody>
          <a:bodyPr/>
          <a:lstStyle>
            <a:lvl1pPr marL="0" indent="0">
              <a:buNone/>
              <a:defRPr sz="1867" baseline="0"/>
            </a:lvl1pPr>
          </a:lstStyle>
          <a:p>
            <a:pPr lvl="0"/>
            <a:r>
              <a:rPr lang="en-US"/>
              <a:t>Place text here</a:t>
            </a:r>
          </a:p>
        </p:txBody>
      </p:sp>
      <p:sp>
        <p:nvSpPr>
          <p:cNvPr id="12" name="Text Placeholder 7"/>
          <p:cNvSpPr>
            <a:spLocks noGrp="1"/>
          </p:cNvSpPr>
          <p:nvPr>
            <p:ph type="body" sz="quarter" idx="18" hasCustomPrompt="1"/>
          </p:nvPr>
        </p:nvSpPr>
        <p:spPr>
          <a:xfrm>
            <a:off x="8079514" y="2158808"/>
            <a:ext cx="2997201" cy="406401"/>
          </a:xfrm>
          <a:prstGeom prst="rect">
            <a:avLst/>
          </a:prstGeom>
        </p:spPr>
        <p:txBody>
          <a:bodyPr/>
          <a:lstStyle>
            <a:lvl1pPr marL="0" indent="0">
              <a:buNone/>
              <a:defRPr sz="2400">
                <a:solidFill>
                  <a:schemeClr val="accent1"/>
                </a:solidFill>
              </a:defRPr>
            </a:lvl1pPr>
          </a:lstStyle>
          <a:p>
            <a:pPr lvl="0"/>
            <a:r>
              <a:rPr lang="en-US"/>
              <a:t>Place title here</a:t>
            </a:r>
          </a:p>
        </p:txBody>
      </p:sp>
      <p:sp>
        <p:nvSpPr>
          <p:cNvPr id="13" name="Text Placeholder 7"/>
          <p:cNvSpPr>
            <a:spLocks noGrp="1"/>
          </p:cNvSpPr>
          <p:nvPr>
            <p:ph type="body" sz="quarter" idx="19" hasCustomPrompt="1"/>
          </p:nvPr>
        </p:nvSpPr>
        <p:spPr>
          <a:xfrm>
            <a:off x="8079514" y="2565209"/>
            <a:ext cx="2997201" cy="406401"/>
          </a:xfrm>
          <a:prstGeom prst="rect">
            <a:avLst/>
          </a:prstGeom>
        </p:spPr>
        <p:txBody>
          <a:bodyPr/>
          <a:lstStyle>
            <a:lvl1pPr marL="0" indent="0">
              <a:buNone/>
              <a:defRPr sz="1867" baseline="0"/>
            </a:lvl1pPr>
          </a:lstStyle>
          <a:p>
            <a:pPr lvl="0"/>
            <a:r>
              <a:rPr lang="en-US"/>
              <a:t>Place text here</a:t>
            </a:r>
          </a:p>
        </p:txBody>
      </p:sp>
      <p:sp>
        <p:nvSpPr>
          <p:cNvPr id="14" name="Text Placeholder 7"/>
          <p:cNvSpPr>
            <a:spLocks noGrp="1"/>
          </p:cNvSpPr>
          <p:nvPr>
            <p:ph type="body" sz="quarter" idx="20" hasCustomPrompt="1"/>
          </p:nvPr>
        </p:nvSpPr>
        <p:spPr>
          <a:xfrm>
            <a:off x="8079514" y="4491568"/>
            <a:ext cx="2997201" cy="406401"/>
          </a:xfrm>
          <a:prstGeom prst="rect">
            <a:avLst/>
          </a:prstGeom>
        </p:spPr>
        <p:txBody>
          <a:bodyPr/>
          <a:lstStyle>
            <a:lvl1pPr marL="0" indent="0">
              <a:buNone/>
              <a:defRPr sz="2400">
                <a:solidFill>
                  <a:schemeClr val="accent1"/>
                </a:solidFill>
              </a:defRPr>
            </a:lvl1pPr>
          </a:lstStyle>
          <a:p>
            <a:pPr lvl="0"/>
            <a:r>
              <a:rPr lang="en-US"/>
              <a:t>Place title here</a:t>
            </a:r>
          </a:p>
        </p:txBody>
      </p:sp>
      <p:sp>
        <p:nvSpPr>
          <p:cNvPr id="15" name="Text Placeholder 7"/>
          <p:cNvSpPr>
            <a:spLocks noGrp="1"/>
          </p:cNvSpPr>
          <p:nvPr>
            <p:ph type="body" sz="quarter" idx="21" hasCustomPrompt="1"/>
          </p:nvPr>
        </p:nvSpPr>
        <p:spPr>
          <a:xfrm>
            <a:off x="8079514" y="4897969"/>
            <a:ext cx="2997201" cy="406401"/>
          </a:xfrm>
          <a:prstGeom prst="rect">
            <a:avLst/>
          </a:prstGeom>
        </p:spPr>
        <p:txBody>
          <a:bodyPr/>
          <a:lstStyle>
            <a:lvl1pPr marL="0" indent="0">
              <a:buNone/>
              <a:defRPr sz="1867" baseline="0"/>
            </a:lvl1pPr>
          </a:lstStyle>
          <a:p>
            <a:pPr lvl="0"/>
            <a:r>
              <a:rPr lang="en-US"/>
              <a:t>Place text here</a:t>
            </a:r>
          </a:p>
        </p:txBody>
      </p:sp>
    </p:spTree>
    <p:extLst>
      <p:ext uri="{BB962C8B-B14F-4D97-AF65-F5344CB8AC3E}">
        <p14:creationId xmlns:p14="http://schemas.microsoft.com/office/powerpoint/2010/main" val="1501275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userDrawn="1">
  <p:cSld name="Bullet_Title only">
    <p:spTree>
      <p:nvGrpSpPr>
        <p:cNvPr id="1" name=""/>
        <p:cNvGrpSpPr/>
        <p:nvPr/>
      </p:nvGrpSpPr>
      <p:grpSpPr>
        <a:xfrm>
          <a:off x="0" y="0"/>
          <a:ext cx="0" cy="0"/>
          <a:chOff x="0" y="0"/>
          <a:chExt cx="0" cy="0"/>
        </a:xfrm>
      </p:grpSpPr>
      <p:sp>
        <p:nvSpPr>
          <p:cNvPr id="3" name="Title Placeholder 5"/>
          <p:cNvSpPr>
            <a:spLocks noGrp="1"/>
          </p:cNvSpPr>
          <p:nvPr>
            <p:ph type="title"/>
          </p:nvPr>
        </p:nvSpPr>
        <p:spPr bwMode="auto">
          <a:xfrm>
            <a:off x="583688" y="455086"/>
            <a:ext cx="11127317" cy="975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24" tIns="45712" rIns="91424" bIns="45712" numCol="1" anchor="ctr" anchorCtr="0" compatLnSpc="1">
            <a:prstTxWarp prst="textNoShape">
              <a:avLst/>
            </a:prstTxWarp>
          </a:bodyPr>
          <a:lstStyle>
            <a:lvl1pPr>
              <a:defRPr sz="3733">
                <a:solidFill>
                  <a:schemeClr val="tx1"/>
                </a:solidFill>
              </a:defRPr>
            </a:lvl1pPr>
          </a:lstStyle>
          <a:p>
            <a:pPr lvl="0"/>
            <a:r>
              <a:rPr lang="en-GB"/>
              <a:t>Click to edit Master title style</a:t>
            </a:r>
          </a:p>
        </p:txBody>
      </p:sp>
    </p:spTree>
    <p:extLst>
      <p:ext uri="{BB962C8B-B14F-4D97-AF65-F5344CB8AC3E}">
        <p14:creationId xmlns:p14="http://schemas.microsoft.com/office/powerpoint/2010/main" val="28862526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1.svg"/><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9.xml"/><Relationship Id="rId18" Type="http://schemas.openxmlformats.org/officeDocument/2006/relationships/slideLayout" Target="../slideLayouts/slideLayout74.xml"/><Relationship Id="rId26" Type="http://schemas.openxmlformats.org/officeDocument/2006/relationships/slideLayout" Target="../slideLayouts/slideLayout82.xml"/><Relationship Id="rId39" Type="http://schemas.openxmlformats.org/officeDocument/2006/relationships/slideLayout" Target="../slideLayouts/slideLayout95.xml"/><Relationship Id="rId21" Type="http://schemas.openxmlformats.org/officeDocument/2006/relationships/slideLayout" Target="../slideLayouts/slideLayout77.xml"/><Relationship Id="rId34" Type="http://schemas.openxmlformats.org/officeDocument/2006/relationships/slideLayout" Target="../slideLayouts/slideLayout90.xml"/><Relationship Id="rId42" Type="http://schemas.openxmlformats.org/officeDocument/2006/relationships/slideLayout" Target="../slideLayouts/slideLayout98.xml"/><Relationship Id="rId47" Type="http://schemas.openxmlformats.org/officeDocument/2006/relationships/slideLayout" Target="../slideLayouts/slideLayout103.xml"/><Relationship Id="rId50" Type="http://schemas.openxmlformats.org/officeDocument/2006/relationships/slideLayout" Target="../slideLayouts/slideLayout106.xml"/><Relationship Id="rId55" Type="http://schemas.openxmlformats.org/officeDocument/2006/relationships/slideLayout" Target="../slideLayouts/slideLayout111.xml"/><Relationship Id="rId7" Type="http://schemas.openxmlformats.org/officeDocument/2006/relationships/slideLayout" Target="../slideLayouts/slideLayout63.xml"/><Relationship Id="rId2" Type="http://schemas.openxmlformats.org/officeDocument/2006/relationships/slideLayout" Target="../slideLayouts/slideLayout58.xml"/><Relationship Id="rId16" Type="http://schemas.openxmlformats.org/officeDocument/2006/relationships/slideLayout" Target="../slideLayouts/slideLayout72.xml"/><Relationship Id="rId29" Type="http://schemas.openxmlformats.org/officeDocument/2006/relationships/slideLayout" Target="../slideLayouts/slideLayout85.xml"/><Relationship Id="rId11" Type="http://schemas.openxmlformats.org/officeDocument/2006/relationships/slideLayout" Target="../slideLayouts/slideLayout67.xml"/><Relationship Id="rId24" Type="http://schemas.openxmlformats.org/officeDocument/2006/relationships/slideLayout" Target="../slideLayouts/slideLayout80.xml"/><Relationship Id="rId32" Type="http://schemas.openxmlformats.org/officeDocument/2006/relationships/slideLayout" Target="../slideLayouts/slideLayout88.xml"/><Relationship Id="rId37" Type="http://schemas.openxmlformats.org/officeDocument/2006/relationships/slideLayout" Target="../slideLayouts/slideLayout93.xml"/><Relationship Id="rId40" Type="http://schemas.openxmlformats.org/officeDocument/2006/relationships/slideLayout" Target="../slideLayouts/slideLayout96.xml"/><Relationship Id="rId45" Type="http://schemas.openxmlformats.org/officeDocument/2006/relationships/slideLayout" Target="../slideLayouts/slideLayout101.xml"/><Relationship Id="rId53" Type="http://schemas.openxmlformats.org/officeDocument/2006/relationships/slideLayout" Target="../slideLayouts/slideLayout109.xml"/><Relationship Id="rId58" Type="http://schemas.openxmlformats.org/officeDocument/2006/relationships/image" Target="../media/image1.svg"/><Relationship Id="rId5" Type="http://schemas.openxmlformats.org/officeDocument/2006/relationships/slideLayout" Target="../slideLayouts/slideLayout61.xml"/><Relationship Id="rId19" Type="http://schemas.openxmlformats.org/officeDocument/2006/relationships/slideLayout" Target="../slideLayouts/slideLayout75.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 Id="rId22" Type="http://schemas.openxmlformats.org/officeDocument/2006/relationships/slideLayout" Target="../slideLayouts/slideLayout78.xml"/><Relationship Id="rId27" Type="http://schemas.openxmlformats.org/officeDocument/2006/relationships/slideLayout" Target="../slideLayouts/slideLayout83.xml"/><Relationship Id="rId30" Type="http://schemas.openxmlformats.org/officeDocument/2006/relationships/slideLayout" Target="../slideLayouts/slideLayout86.xml"/><Relationship Id="rId35" Type="http://schemas.openxmlformats.org/officeDocument/2006/relationships/slideLayout" Target="../slideLayouts/slideLayout91.xml"/><Relationship Id="rId43" Type="http://schemas.openxmlformats.org/officeDocument/2006/relationships/slideLayout" Target="../slideLayouts/slideLayout99.xml"/><Relationship Id="rId48" Type="http://schemas.openxmlformats.org/officeDocument/2006/relationships/slideLayout" Target="../slideLayouts/slideLayout104.xml"/><Relationship Id="rId56" Type="http://schemas.openxmlformats.org/officeDocument/2006/relationships/slideLayout" Target="../slideLayouts/slideLayout112.xml"/><Relationship Id="rId8" Type="http://schemas.openxmlformats.org/officeDocument/2006/relationships/slideLayout" Target="../slideLayouts/slideLayout64.xml"/><Relationship Id="rId51" Type="http://schemas.openxmlformats.org/officeDocument/2006/relationships/slideLayout" Target="../slideLayouts/slideLayout107.xml"/><Relationship Id="rId3" Type="http://schemas.openxmlformats.org/officeDocument/2006/relationships/slideLayout" Target="../slideLayouts/slideLayout59.xml"/><Relationship Id="rId12" Type="http://schemas.openxmlformats.org/officeDocument/2006/relationships/slideLayout" Target="../slideLayouts/slideLayout68.xml"/><Relationship Id="rId17" Type="http://schemas.openxmlformats.org/officeDocument/2006/relationships/slideLayout" Target="../slideLayouts/slideLayout73.xml"/><Relationship Id="rId25" Type="http://schemas.openxmlformats.org/officeDocument/2006/relationships/slideLayout" Target="../slideLayouts/slideLayout81.xml"/><Relationship Id="rId33" Type="http://schemas.openxmlformats.org/officeDocument/2006/relationships/slideLayout" Target="../slideLayouts/slideLayout89.xml"/><Relationship Id="rId38" Type="http://schemas.openxmlformats.org/officeDocument/2006/relationships/slideLayout" Target="../slideLayouts/slideLayout94.xml"/><Relationship Id="rId46" Type="http://schemas.openxmlformats.org/officeDocument/2006/relationships/slideLayout" Target="../slideLayouts/slideLayout102.xml"/><Relationship Id="rId20" Type="http://schemas.openxmlformats.org/officeDocument/2006/relationships/slideLayout" Target="../slideLayouts/slideLayout76.xml"/><Relationship Id="rId41" Type="http://schemas.openxmlformats.org/officeDocument/2006/relationships/slideLayout" Target="../slideLayouts/slideLayout97.xml"/><Relationship Id="rId54" Type="http://schemas.openxmlformats.org/officeDocument/2006/relationships/slideLayout" Target="../slideLayouts/slideLayout110.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5" Type="http://schemas.openxmlformats.org/officeDocument/2006/relationships/slideLayout" Target="../slideLayouts/slideLayout71.xml"/><Relationship Id="rId23" Type="http://schemas.openxmlformats.org/officeDocument/2006/relationships/slideLayout" Target="../slideLayouts/slideLayout79.xml"/><Relationship Id="rId28" Type="http://schemas.openxmlformats.org/officeDocument/2006/relationships/slideLayout" Target="../slideLayouts/slideLayout84.xml"/><Relationship Id="rId36" Type="http://schemas.openxmlformats.org/officeDocument/2006/relationships/slideLayout" Target="../slideLayouts/slideLayout92.xml"/><Relationship Id="rId49" Type="http://schemas.openxmlformats.org/officeDocument/2006/relationships/slideLayout" Target="../slideLayouts/slideLayout105.xml"/><Relationship Id="rId57" Type="http://schemas.openxmlformats.org/officeDocument/2006/relationships/theme" Target="../theme/theme2.xml"/><Relationship Id="rId10" Type="http://schemas.openxmlformats.org/officeDocument/2006/relationships/slideLayout" Target="../slideLayouts/slideLayout66.xml"/><Relationship Id="rId31" Type="http://schemas.openxmlformats.org/officeDocument/2006/relationships/slideLayout" Target="../slideLayouts/slideLayout87.xml"/><Relationship Id="rId44" Type="http://schemas.openxmlformats.org/officeDocument/2006/relationships/slideLayout" Target="../slideLayouts/slideLayout100.xml"/><Relationship Id="rId52" Type="http://schemas.openxmlformats.org/officeDocument/2006/relationships/slideLayout" Target="../slideLayouts/slideLayout108.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25.xml"/><Relationship Id="rId18" Type="http://schemas.openxmlformats.org/officeDocument/2006/relationships/slideLayout" Target="../slideLayouts/slideLayout130.xml"/><Relationship Id="rId26" Type="http://schemas.openxmlformats.org/officeDocument/2006/relationships/slideLayout" Target="../slideLayouts/slideLayout138.xml"/><Relationship Id="rId39" Type="http://schemas.openxmlformats.org/officeDocument/2006/relationships/slideLayout" Target="../slideLayouts/slideLayout151.xml"/><Relationship Id="rId21" Type="http://schemas.openxmlformats.org/officeDocument/2006/relationships/slideLayout" Target="../slideLayouts/slideLayout133.xml"/><Relationship Id="rId34" Type="http://schemas.openxmlformats.org/officeDocument/2006/relationships/slideLayout" Target="../slideLayouts/slideLayout146.xml"/><Relationship Id="rId42" Type="http://schemas.openxmlformats.org/officeDocument/2006/relationships/slideLayout" Target="../slideLayouts/slideLayout154.xml"/><Relationship Id="rId47" Type="http://schemas.openxmlformats.org/officeDocument/2006/relationships/slideLayout" Target="../slideLayouts/slideLayout159.xml"/><Relationship Id="rId50" Type="http://schemas.openxmlformats.org/officeDocument/2006/relationships/slideLayout" Target="../slideLayouts/slideLayout162.xml"/><Relationship Id="rId7" Type="http://schemas.openxmlformats.org/officeDocument/2006/relationships/slideLayout" Target="../slideLayouts/slideLayout119.xml"/><Relationship Id="rId2" Type="http://schemas.openxmlformats.org/officeDocument/2006/relationships/slideLayout" Target="../slideLayouts/slideLayout114.xml"/><Relationship Id="rId16" Type="http://schemas.openxmlformats.org/officeDocument/2006/relationships/slideLayout" Target="../slideLayouts/slideLayout128.xml"/><Relationship Id="rId29" Type="http://schemas.openxmlformats.org/officeDocument/2006/relationships/slideLayout" Target="../slideLayouts/slideLayout141.xml"/><Relationship Id="rId11" Type="http://schemas.openxmlformats.org/officeDocument/2006/relationships/slideLayout" Target="../slideLayouts/slideLayout123.xml"/><Relationship Id="rId24" Type="http://schemas.openxmlformats.org/officeDocument/2006/relationships/slideLayout" Target="../slideLayouts/slideLayout136.xml"/><Relationship Id="rId32" Type="http://schemas.openxmlformats.org/officeDocument/2006/relationships/slideLayout" Target="../slideLayouts/slideLayout144.xml"/><Relationship Id="rId37" Type="http://schemas.openxmlformats.org/officeDocument/2006/relationships/slideLayout" Target="../slideLayouts/slideLayout149.xml"/><Relationship Id="rId40" Type="http://schemas.openxmlformats.org/officeDocument/2006/relationships/slideLayout" Target="../slideLayouts/slideLayout152.xml"/><Relationship Id="rId45" Type="http://schemas.openxmlformats.org/officeDocument/2006/relationships/slideLayout" Target="../slideLayouts/slideLayout157.xml"/><Relationship Id="rId53" Type="http://schemas.openxmlformats.org/officeDocument/2006/relationships/theme" Target="../theme/theme3.xml"/><Relationship Id="rId5" Type="http://schemas.openxmlformats.org/officeDocument/2006/relationships/slideLayout" Target="../slideLayouts/slideLayout117.xml"/><Relationship Id="rId10" Type="http://schemas.openxmlformats.org/officeDocument/2006/relationships/slideLayout" Target="../slideLayouts/slideLayout122.xml"/><Relationship Id="rId19" Type="http://schemas.openxmlformats.org/officeDocument/2006/relationships/slideLayout" Target="../slideLayouts/slideLayout131.xml"/><Relationship Id="rId31" Type="http://schemas.openxmlformats.org/officeDocument/2006/relationships/slideLayout" Target="../slideLayouts/slideLayout143.xml"/><Relationship Id="rId44" Type="http://schemas.openxmlformats.org/officeDocument/2006/relationships/slideLayout" Target="../slideLayouts/slideLayout156.xml"/><Relationship Id="rId52" Type="http://schemas.openxmlformats.org/officeDocument/2006/relationships/slideLayout" Target="../slideLayouts/slideLayout164.xml"/><Relationship Id="rId4" Type="http://schemas.openxmlformats.org/officeDocument/2006/relationships/slideLayout" Target="../slideLayouts/slideLayout116.xml"/><Relationship Id="rId9" Type="http://schemas.openxmlformats.org/officeDocument/2006/relationships/slideLayout" Target="../slideLayouts/slideLayout121.xml"/><Relationship Id="rId14" Type="http://schemas.openxmlformats.org/officeDocument/2006/relationships/slideLayout" Target="../slideLayouts/slideLayout126.xml"/><Relationship Id="rId22" Type="http://schemas.openxmlformats.org/officeDocument/2006/relationships/slideLayout" Target="../slideLayouts/slideLayout134.xml"/><Relationship Id="rId27" Type="http://schemas.openxmlformats.org/officeDocument/2006/relationships/slideLayout" Target="../slideLayouts/slideLayout139.xml"/><Relationship Id="rId30" Type="http://schemas.openxmlformats.org/officeDocument/2006/relationships/slideLayout" Target="../slideLayouts/slideLayout142.xml"/><Relationship Id="rId35" Type="http://schemas.openxmlformats.org/officeDocument/2006/relationships/slideLayout" Target="../slideLayouts/slideLayout147.xml"/><Relationship Id="rId43" Type="http://schemas.openxmlformats.org/officeDocument/2006/relationships/slideLayout" Target="../slideLayouts/slideLayout155.xml"/><Relationship Id="rId48" Type="http://schemas.openxmlformats.org/officeDocument/2006/relationships/slideLayout" Target="../slideLayouts/slideLayout160.xml"/><Relationship Id="rId8" Type="http://schemas.openxmlformats.org/officeDocument/2006/relationships/slideLayout" Target="../slideLayouts/slideLayout120.xml"/><Relationship Id="rId51" Type="http://schemas.openxmlformats.org/officeDocument/2006/relationships/slideLayout" Target="../slideLayouts/slideLayout163.xml"/><Relationship Id="rId3" Type="http://schemas.openxmlformats.org/officeDocument/2006/relationships/slideLayout" Target="../slideLayouts/slideLayout115.xml"/><Relationship Id="rId12" Type="http://schemas.openxmlformats.org/officeDocument/2006/relationships/slideLayout" Target="../slideLayouts/slideLayout124.xml"/><Relationship Id="rId17" Type="http://schemas.openxmlformats.org/officeDocument/2006/relationships/slideLayout" Target="../slideLayouts/slideLayout129.xml"/><Relationship Id="rId25" Type="http://schemas.openxmlformats.org/officeDocument/2006/relationships/slideLayout" Target="../slideLayouts/slideLayout137.xml"/><Relationship Id="rId33" Type="http://schemas.openxmlformats.org/officeDocument/2006/relationships/slideLayout" Target="../slideLayouts/slideLayout145.xml"/><Relationship Id="rId38" Type="http://schemas.openxmlformats.org/officeDocument/2006/relationships/slideLayout" Target="../slideLayouts/slideLayout150.xml"/><Relationship Id="rId46" Type="http://schemas.openxmlformats.org/officeDocument/2006/relationships/slideLayout" Target="../slideLayouts/slideLayout158.xml"/><Relationship Id="rId20" Type="http://schemas.openxmlformats.org/officeDocument/2006/relationships/slideLayout" Target="../slideLayouts/slideLayout132.xml"/><Relationship Id="rId41" Type="http://schemas.openxmlformats.org/officeDocument/2006/relationships/slideLayout" Target="../slideLayouts/slideLayout153.xml"/><Relationship Id="rId54" Type="http://schemas.openxmlformats.org/officeDocument/2006/relationships/image" Target="../media/image1.svg"/><Relationship Id="rId1" Type="http://schemas.openxmlformats.org/officeDocument/2006/relationships/slideLayout" Target="../slideLayouts/slideLayout113.xml"/><Relationship Id="rId6" Type="http://schemas.openxmlformats.org/officeDocument/2006/relationships/slideLayout" Target="../slideLayouts/slideLayout118.xml"/><Relationship Id="rId15" Type="http://schemas.openxmlformats.org/officeDocument/2006/relationships/slideLayout" Target="../slideLayouts/slideLayout127.xml"/><Relationship Id="rId23" Type="http://schemas.openxmlformats.org/officeDocument/2006/relationships/slideLayout" Target="../slideLayouts/slideLayout135.xml"/><Relationship Id="rId28" Type="http://schemas.openxmlformats.org/officeDocument/2006/relationships/slideLayout" Target="../slideLayouts/slideLayout140.xml"/><Relationship Id="rId36" Type="http://schemas.openxmlformats.org/officeDocument/2006/relationships/slideLayout" Target="../slideLayouts/slideLayout148.xml"/><Relationship Id="rId49" Type="http://schemas.openxmlformats.org/officeDocument/2006/relationships/slideLayout" Target="../slideLayouts/slideLayout161.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77.xml"/><Relationship Id="rId18" Type="http://schemas.openxmlformats.org/officeDocument/2006/relationships/slideLayout" Target="../slideLayouts/slideLayout182.xml"/><Relationship Id="rId26" Type="http://schemas.openxmlformats.org/officeDocument/2006/relationships/slideLayout" Target="../slideLayouts/slideLayout190.xml"/><Relationship Id="rId21" Type="http://schemas.openxmlformats.org/officeDocument/2006/relationships/slideLayout" Target="../slideLayouts/slideLayout185.xml"/><Relationship Id="rId34" Type="http://schemas.openxmlformats.org/officeDocument/2006/relationships/slideLayout" Target="../slideLayouts/slideLayout198.xml"/><Relationship Id="rId7" Type="http://schemas.openxmlformats.org/officeDocument/2006/relationships/slideLayout" Target="../slideLayouts/slideLayout171.xml"/><Relationship Id="rId12" Type="http://schemas.openxmlformats.org/officeDocument/2006/relationships/slideLayout" Target="../slideLayouts/slideLayout176.xml"/><Relationship Id="rId17" Type="http://schemas.openxmlformats.org/officeDocument/2006/relationships/slideLayout" Target="../slideLayouts/slideLayout181.xml"/><Relationship Id="rId25" Type="http://schemas.openxmlformats.org/officeDocument/2006/relationships/slideLayout" Target="../slideLayouts/slideLayout189.xml"/><Relationship Id="rId33" Type="http://schemas.openxmlformats.org/officeDocument/2006/relationships/slideLayout" Target="../slideLayouts/slideLayout197.xml"/><Relationship Id="rId2" Type="http://schemas.openxmlformats.org/officeDocument/2006/relationships/slideLayout" Target="../slideLayouts/slideLayout166.xml"/><Relationship Id="rId16" Type="http://schemas.openxmlformats.org/officeDocument/2006/relationships/slideLayout" Target="../slideLayouts/slideLayout180.xml"/><Relationship Id="rId20" Type="http://schemas.openxmlformats.org/officeDocument/2006/relationships/slideLayout" Target="../slideLayouts/slideLayout184.xml"/><Relationship Id="rId29" Type="http://schemas.openxmlformats.org/officeDocument/2006/relationships/slideLayout" Target="../slideLayouts/slideLayout193.xml"/><Relationship Id="rId1" Type="http://schemas.openxmlformats.org/officeDocument/2006/relationships/slideLayout" Target="../slideLayouts/slideLayout165.xml"/><Relationship Id="rId6" Type="http://schemas.openxmlformats.org/officeDocument/2006/relationships/slideLayout" Target="../slideLayouts/slideLayout170.xml"/><Relationship Id="rId11" Type="http://schemas.openxmlformats.org/officeDocument/2006/relationships/slideLayout" Target="../slideLayouts/slideLayout175.xml"/><Relationship Id="rId24" Type="http://schemas.openxmlformats.org/officeDocument/2006/relationships/slideLayout" Target="../slideLayouts/slideLayout188.xml"/><Relationship Id="rId32" Type="http://schemas.openxmlformats.org/officeDocument/2006/relationships/slideLayout" Target="../slideLayouts/slideLayout196.xml"/><Relationship Id="rId37" Type="http://schemas.openxmlformats.org/officeDocument/2006/relationships/image" Target="../media/image16.svg"/><Relationship Id="rId5" Type="http://schemas.openxmlformats.org/officeDocument/2006/relationships/slideLayout" Target="../slideLayouts/slideLayout169.xml"/><Relationship Id="rId15" Type="http://schemas.openxmlformats.org/officeDocument/2006/relationships/slideLayout" Target="../slideLayouts/slideLayout179.xml"/><Relationship Id="rId23" Type="http://schemas.openxmlformats.org/officeDocument/2006/relationships/slideLayout" Target="../slideLayouts/slideLayout187.xml"/><Relationship Id="rId28" Type="http://schemas.openxmlformats.org/officeDocument/2006/relationships/slideLayout" Target="../slideLayouts/slideLayout192.xml"/><Relationship Id="rId36" Type="http://schemas.openxmlformats.org/officeDocument/2006/relationships/theme" Target="../theme/theme4.xml"/><Relationship Id="rId10" Type="http://schemas.openxmlformats.org/officeDocument/2006/relationships/slideLayout" Target="../slideLayouts/slideLayout174.xml"/><Relationship Id="rId19" Type="http://schemas.openxmlformats.org/officeDocument/2006/relationships/slideLayout" Target="../slideLayouts/slideLayout183.xml"/><Relationship Id="rId31" Type="http://schemas.openxmlformats.org/officeDocument/2006/relationships/slideLayout" Target="../slideLayouts/slideLayout195.xml"/><Relationship Id="rId4" Type="http://schemas.openxmlformats.org/officeDocument/2006/relationships/slideLayout" Target="../slideLayouts/slideLayout168.xml"/><Relationship Id="rId9" Type="http://schemas.openxmlformats.org/officeDocument/2006/relationships/slideLayout" Target="../slideLayouts/slideLayout173.xml"/><Relationship Id="rId14" Type="http://schemas.openxmlformats.org/officeDocument/2006/relationships/slideLayout" Target="../slideLayouts/slideLayout178.xml"/><Relationship Id="rId22" Type="http://schemas.openxmlformats.org/officeDocument/2006/relationships/slideLayout" Target="../slideLayouts/slideLayout186.xml"/><Relationship Id="rId27" Type="http://schemas.openxmlformats.org/officeDocument/2006/relationships/slideLayout" Target="../slideLayouts/slideLayout191.xml"/><Relationship Id="rId30" Type="http://schemas.openxmlformats.org/officeDocument/2006/relationships/slideLayout" Target="../slideLayouts/slideLayout194.xml"/><Relationship Id="rId35" Type="http://schemas.openxmlformats.org/officeDocument/2006/relationships/slideLayout" Target="../slideLayouts/slideLayout199.xml"/><Relationship Id="rId8" Type="http://schemas.openxmlformats.org/officeDocument/2006/relationships/slideLayout" Target="../slideLayouts/slideLayout172.xml"/><Relationship Id="rId3" Type="http://schemas.openxmlformats.org/officeDocument/2006/relationships/slideLayout" Target="../slideLayouts/slideLayout16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43E5826-E261-5240-BCCC-F517FDB6EBB5}"/>
              </a:ext>
            </a:extLst>
          </p:cNvPr>
          <p:cNvSpPr>
            <a:spLocks noChangeArrowheads="1"/>
          </p:cNvSpPr>
          <p:nvPr/>
        </p:nvSpPr>
        <p:spPr bwMode="ltGray">
          <a:xfrm>
            <a:off x="1142755" y="6383796"/>
            <a:ext cx="4534733" cy="164924"/>
          </a:xfrm>
          <a:prstGeom prst="rect">
            <a:avLst/>
          </a:prstGeom>
          <a:noFill/>
          <a:ln w="9525">
            <a:noFill/>
            <a:miter lim="800000"/>
            <a:headEnd/>
            <a:tailEnd/>
          </a:ln>
          <a:effectLst/>
        </p:spPr>
        <p:txBody>
          <a:bodyPr wrap="square" lIns="82115" tIns="41056" rIns="82115" bIns="41056" anchor="b">
            <a:spAutoFit/>
          </a:bodyPr>
          <a:lstStyle/>
          <a:p>
            <a:pPr defTabSz="814318" fontAlgn="auto">
              <a:spcBef>
                <a:spcPts val="0"/>
              </a:spcBef>
              <a:spcAft>
                <a:spcPts val="0"/>
              </a:spcAft>
              <a:defRPr/>
            </a:pPr>
            <a:r>
              <a:rPr lang="en-US" sz="533" b="0" i="0" spc="27" baseline="0" dirty="0">
                <a:solidFill>
                  <a:schemeClr val="tx1"/>
                </a:solidFill>
                <a:latin typeface="CiscoSansTT Light" panose="020B0503020201020303" pitchFamily="34" charset="0"/>
                <a:ea typeface="+mn-ea"/>
                <a:cs typeface="CiscoSansTT Light" panose="020B0503020201020303" pitchFamily="34" charset="0"/>
              </a:rPr>
              <a:t>© 2022  Cisco and/or its affiliates. All rights reserved.   Cisco Confidential</a:t>
            </a:r>
          </a:p>
        </p:txBody>
      </p:sp>
      <p:pic>
        <p:nvPicPr>
          <p:cNvPr id="6" name="Picture 7">
            <a:extLst>
              <a:ext uri="{FF2B5EF4-FFF2-40B4-BE49-F238E27FC236}">
                <a16:creationId xmlns:a16="http://schemas.microsoft.com/office/drawing/2014/main" id="{563804D0-1B5B-924C-8995-DA787F4942D5}"/>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8"/>
              </a:ext>
            </a:extLst>
          </a:blip>
          <a:srcRect/>
          <a:stretch/>
        </p:blipFill>
        <p:spPr>
          <a:xfrm>
            <a:off x="609602" y="6342698"/>
            <a:ext cx="396305" cy="208228"/>
          </a:xfrm>
          <a:prstGeom prst="rect">
            <a:avLst/>
          </a:prstGeom>
        </p:spPr>
      </p:pic>
      <p:sp>
        <p:nvSpPr>
          <p:cNvPr id="3" name="TextBox 2">
            <a:extLst>
              <a:ext uri="{FF2B5EF4-FFF2-40B4-BE49-F238E27FC236}">
                <a16:creationId xmlns:a16="http://schemas.microsoft.com/office/drawing/2014/main" id="{F1B95ED8-A526-534C-95EB-CE3DB7A58956}"/>
              </a:ext>
            </a:extLst>
          </p:cNvPr>
          <p:cNvSpPr txBox="1"/>
          <p:nvPr>
            <p:extLst>
              <p:ext uri="{1162E1C5-73C7-4A58-AE30-91384D911F3F}">
                <p184:classification xmlns:p184="http://schemas.microsoft.com/office/powerpoint/2018/4/main" val="ftr"/>
              </p:ext>
            </p:extLst>
          </p:nvPr>
        </p:nvSpPr>
        <p:spPr>
          <a:xfrm>
            <a:off x="11385550" y="6672580"/>
            <a:ext cx="765175" cy="121920"/>
          </a:xfrm>
          <a:prstGeom prst="rect">
            <a:avLst/>
          </a:prstGeom>
        </p:spPr>
        <p:txBody>
          <a:bodyPr horzOverflow="overflow" lIns="0" tIns="0" rIns="0" bIns="0">
            <a:spAutoFit/>
          </a:bodyPr>
          <a:lstStyle/>
          <a:p>
            <a:pPr algn="l"/>
            <a:r>
              <a:rPr lang="en-GB" sz="800">
                <a:solidFill>
                  <a:srgbClr val="000000"/>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extLst>
      <p:ext uri="{BB962C8B-B14F-4D97-AF65-F5344CB8AC3E}">
        <p14:creationId xmlns:p14="http://schemas.microsoft.com/office/powerpoint/2010/main" val="302619221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2276" rtl="0" eaLnBrk="1" fontAlgn="base" hangingPunct="1">
        <a:lnSpc>
          <a:spcPct val="80000"/>
        </a:lnSpc>
        <a:spcBef>
          <a:spcPct val="0"/>
        </a:spcBef>
        <a:spcAft>
          <a:spcPct val="0"/>
        </a:spcAft>
        <a:defRPr lang="en-US" sz="3733" b="0" i="0" u="none" kern="1200" dirty="0">
          <a:solidFill>
            <a:schemeClr val="tx2"/>
          </a:solidFill>
          <a:latin typeface="+mj-lt"/>
          <a:ea typeface="CiscoSansTT Thin"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226482" indent="-226482" algn="l" defTabSz="912276" rtl="0" eaLnBrk="1" fontAlgn="base" hangingPunct="1">
        <a:lnSpc>
          <a:spcPct val="95000"/>
        </a:lnSpc>
        <a:spcBef>
          <a:spcPts val="1433"/>
        </a:spcBef>
        <a:spcAft>
          <a:spcPct val="0"/>
        </a:spcAft>
        <a:buClr>
          <a:schemeClr val="tx2"/>
        </a:buClr>
        <a:buSzPct val="90000"/>
        <a:buFont typeface="Arial" charset="0"/>
        <a:buChar char="•"/>
        <a:defRPr lang="en-US" sz="2000" kern="1200" dirty="0">
          <a:solidFill>
            <a:schemeClr val="tx1"/>
          </a:solidFill>
          <a:latin typeface="+mn-lt"/>
          <a:ea typeface="ＭＳ Ｐゴシック" charset="0"/>
          <a:cs typeface="CiscoSans"/>
        </a:defRPr>
      </a:lvl1pPr>
      <a:lvl2pPr marL="478363" indent="-287865" algn="l" defTabSz="912276" rtl="0" eaLnBrk="1" fontAlgn="base" hangingPunct="1">
        <a:lnSpc>
          <a:spcPct val="95000"/>
        </a:lnSpc>
        <a:spcBef>
          <a:spcPts val="800"/>
        </a:spcBef>
        <a:spcAft>
          <a:spcPct val="0"/>
        </a:spcAft>
        <a:buClr>
          <a:schemeClr val="tx2"/>
        </a:buClr>
        <a:buFont typeface="Arial" charset="0"/>
        <a:buChar char="•"/>
        <a:defRPr lang="en-US" sz="1867" kern="1200" dirty="0">
          <a:solidFill>
            <a:schemeClr val="tx1"/>
          </a:solidFill>
          <a:latin typeface="+mn-lt"/>
          <a:ea typeface="ＭＳ Ｐゴシック" charset="0"/>
          <a:cs typeface="CiscoSans"/>
        </a:defRPr>
      </a:lvl2pPr>
      <a:lvl3pPr marL="575728" indent="-226482" algn="l" defTabSz="912276" rtl="0" eaLnBrk="1" fontAlgn="base" hangingPunct="1">
        <a:lnSpc>
          <a:spcPct val="95000"/>
        </a:lnSpc>
        <a:spcBef>
          <a:spcPts val="833"/>
        </a:spcBef>
        <a:spcAft>
          <a:spcPct val="0"/>
        </a:spcAft>
        <a:buFont typeface="Arial" charset="0"/>
        <a:buChar char="•"/>
        <a:defRPr lang="en-US" sz="1600" kern="1200" dirty="0">
          <a:solidFill>
            <a:schemeClr val="tx1"/>
          </a:solidFill>
          <a:latin typeface="+mn-lt"/>
          <a:ea typeface="ＭＳ Ｐゴシック" charset="0"/>
          <a:cs typeface="CiscoSans"/>
        </a:defRPr>
      </a:lvl3pPr>
      <a:lvl4pPr marL="670978" indent="-226482" algn="l" defTabSz="912276" rtl="0" eaLnBrk="1" fontAlgn="base" hangingPunct="1">
        <a:lnSpc>
          <a:spcPct val="95000"/>
        </a:lnSpc>
        <a:spcBef>
          <a:spcPts val="833"/>
        </a:spcBef>
        <a:spcAft>
          <a:spcPct val="0"/>
        </a:spcAft>
        <a:buFont typeface="Arial" charset="0"/>
        <a:buChar char="•"/>
        <a:defRPr lang="en-US" sz="1467" kern="1200" dirty="0">
          <a:solidFill>
            <a:schemeClr val="tx1"/>
          </a:solidFill>
          <a:latin typeface="+mn-lt"/>
          <a:ea typeface="ＭＳ Ｐゴシック" charset="0"/>
          <a:cs typeface="CiscoSans"/>
        </a:defRPr>
      </a:lvl4pPr>
      <a:lvl5pPr marL="766228" indent="-226482" algn="l" defTabSz="912276" rtl="0" eaLnBrk="1" fontAlgn="base" hangingPunct="1">
        <a:lnSpc>
          <a:spcPct val="95000"/>
        </a:lnSpc>
        <a:spcBef>
          <a:spcPts val="833"/>
        </a:spcBef>
        <a:spcAft>
          <a:spcPct val="0"/>
        </a:spcAft>
        <a:buFont typeface="Arial" charset="0"/>
        <a:buChar char="•"/>
        <a:defRPr lang="en-US" sz="1467" kern="1200" dirty="0">
          <a:solidFill>
            <a:schemeClr val="tx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0">
          <p15:clr>
            <a:srgbClr val="F26B43"/>
          </p15:clr>
        </p15:guide>
        <p15:guide id="2" pos="384">
          <p15:clr>
            <a:srgbClr val="F26B43"/>
          </p15:clr>
        </p15:guide>
        <p15:guide id="3" pos="7296">
          <p15:clr>
            <a:srgbClr val="F26B43"/>
          </p15:clr>
        </p15:guide>
        <p15:guide id="4" orient="horz" pos="1392">
          <p15:clr>
            <a:srgbClr val="F26B43"/>
          </p15:clr>
        </p15:guide>
        <p15:guide id="5" orient="horz" pos="272">
          <p15:clr>
            <a:srgbClr val="F26B43"/>
          </p15:clr>
        </p15:guide>
        <p15:guide id="6" pos="3835">
          <p15:clr>
            <a:srgbClr val="F26B43"/>
          </p15:clr>
        </p15:guide>
        <p15:guide id="7" orient="horz" pos="1616">
          <p15:clr>
            <a:srgbClr val="F26B43"/>
          </p15:clr>
        </p15:guide>
        <p15:guide id="9" orient="horz" pos="3856">
          <p15:clr>
            <a:srgbClr val="F26B43"/>
          </p15:clr>
        </p15:guide>
        <p15:guide id="10" orient="horz" pos="464">
          <p15:clr>
            <a:srgbClr val="F26B43"/>
          </p15:clr>
        </p15:guide>
        <p15:guide id="11" orient="horz" pos="1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43E5826-E261-5240-BCCC-F517FDB6EBB5}"/>
              </a:ext>
            </a:extLst>
          </p:cNvPr>
          <p:cNvSpPr>
            <a:spLocks noChangeArrowheads="1"/>
          </p:cNvSpPr>
          <p:nvPr/>
        </p:nvSpPr>
        <p:spPr bwMode="ltGray">
          <a:xfrm>
            <a:off x="1142755" y="6383796"/>
            <a:ext cx="4534733" cy="164924"/>
          </a:xfrm>
          <a:prstGeom prst="rect">
            <a:avLst/>
          </a:prstGeom>
          <a:noFill/>
          <a:ln w="9525">
            <a:noFill/>
            <a:miter lim="800000"/>
            <a:headEnd/>
            <a:tailEnd/>
          </a:ln>
          <a:effectLst/>
        </p:spPr>
        <p:txBody>
          <a:bodyPr wrap="square" lIns="82115" tIns="41056" rIns="82115" bIns="41056" anchor="b">
            <a:spAutoFit/>
          </a:bodyPr>
          <a:lstStyle/>
          <a:p>
            <a:pPr defTabSz="814318" fontAlgn="auto">
              <a:spcBef>
                <a:spcPts val="0"/>
              </a:spcBef>
              <a:spcAft>
                <a:spcPts val="0"/>
              </a:spcAft>
              <a:defRPr/>
            </a:pPr>
            <a:r>
              <a:rPr lang="en-US" sz="533" b="0" i="0" spc="27" baseline="0" dirty="0">
                <a:solidFill>
                  <a:schemeClr val="tx1"/>
                </a:solidFill>
                <a:latin typeface="CiscoSansTT Light" panose="020B0503020201020303" pitchFamily="34" charset="0"/>
                <a:ea typeface="+mn-ea"/>
                <a:cs typeface="CiscoSansTT Light" panose="020B0503020201020303" pitchFamily="34" charset="0"/>
              </a:rPr>
              <a:t>© 2022  Cisco and/or its affiliates. All rights reserved.   Cisco Confidential</a:t>
            </a:r>
          </a:p>
        </p:txBody>
      </p:sp>
      <p:pic>
        <p:nvPicPr>
          <p:cNvPr id="6" name="Picture 7">
            <a:extLst>
              <a:ext uri="{FF2B5EF4-FFF2-40B4-BE49-F238E27FC236}">
                <a16:creationId xmlns:a16="http://schemas.microsoft.com/office/drawing/2014/main" id="{563804D0-1B5B-924C-8995-DA787F4942D5}"/>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8"/>
              </a:ext>
            </a:extLst>
          </a:blip>
          <a:srcRect/>
          <a:stretch/>
        </p:blipFill>
        <p:spPr>
          <a:xfrm>
            <a:off x="609602" y="6342698"/>
            <a:ext cx="396305" cy="208228"/>
          </a:xfrm>
          <a:prstGeom prst="rect">
            <a:avLst/>
          </a:prstGeom>
        </p:spPr>
      </p:pic>
      <p:sp>
        <p:nvSpPr>
          <p:cNvPr id="3" name="TextBox 2">
            <a:extLst>
              <a:ext uri="{FF2B5EF4-FFF2-40B4-BE49-F238E27FC236}">
                <a16:creationId xmlns:a16="http://schemas.microsoft.com/office/drawing/2014/main" id="{522183A7-CADC-0BDE-B274-F9603E30F9CF}"/>
              </a:ext>
            </a:extLst>
          </p:cNvPr>
          <p:cNvSpPr txBox="1"/>
          <p:nvPr>
            <p:extLst>
              <p:ext uri="{1162E1C5-73C7-4A58-AE30-91384D911F3F}">
                <p184:classification xmlns:p184="http://schemas.microsoft.com/office/powerpoint/2018/4/main" val="ftr"/>
              </p:ext>
            </p:extLst>
          </p:nvPr>
        </p:nvSpPr>
        <p:spPr>
          <a:xfrm>
            <a:off x="11385550" y="6672580"/>
            <a:ext cx="765175" cy="121920"/>
          </a:xfrm>
          <a:prstGeom prst="rect">
            <a:avLst/>
          </a:prstGeom>
        </p:spPr>
        <p:txBody>
          <a:bodyPr horzOverflow="overflow" lIns="0" tIns="0" rIns="0" bIns="0">
            <a:spAutoFit/>
          </a:bodyPr>
          <a:lstStyle/>
          <a:p>
            <a:pPr algn="l"/>
            <a:r>
              <a:rPr lang="en-GB" sz="800">
                <a:solidFill>
                  <a:srgbClr val="000000"/>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extLst>
      <p:ext uri="{BB962C8B-B14F-4D97-AF65-F5344CB8AC3E}">
        <p14:creationId xmlns:p14="http://schemas.microsoft.com/office/powerpoint/2010/main" val="3824223900"/>
      </p:ext>
    </p:extLst>
  </p:cSld>
  <p:clrMap bg1="dk1" tx1="lt1" bg2="dk2" tx2="lt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 id="2147483734" r:id="rId17"/>
    <p:sldLayoutId id="2147483735" r:id="rId18"/>
    <p:sldLayoutId id="2147483736" r:id="rId19"/>
    <p:sldLayoutId id="2147483737" r:id="rId20"/>
    <p:sldLayoutId id="2147483738" r:id="rId21"/>
    <p:sldLayoutId id="2147483739" r:id="rId22"/>
    <p:sldLayoutId id="2147483740" r:id="rId23"/>
    <p:sldLayoutId id="2147483741" r:id="rId24"/>
    <p:sldLayoutId id="2147483742" r:id="rId25"/>
    <p:sldLayoutId id="2147483743" r:id="rId26"/>
    <p:sldLayoutId id="2147483744" r:id="rId27"/>
    <p:sldLayoutId id="2147483745" r:id="rId28"/>
    <p:sldLayoutId id="2147483746" r:id="rId29"/>
    <p:sldLayoutId id="2147483747" r:id="rId30"/>
    <p:sldLayoutId id="2147483748" r:id="rId31"/>
    <p:sldLayoutId id="2147483749" r:id="rId32"/>
    <p:sldLayoutId id="2147483750" r:id="rId33"/>
    <p:sldLayoutId id="2147483751" r:id="rId34"/>
    <p:sldLayoutId id="2147483752" r:id="rId35"/>
    <p:sldLayoutId id="2147483753" r:id="rId36"/>
    <p:sldLayoutId id="2147483754" r:id="rId37"/>
    <p:sldLayoutId id="2147483755" r:id="rId38"/>
    <p:sldLayoutId id="2147483756" r:id="rId39"/>
    <p:sldLayoutId id="2147483757" r:id="rId40"/>
    <p:sldLayoutId id="2147483758" r:id="rId41"/>
    <p:sldLayoutId id="2147483759" r:id="rId42"/>
    <p:sldLayoutId id="2147483760" r:id="rId43"/>
    <p:sldLayoutId id="2147483761" r:id="rId44"/>
    <p:sldLayoutId id="2147483762" r:id="rId45"/>
    <p:sldLayoutId id="2147483763" r:id="rId46"/>
    <p:sldLayoutId id="2147483764" r:id="rId47"/>
    <p:sldLayoutId id="2147483765" r:id="rId48"/>
    <p:sldLayoutId id="2147483766" r:id="rId49"/>
    <p:sldLayoutId id="2147483767" r:id="rId50"/>
    <p:sldLayoutId id="2147483768" r:id="rId51"/>
    <p:sldLayoutId id="2147483769" r:id="rId52"/>
    <p:sldLayoutId id="2147483770" r:id="rId53"/>
    <p:sldLayoutId id="2147483771" r:id="rId54"/>
    <p:sldLayoutId id="2147483772" r:id="rId55"/>
    <p:sldLayoutId id="2147483773" r:id="rId56"/>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2276" rtl="0" eaLnBrk="1" fontAlgn="base" hangingPunct="1">
        <a:lnSpc>
          <a:spcPct val="80000"/>
        </a:lnSpc>
        <a:spcBef>
          <a:spcPct val="0"/>
        </a:spcBef>
        <a:spcAft>
          <a:spcPct val="0"/>
        </a:spcAft>
        <a:defRPr lang="en-US" sz="3733" b="0" i="0" u="none" kern="1200" dirty="0">
          <a:solidFill>
            <a:schemeClr val="tx2"/>
          </a:solidFill>
          <a:latin typeface="+mj-lt"/>
          <a:ea typeface="CiscoSansTT Thin"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226482" indent="-226482" algn="l" defTabSz="912276" rtl="0" eaLnBrk="1" fontAlgn="base" hangingPunct="1">
        <a:lnSpc>
          <a:spcPct val="95000"/>
        </a:lnSpc>
        <a:spcBef>
          <a:spcPts val="1433"/>
        </a:spcBef>
        <a:spcAft>
          <a:spcPct val="0"/>
        </a:spcAft>
        <a:buClr>
          <a:schemeClr val="tx2"/>
        </a:buClr>
        <a:buSzPct val="90000"/>
        <a:buFont typeface="Arial" charset="0"/>
        <a:buChar char="•"/>
        <a:defRPr lang="en-US" sz="2000" kern="1200" dirty="0">
          <a:solidFill>
            <a:schemeClr val="tx1"/>
          </a:solidFill>
          <a:latin typeface="+mn-lt"/>
          <a:ea typeface="ＭＳ Ｐゴシック" charset="0"/>
          <a:cs typeface="CiscoSans"/>
        </a:defRPr>
      </a:lvl1pPr>
      <a:lvl2pPr marL="478363" indent="-287865" algn="l" defTabSz="912276" rtl="0" eaLnBrk="1" fontAlgn="base" hangingPunct="1">
        <a:lnSpc>
          <a:spcPct val="95000"/>
        </a:lnSpc>
        <a:spcBef>
          <a:spcPts val="800"/>
        </a:spcBef>
        <a:spcAft>
          <a:spcPct val="0"/>
        </a:spcAft>
        <a:buClr>
          <a:schemeClr val="tx2"/>
        </a:buClr>
        <a:buFont typeface="Arial" charset="0"/>
        <a:buChar char="•"/>
        <a:defRPr lang="en-US" sz="1867" kern="1200" dirty="0">
          <a:solidFill>
            <a:schemeClr val="tx1"/>
          </a:solidFill>
          <a:latin typeface="+mn-lt"/>
          <a:ea typeface="ＭＳ Ｐゴシック" charset="0"/>
          <a:cs typeface="CiscoSans"/>
        </a:defRPr>
      </a:lvl2pPr>
      <a:lvl3pPr marL="575728" indent="-226482" algn="l" defTabSz="912276" rtl="0" eaLnBrk="1" fontAlgn="base" hangingPunct="1">
        <a:lnSpc>
          <a:spcPct val="95000"/>
        </a:lnSpc>
        <a:spcBef>
          <a:spcPts val="833"/>
        </a:spcBef>
        <a:spcAft>
          <a:spcPct val="0"/>
        </a:spcAft>
        <a:buFont typeface="Arial" charset="0"/>
        <a:buChar char="•"/>
        <a:defRPr lang="en-US" sz="1600" kern="1200" dirty="0">
          <a:solidFill>
            <a:schemeClr val="tx1"/>
          </a:solidFill>
          <a:latin typeface="+mn-lt"/>
          <a:ea typeface="ＭＳ Ｐゴシック" charset="0"/>
          <a:cs typeface="CiscoSans"/>
        </a:defRPr>
      </a:lvl3pPr>
      <a:lvl4pPr marL="670978" indent="-226482" algn="l" defTabSz="912276" rtl="0" eaLnBrk="1" fontAlgn="base" hangingPunct="1">
        <a:lnSpc>
          <a:spcPct val="95000"/>
        </a:lnSpc>
        <a:spcBef>
          <a:spcPts val="833"/>
        </a:spcBef>
        <a:spcAft>
          <a:spcPct val="0"/>
        </a:spcAft>
        <a:buFont typeface="Arial" charset="0"/>
        <a:buChar char="•"/>
        <a:defRPr lang="en-US" sz="1467" kern="1200" dirty="0">
          <a:solidFill>
            <a:schemeClr val="tx1"/>
          </a:solidFill>
          <a:latin typeface="+mn-lt"/>
          <a:ea typeface="ＭＳ Ｐゴシック" charset="0"/>
          <a:cs typeface="CiscoSans"/>
        </a:defRPr>
      </a:lvl4pPr>
      <a:lvl5pPr marL="766228" indent="-226482" algn="l" defTabSz="912276" rtl="0" eaLnBrk="1" fontAlgn="base" hangingPunct="1">
        <a:lnSpc>
          <a:spcPct val="95000"/>
        </a:lnSpc>
        <a:spcBef>
          <a:spcPts val="833"/>
        </a:spcBef>
        <a:spcAft>
          <a:spcPct val="0"/>
        </a:spcAft>
        <a:buFont typeface="Arial" charset="0"/>
        <a:buChar char="•"/>
        <a:defRPr lang="en-US" sz="1467" kern="1200" dirty="0">
          <a:solidFill>
            <a:schemeClr val="tx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0">
          <p15:clr>
            <a:srgbClr val="F26B43"/>
          </p15:clr>
        </p15:guide>
        <p15:guide id="2" pos="384">
          <p15:clr>
            <a:srgbClr val="F26B43"/>
          </p15:clr>
        </p15:guide>
        <p15:guide id="3" pos="7296">
          <p15:clr>
            <a:srgbClr val="F26B43"/>
          </p15:clr>
        </p15:guide>
        <p15:guide id="4" orient="horz" pos="1392">
          <p15:clr>
            <a:srgbClr val="F26B43"/>
          </p15:clr>
        </p15:guide>
        <p15:guide id="5" orient="horz" pos="272">
          <p15:clr>
            <a:srgbClr val="F26B43"/>
          </p15:clr>
        </p15:guide>
        <p15:guide id="6" pos="3835">
          <p15:clr>
            <a:srgbClr val="F26B43"/>
          </p15:clr>
        </p15:guide>
        <p15:guide id="7" orient="horz" pos="1616">
          <p15:clr>
            <a:srgbClr val="F26B43"/>
          </p15:clr>
        </p15:guide>
        <p15:guide id="9" orient="horz" pos="3856">
          <p15:clr>
            <a:srgbClr val="F26B43"/>
          </p15:clr>
        </p15:guide>
        <p15:guide id="10" orient="horz" pos="464">
          <p15:clr>
            <a:srgbClr val="F26B43"/>
          </p15:clr>
        </p15:guide>
        <p15:guide id="11" orient="horz" pos="1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43E5826-E261-5240-BCCC-F517FDB6EBB5}"/>
              </a:ext>
            </a:extLst>
          </p:cNvPr>
          <p:cNvSpPr>
            <a:spLocks noChangeArrowheads="1"/>
          </p:cNvSpPr>
          <p:nvPr/>
        </p:nvSpPr>
        <p:spPr bwMode="ltGray">
          <a:xfrm>
            <a:off x="1142755" y="6383796"/>
            <a:ext cx="4534733" cy="164924"/>
          </a:xfrm>
          <a:prstGeom prst="rect">
            <a:avLst/>
          </a:prstGeom>
          <a:noFill/>
          <a:ln w="9525">
            <a:noFill/>
            <a:miter lim="800000"/>
            <a:headEnd/>
            <a:tailEnd/>
          </a:ln>
          <a:effectLst/>
        </p:spPr>
        <p:txBody>
          <a:bodyPr wrap="square" lIns="82115" tIns="41056" rIns="82115" bIns="41056" anchor="b">
            <a:spAutoFit/>
          </a:bodyPr>
          <a:lstStyle/>
          <a:p>
            <a:pPr defTabSz="814318" fontAlgn="auto">
              <a:spcBef>
                <a:spcPts val="0"/>
              </a:spcBef>
              <a:spcAft>
                <a:spcPts val="0"/>
              </a:spcAft>
              <a:defRPr/>
            </a:pPr>
            <a:r>
              <a:rPr lang="en-US" sz="533" b="0" i="0" spc="27" baseline="0" dirty="0">
                <a:solidFill>
                  <a:schemeClr val="tx1"/>
                </a:solidFill>
                <a:latin typeface="CiscoSansTT Light" panose="020B0503020201020303" pitchFamily="34" charset="0"/>
                <a:ea typeface="+mn-ea"/>
                <a:cs typeface="CiscoSansTT Light" panose="020B0503020201020303" pitchFamily="34" charset="0"/>
              </a:rPr>
              <a:t>© 2022  Cisco and/or its affiliates. All rights reserved.   Cisco Confidential</a:t>
            </a:r>
          </a:p>
        </p:txBody>
      </p:sp>
      <p:pic>
        <p:nvPicPr>
          <p:cNvPr id="6" name="Picture 7">
            <a:extLst>
              <a:ext uri="{FF2B5EF4-FFF2-40B4-BE49-F238E27FC236}">
                <a16:creationId xmlns:a16="http://schemas.microsoft.com/office/drawing/2014/main" id="{563804D0-1B5B-924C-8995-DA787F4942D5}"/>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4"/>
              </a:ext>
            </a:extLst>
          </a:blip>
          <a:srcRect/>
          <a:stretch/>
        </p:blipFill>
        <p:spPr>
          <a:xfrm>
            <a:off x="609602" y="6342698"/>
            <a:ext cx="396305" cy="208228"/>
          </a:xfrm>
          <a:prstGeom prst="rect">
            <a:avLst/>
          </a:prstGeom>
        </p:spPr>
      </p:pic>
      <p:sp>
        <p:nvSpPr>
          <p:cNvPr id="3" name="TextBox 2">
            <a:extLst>
              <a:ext uri="{FF2B5EF4-FFF2-40B4-BE49-F238E27FC236}">
                <a16:creationId xmlns:a16="http://schemas.microsoft.com/office/drawing/2014/main" id="{8935A188-49C7-ABCD-2791-1800609E46E4}"/>
              </a:ext>
            </a:extLst>
          </p:cNvPr>
          <p:cNvSpPr txBox="1"/>
          <p:nvPr>
            <p:extLst>
              <p:ext uri="{1162E1C5-73C7-4A58-AE30-91384D911F3F}">
                <p184:classification xmlns:p184="http://schemas.microsoft.com/office/powerpoint/2018/4/main" val="ftr"/>
              </p:ext>
            </p:extLst>
          </p:nvPr>
        </p:nvSpPr>
        <p:spPr>
          <a:xfrm>
            <a:off x="11385550" y="6672580"/>
            <a:ext cx="765175" cy="121920"/>
          </a:xfrm>
          <a:prstGeom prst="rect">
            <a:avLst/>
          </a:prstGeom>
        </p:spPr>
        <p:txBody>
          <a:bodyPr horzOverflow="overflow" lIns="0" tIns="0" rIns="0" bIns="0">
            <a:spAutoFit/>
          </a:bodyPr>
          <a:lstStyle/>
          <a:p>
            <a:pPr algn="l"/>
            <a:r>
              <a:rPr lang="en-GB" sz="800">
                <a:solidFill>
                  <a:srgbClr val="000000"/>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extLst>
      <p:ext uri="{BB962C8B-B14F-4D97-AF65-F5344CB8AC3E}">
        <p14:creationId xmlns:p14="http://schemas.microsoft.com/office/powerpoint/2010/main" val="2758256908"/>
      </p:ext>
    </p:extLst>
  </p:cSld>
  <p:clrMap bg1="dk1" tx1="lt1" bg2="dk2" tx2="lt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 id="2147483791" r:id="rId17"/>
    <p:sldLayoutId id="2147483792" r:id="rId18"/>
    <p:sldLayoutId id="2147483793" r:id="rId19"/>
    <p:sldLayoutId id="2147483794" r:id="rId20"/>
    <p:sldLayoutId id="2147483795" r:id="rId21"/>
    <p:sldLayoutId id="2147483796" r:id="rId22"/>
    <p:sldLayoutId id="2147483797" r:id="rId23"/>
    <p:sldLayoutId id="2147483798" r:id="rId24"/>
    <p:sldLayoutId id="2147483799" r:id="rId25"/>
    <p:sldLayoutId id="2147483800" r:id="rId26"/>
    <p:sldLayoutId id="2147483801" r:id="rId27"/>
    <p:sldLayoutId id="2147483802" r:id="rId28"/>
    <p:sldLayoutId id="2147483803" r:id="rId29"/>
    <p:sldLayoutId id="2147483804" r:id="rId30"/>
    <p:sldLayoutId id="2147483805" r:id="rId31"/>
    <p:sldLayoutId id="2147483806" r:id="rId32"/>
    <p:sldLayoutId id="2147483807" r:id="rId33"/>
    <p:sldLayoutId id="2147483808" r:id="rId34"/>
    <p:sldLayoutId id="2147483809" r:id="rId35"/>
    <p:sldLayoutId id="2147483810" r:id="rId36"/>
    <p:sldLayoutId id="2147483811" r:id="rId37"/>
    <p:sldLayoutId id="2147483812" r:id="rId38"/>
    <p:sldLayoutId id="2147483813" r:id="rId39"/>
    <p:sldLayoutId id="2147483814" r:id="rId40"/>
    <p:sldLayoutId id="2147483815" r:id="rId41"/>
    <p:sldLayoutId id="2147483816" r:id="rId42"/>
    <p:sldLayoutId id="2147483817" r:id="rId43"/>
    <p:sldLayoutId id="2147483818" r:id="rId44"/>
    <p:sldLayoutId id="2147483819" r:id="rId45"/>
    <p:sldLayoutId id="2147483820" r:id="rId46"/>
    <p:sldLayoutId id="2147483821" r:id="rId47"/>
    <p:sldLayoutId id="2147483822" r:id="rId48"/>
    <p:sldLayoutId id="2147483823" r:id="rId49"/>
    <p:sldLayoutId id="2147483824" r:id="rId50"/>
    <p:sldLayoutId id="2147483825" r:id="rId51"/>
    <p:sldLayoutId id="2147483826" r:id="rId52"/>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2276" rtl="0" eaLnBrk="1" fontAlgn="base" hangingPunct="1">
        <a:lnSpc>
          <a:spcPct val="80000"/>
        </a:lnSpc>
        <a:spcBef>
          <a:spcPct val="0"/>
        </a:spcBef>
        <a:spcAft>
          <a:spcPct val="0"/>
        </a:spcAft>
        <a:defRPr lang="en-US" sz="3733" b="0" i="0" u="none" kern="1200" dirty="0">
          <a:solidFill>
            <a:schemeClr val="tx2"/>
          </a:solidFill>
          <a:latin typeface="+mj-lt"/>
          <a:ea typeface="CiscoSansTT Thin"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226482" indent="-226482" algn="l" defTabSz="912276" rtl="0" eaLnBrk="1" fontAlgn="base" hangingPunct="1">
        <a:lnSpc>
          <a:spcPct val="95000"/>
        </a:lnSpc>
        <a:spcBef>
          <a:spcPts val="1433"/>
        </a:spcBef>
        <a:spcAft>
          <a:spcPct val="0"/>
        </a:spcAft>
        <a:buClr>
          <a:schemeClr val="tx2"/>
        </a:buClr>
        <a:buSzPct val="90000"/>
        <a:buFont typeface="Arial" charset="0"/>
        <a:buChar char="•"/>
        <a:defRPr lang="en-US" sz="2000" kern="1200" dirty="0">
          <a:solidFill>
            <a:schemeClr val="tx1"/>
          </a:solidFill>
          <a:latin typeface="+mn-lt"/>
          <a:ea typeface="ＭＳ Ｐゴシック" charset="0"/>
          <a:cs typeface="CiscoSans"/>
        </a:defRPr>
      </a:lvl1pPr>
      <a:lvl2pPr marL="478363" indent="-287865" algn="l" defTabSz="912276" rtl="0" eaLnBrk="1" fontAlgn="base" hangingPunct="1">
        <a:lnSpc>
          <a:spcPct val="95000"/>
        </a:lnSpc>
        <a:spcBef>
          <a:spcPts val="800"/>
        </a:spcBef>
        <a:spcAft>
          <a:spcPct val="0"/>
        </a:spcAft>
        <a:buClr>
          <a:schemeClr val="tx2"/>
        </a:buClr>
        <a:buFont typeface="Arial" charset="0"/>
        <a:buChar char="•"/>
        <a:defRPr lang="en-US" sz="1867" kern="1200" dirty="0">
          <a:solidFill>
            <a:schemeClr val="tx1"/>
          </a:solidFill>
          <a:latin typeface="+mn-lt"/>
          <a:ea typeface="ＭＳ Ｐゴシック" charset="0"/>
          <a:cs typeface="CiscoSans"/>
        </a:defRPr>
      </a:lvl2pPr>
      <a:lvl3pPr marL="575728" indent="-226482" algn="l" defTabSz="912276" rtl="0" eaLnBrk="1" fontAlgn="base" hangingPunct="1">
        <a:lnSpc>
          <a:spcPct val="95000"/>
        </a:lnSpc>
        <a:spcBef>
          <a:spcPts val="833"/>
        </a:spcBef>
        <a:spcAft>
          <a:spcPct val="0"/>
        </a:spcAft>
        <a:buFont typeface="Arial" charset="0"/>
        <a:buChar char="•"/>
        <a:defRPr lang="en-US" sz="1600" kern="1200" dirty="0">
          <a:solidFill>
            <a:schemeClr val="tx1"/>
          </a:solidFill>
          <a:latin typeface="+mn-lt"/>
          <a:ea typeface="ＭＳ Ｐゴシック" charset="0"/>
          <a:cs typeface="CiscoSans"/>
        </a:defRPr>
      </a:lvl3pPr>
      <a:lvl4pPr marL="670978" indent="-226482" algn="l" defTabSz="912276" rtl="0" eaLnBrk="1" fontAlgn="base" hangingPunct="1">
        <a:lnSpc>
          <a:spcPct val="95000"/>
        </a:lnSpc>
        <a:spcBef>
          <a:spcPts val="833"/>
        </a:spcBef>
        <a:spcAft>
          <a:spcPct val="0"/>
        </a:spcAft>
        <a:buFont typeface="Arial" charset="0"/>
        <a:buChar char="•"/>
        <a:defRPr lang="en-US" sz="1467" kern="1200" dirty="0">
          <a:solidFill>
            <a:schemeClr val="tx1"/>
          </a:solidFill>
          <a:latin typeface="+mn-lt"/>
          <a:ea typeface="ＭＳ Ｐゴシック" charset="0"/>
          <a:cs typeface="CiscoSans"/>
        </a:defRPr>
      </a:lvl4pPr>
      <a:lvl5pPr marL="766228" indent="-226482" algn="l" defTabSz="912276" rtl="0" eaLnBrk="1" fontAlgn="base" hangingPunct="1">
        <a:lnSpc>
          <a:spcPct val="95000"/>
        </a:lnSpc>
        <a:spcBef>
          <a:spcPts val="833"/>
        </a:spcBef>
        <a:spcAft>
          <a:spcPct val="0"/>
        </a:spcAft>
        <a:buFont typeface="Arial" charset="0"/>
        <a:buChar char="•"/>
        <a:defRPr lang="en-US" sz="1467" kern="1200" dirty="0">
          <a:solidFill>
            <a:schemeClr val="tx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0">
          <p15:clr>
            <a:srgbClr val="F26B43"/>
          </p15:clr>
        </p15:guide>
        <p15:guide id="2" pos="384">
          <p15:clr>
            <a:srgbClr val="F26B43"/>
          </p15:clr>
        </p15:guide>
        <p15:guide id="3" pos="7296">
          <p15:clr>
            <a:srgbClr val="F26B43"/>
          </p15:clr>
        </p15:guide>
        <p15:guide id="4" orient="horz" pos="1392">
          <p15:clr>
            <a:srgbClr val="F26B43"/>
          </p15:clr>
        </p15:guide>
        <p15:guide id="5" orient="horz" pos="272">
          <p15:clr>
            <a:srgbClr val="F26B43"/>
          </p15:clr>
        </p15:guide>
        <p15:guide id="6" pos="3835">
          <p15:clr>
            <a:srgbClr val="F26B43"/>
          </p15:clr>
        </p15:guide>
        <p15:guide id="7" orient="horz" pos="1616">
          <p15:clr>
            <a:srgbClr val="F26B43"/>
          </p15:clr>
        </p15:guide>
        <p15:guide id="9" orient="horz" pos="3856">
          <p15:clr>
            <a:srgbClr val="F26B43"/>
          </p15:clr>
        </p15:guide>
        <p15:guide id="10" orient="horz" pos="464">
          <p15:clr>
            <a:srgbClr val="F26B43"/>
          </p15:clr>
        </p15:guide>
        <p15:guide id="11" orient="horz" pos="1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43E5826-E261-5240-BCCC-F517FDB6EBB5}"/>
              </a:ext>
            </a:extLst>
          </p:cNvPr>
          <p:cNvSpPr>
            <a:spLocks noChangeArrowheads="1"/>
          </p:cNvSpPr>
          <p:nvPr/>
        </p:nvSpPr>
        <p:spPr bwMode="ltGray">
          <a:xfrm>
            <a:off x="1142755" y="6383796"/>
            <a:ext cx="4534733" cy="164924"/>
          </a:xfrm>
          <a:prstGeom prst="rect">
            <a:avLst/>
          </a:prstGeom>
          <a:noFill/>
          <a:ln w="9525">
            <a:noFill/>
            <a:miter lim="800000"/>
            <a:headEnd/>
            <a:tailEnd/>
          </a:ln>
          <a:effectLst/>
        </p:spPr>
        <p:txBody>
          <a:bodyPr wrap="square" lIns="82115" tIns="41056" rIns="82115" bIns="41056" anchor="b">
            <a:spAutoFit/>
          </a:bodyPr>
          <a:lstStyle/>
          <a:p>
            <a:pPr defTabSz="814318" fontAlgn="auto">
              <a:spcBef>
                <a:spcPts val="0"/>
              </a:spcBef>
              <a:spcAft>
                <a:spcPts val="0"/>
              </a:spcAft>
              <a:defRPr/>
            </a:pPr>
            <a:r>
              <a:rPr lang="en-US" sz="533" b="0" i="0" spc="27" baseline="0">
                <a:solidFill>
                  <a:schemeClr val="tx1"/>
                </a:solidFill>
                <a:latin typeface="CiscoSansTT Light" panose="020B0503020201020303" pitchFamily="34" charset="0"/>
                <a:ea typeface="+mn-ea"/>
                <a:cs typeface="CiscoSansTT Light" panose="020B0503020201020303" pitchFamily="34" charset="0"/>
              </a:rPr>
              <a:t>© 2022  Cisco and/or its affiliates. All rights reserved.   Cisco Confidential</a:t>
            </a:r>
          </a:p>
        </p:txBody>
      </p:sp>
      <p:pic>
        <p:nvPicPr>
          <p:cNvPr id="6" name="Picture 7">
            <a:extLst>
              <a:ext uri="{FF2B5EF4-FFF2-40B4-BE49-F238E27FC236}">
                <a16:creationId xmlns:a16="http://schemas.microsoft.com/office/drawing/2014/main" id="{563804D0-1B5B-924C-8995-DA787F4942D5}"/>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7"/>
              </a:ext>
            </a:extLst>
          </a:blip>
          <a:srcRect/>
          <a:stretch/>
        </p:blipFill>
        <p:spPr>
          <a:xfrm>
            <a:off x="609602" y="6342698"/>
            <a:ext cx="396305" cy="208228"/>
          </a:xfrm>
          <a:prstGeom prst="rect">
            <a:avLst/>
          </a:prstGeom>
        </p:spPr>
      </p:pic>
      <p:sp>
        <p:nvSpPr>
          <p:cNvPr id="3" name="TextBox 2">
            <a:extLst>
              <a:ext uri="{FF2B5EF4-FFF2-40B4-BE49-F238E27FC236}">
                <a16:creationId xmlns:a16="http://schemas.microsoft.com/office/drawing/2014/main" id="{0CDA56E5-DBB7-030D-D0D4-87190F8F390F}"/>
              </a:ext>
            </a:extLst>
          </p:cNvPr>
          <p:cNvSpPr txBox="1"/>
          <p:nvPr>
            <p:extLst>
              <p:ext uri="{1162E1C5-73C7-4A58-AE30-91384D911F3F}">
                <p184:classification xmlns:p184="http://schemas.microsoft.com/office/powerpoint/2018/4/main" val="ftr"/>
              </p:ext>
            </p:extLst>
          </p:nvPr>
        </p:nvSpPr>
        <p:spPr>
          <a:xfrm>
            <a:off x="11385550" y="6672580"/>
            <a:ext cx="765175" cy="121920"/>
          </a:xfrm>
          <a:prstGeom prst="rect">
            <a:avLst/>
          </a:prstGeom>
        </p:spPr>
        <p:txBody>
          <a:bodyPr horzOverflow="overflow" lIns="0" tIns="0" rIns="0" bIns="0">
            <a:spAutoFit/>
          </a:bodyPr>
          <a:lstStyle/>
          <a:p>
            <a:pPr algn="l"/>
            <a:r>
              <a:rPr lang="en-GB" sz="800">
                <a:solidFill>
                  <a:srgbClr val="000000"/>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extLst>
      <p:ext uri="{BB962C8B-B14F-4D97-AF65-F5344CB8AC3E}">
        <p14:creationId xmlns:p14="http://schemas.microsoft.com/office/powerpoint/2010/main" val="1024659143"/>
      </p:ext>
    </p:extLst>
  </p:cSld>
  <p:clrMap bg1="dk1" tx1="lt1" bg2="dk2" tx2="lt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 id="2147483839" r:id="rId12"/>
    <p:sldLayoutId id="2147483840" r:id="rId13"/>
    <p:sldLayoutId id="2147483841" r:id="rId14"/>
    <p:sldLayoutId id="2147483842" r:id="rId15"/>
    <p:sldLayoutId id="2147483843" r:id="rId16"/>
    <p:sldLayoutId id="2147483844" r:id="rId17"/>
    <p:sldLayoutId id="2147483845" r:id="rId18"/>
    <p:sldLayoutId id="2147483846" r:id="rId19"/>
    <p:sldLayoutId id="2147483847" r:id="rId20"/>
    <p:sldLayoutId id="2147483848" r:id="rId21"/>
    <p:sldLayoutId id="2147483849" r:id="rId22"/>
    <p:sldLayoutId id="2147483850" r:id="rId23"/>
    <p:sldLayoutId id="2147483851" r:id="rId24"/>
    <p:sldLayoutId id="2147483852" r:id="rId25"/>
    <p:sldLayoutId id="2147483853" r:id="rId26"/>
    <p:sldLayoutId id="2147483854" r:id="rId27"/>
    <p:sldLayoutId id="2147483855" r:id="rId28"/>
    <p:sldLayoutId id="2147483856" r:id="rId29"/>
    <p:sldLayoutId id="2147483857" r:id="rId30"/>
    <p:sldLayoutId id="2147483858" r:id="rId31"/>
    <p:sldLayoutId id="2147483859" r:id="rId32"/>
    <p:sldLayoutId id="2147483860" r:id="rId33"/>
    <p:sldLayoutId id="2147483861" r:id="rId34"/>
    <p:sldLayoutId id="2147483862" r:id="rId35"/>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2276" rtl="0" eaLnBrk="1" fontAlgn="base" hangingPunct="1">
        <a:lnSpc>
          <a:spcPct val="80000"/>
        </a:lnSpc>
        <a:spcBef>
          <a:spcPct val="0"/>
        </a:spcBef>
        <a:spcAft>
          <a:spcPct val="0"/>
        </a:spcAft>
        <a:defRPr lang="en-US" sz="3733" b="0" i="0" u="none" kern="1200" dirty="0">
          <a:solidFill>
            <a:schemeClr val="tx2"/>
          </a:solidFill>
          <a:latin typeface="+mj-lt"/>
          <a:ea typeface="CiscoSansTT Thin"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226482" indent="-226482" algn="l" defTabSz="912276" rtl="0" eaLnBrk="1" fontAlgn="base" hangingPunct="1">
        <a:lnSpc>
          <a:spcPct val="95000"/>
        </a:lnSpc>
        <a:spcBef>
          <a:spcPts val="1433"/>
        </a:spcBef>
        <a:spcAft>
          <a:spcPct val="0"/>
        </a:spcAft>
        <a:buClr>
          <a:schemeClr val="tx2"/>
        </a:buClr>
        <a:buSzPct val="90000"/>
        <a:buFont typeface="Arial" charset="0"/>
        <a:buChar char="•"/>
        <a:defRPr lang="en-US" sz="2000" kern="1200" dirty="0">
          <a:solidFill>
            <a:schemeClr val="tx1"/>
          </a:solidFill>
          <a:latin typeface="+mn-lt"/>
          <a:ea typeface="ＭＳ Ｐゴシック" charset="0"/>
          <a:cs typeface="CiscoSans"/>
        </a:defRPr>
      </a:lvl1pPr>
      <a:lvl2pPr marL="478363" indent="-287865" algn="l" defTabSz="912276" rtl="0" eaLnBrk="1" fontAlgn="base" hangingPunct="1">
        <a:lnSpc>
          <a:spcPct val="95000"/>
        </a:lnSpc>
        <a:spcBef>
          <a:spcPts val="800"/>
        </a:spcBef>
        <a:spcAft>
          <a:spcPct val="0"/>
        </a:spcAft>
        <a:buClr>
          <a:schemeClr val="tx2"/>
        </a:buClr>
        <a:buFont typeface="Arial" charset="0"/>
        <a:buChar char="•"/>
        <a:defRPr lang="en-US" sz="1867" kern="1200" dirty="0">
          <a:solidFill>
            <a:schemeClr val="tx1"/>
          </a:solidFill>
          <a:latin typeface="+mn-lt"/>
          <a:ea typeface="ＭＳ Ｐゴシック" charset="0"/>
          <a:cs typeface="CiscoSans"/>
        </a:defRPr>
      </a:lvl2pPr>
      <a:lvl3pPr marL="575728" indent="-226482" algn="l" defTabSz="912276" rtl="0" eaLnBrk="1" fontAlgn="base" hangingPunct="1">
        <a:lnSpc>
          <a:spcPct val="95000"/>
        </a:lnSpc>
        <a:spcBef>
          <a:spcPts val="833"/>
        </a:spcBef>
        <a:spcAft>
          <a:spcPct val="0"/>
        </a:spcAft>
        <a:buFont typeface="Arial" charset="0"/>
        <a:buChar char="•"/>
        <a:defRPr lang="en-US" sz="1600" kern="1200" dirty="0">
          <a:solidFill>
            <a:schemeClr val="tx1"/>
          </a:solidFill>
          <a:latin typeface="+mn-lt"/>
          <a:ea typeface="ＭＳ Ｐゴシック" charset="0"/>
          <a:cs typeface="CiscoSans"/>
        </a:defRPr>
      </a:lvl3pPr>
      <a:lvl4pPr marL="670978" indent="-226482" algn="l" defTabSz="912276" rtl="0" eaLnBrk="1" fontAlgn="base" hangingPunct="1">
        <a:lnSpc>
          <a:spcPct val="95000"/>
        </a:lnSpc>
        <a:spcBef>
          <a:spcPts val="833"/>
        </a:spcBef>
        <a:spcAft>
          <a:spcPct val="0"/>
        </a:spcAft>
        <a:buFont typeface="Arial" charset="0"/>
        <a:buChar char="•"/>
        <a:defRPr lang="en-US" sz="1467" kern="1200" dirty="0">
          <a:solidFill>
            <a:schemeClr val="tx1"/>
          </a:solidFill>
          <a:latin typeface="+mn-lt"/>
          <a:ea typeface="ＭＳ Ｐゴシック" charset="0"/>
          <a:cs typeface="CiscoSans"/>
        </a:defRPr>
      </a:lvl4pPr>
      <a:lvl5pPr marL="766228" indent="-226482" algn="l" defTabSz="912276" rtl="0" eaLnBrk="1" fontAlgn="base" hangingPunct="1">
        <a:lnSpc>
          <a:spcPct val="95000"/>
        </a:lnSpc>
        <a:spcBef>
          <a:spcPts val="833"/>
        </a:spcBef>
        <a:spcAft>
          <a:spcPct val="0"/>
        </a:spcAft>
        <a:buFont typeface="Arial" charset="0"/>
        <a:buChar char="•"/>
        <a:defRPr lang="en-US" sz="1467" kern="1200" dirty="0">
          <a:solidFill>
            <a:schemeClr val="tx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0">
          <p15:clr>
            <a:srgbClr val="F26B43"/>
          </p15:clr>
        </p15:guide>
        <p15:guide id="2" pos="384">
          <p15:clr>
            <a:srgbClr val="F26B43"/>
          </p15:clr>
        </p15:guide>
        <p15:guide id="3" pos="7296">
          <p15:clr>
            <a:srgbClr val="F26B43"/>
          </p15:clr>
        </p15:guide>
        <p15:guide id="4" orient="horz" pos="1392">
          <p15:clr>
            <a:srgbClr val="F26B43"/>
          </p15:clr>
        </p15:guide>
        <p15:guide id="5" orient="horz" pos="272">
          <p15:clr>
            <a:srgbClr val="F26B43"/>
          </p15:clr>
        </p15:guide>
        <p15:guide id="6" pos="3835">
          <p15:clr>
            <a:srgbClr val="F26B43"/>
          </p15:clr>
        </p15:guide>
        <p15:guide id="7" orient="horz" pos="1616">
          <p15:clr>
            <a:srgbClr val="F26B43"/>
          </p15:clr>
        </p15:guide>
        <p15:guide id="9" orient="horz" pos="3856">
          <p15:clr>
            <a:srgbClr val="F26B43"/>
          </p15:clr>
        </p15:guide>
        <p15:guide id="10" orient="horz" pos="480">
          <p15:clr>
            <a:srgbClr val="F26B43"/>
          </p15:clr>
        </p15:guide>
        <p15:guide id="11" orient="horz" pos="1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jpg"/><Relationship Id="rId1" Type="http://schemas.openxmlformats.org/officeDocument/2006/relationships/slideLayout" Target="../slideLayouts/slideLayout26.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2.png"/><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2.png"/><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26.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35.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image" Target="../media/image34.png"/><Relationship Id="rId1" Type="http://schemas.openxmlformats.org/officeDocument/2006/relationships/slideLayout" Target="../slideLayouts/slideLayout26.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29.png"/><Relationship Id="rId10" Type="http://schemas.openxmlformats.org/officeDocument/2006/relationships/image" Target="../media/image41.png"/><Relationship Id="rId4" Type="http://schemas.openxmlformats.org/officeDocument/2006/relationships/image" Target="../media/image36.png"/><Relationship Id="rId9" Type="http://schemas.openxmlformats.org/officeDocument/2006/relationships/image" Target="../media/image40.png"/></Relationships>
</file>

<file path=ppt/slides/_rels/slide11.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35.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image" Target="../media/image34.png"/><Relationship Id="rId1" Type="http://schemas.openxmlformats.org/officeDocument/2006/relationships/slideLayout" Target="../slideLayouts/slideLayout26.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29.png"/><Relationship Id="rId10" Type="http://schemas.openxmlformats.org/officeDocument/2006/relationships/image" Target="../media/image41.png"/><Relationship Id="rId4" Type="http://schemas.openxmlformats.org/officeDocument/2006/relationships/image" Target="../media/image36.png"/><Relationship Id="rId9" Type="http://schemas.openxmlformats.org/officeDocument/2006/relationships/image" Target="../media/image40.png"/></Relationships>
</file>

<file path=ppt/slides/_rels/slide12.xml.rels><?xml version="1.0" encoding="UTF-8" standalone="yes"?>
<Relationships xmlns="http://schemas.openxmlformats.org/package/2006/relationships"><Relationship Id="rId8" Type="http://schemas.openxmlformats.org/officeDocument/2006/relationships/image" Target="../media/image50.jpeg"/><Relationship Id="rId3" Type="http://schemas.openxmlformats.org/officeDocument/2006/relationships/image" Target="../media/image22.png"/><Relationship Id="rId7" Type="http://schemas.openxmlformats.org/officeDocument/2006/relationships/image" Target="../media/image49.jpeg"/><Relationship Id="rId2" Type="http://schemas.openxmlformats.org/officeDocument/2006/relationships/image" Target="../media/image45.png"/><Relationship Id="rId1" Type="http://schemas.openxmlformats.org/officeDocument/2006/relationships/slideLayout" Target="../slideLayouts/slideLayout137.xml"/><Relationship Id="rId6" Type="http://schemas.openxmlformats.org/officeDocument/2006/relationships/image" Target="../media/image48.jpeg"/><Relationship Id="rId5" Type="http://schemas.openxmlformats.org/officeDocument/2006/relationships/image" Target="../media/image47.jpeg"/><Relationship Id="rId4" Type="http://schemas.openxmlformats.org/officeDocument/2006/relationships/image" Target="../media/image46.jpeg"/><Relationship Id="rId9" Type="http://schemas.openxmlformats.org/officeDocument/2006/relationships/image" Target="../media/image21.jp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2.png"/><Relationship Id="rId1" Type="http://schemas.openxmlformats.org/officeDocument/2006/relationships/slideLayout" Target="../slideLayouts/slideLayout26.xml"/><Relationship Id="rId5" Type="http://schemas.openxmlformats.org/officeDocument/2006/relationships/image" Target="../media/image23.png"/><Relationship Id="rId4" Type="http://schemas.openxmlformats.org/officeDocument/2006/relationships/hyperlink" Target="https://ciscosales.lightning.force.com/lightning/r/7012T000004DS1MQAW/view"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ciscosales.lightning.force.com/lightning/r/7012T000004DS1MQAW/view" TargetMode="External"/><Relationship Id="rId1" Type="http://schemas.openxmlformats.org/officeDocument/2006/relationships/slideLayout" Target="../slideLayouts/slideLayout26.xml"/><Relationship Id="rId4" Type="http://schemas.openxmlformats.org/officeDocument/2006/relationships/image" Target="../media/image52.png"/></Relationships>
</file>

<file path=ppt/slides/_rels/slide1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hyperlink" Target="https://ciscosales.lightning.force.com/lightning/r/7012T000004DS1MQAW/view" TargetMode="External"/><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326497-743B-F0E9-466E-F52B24B90B74}"/>
              </a:ext>
            </a:extLst>
          </p:cNvPr>
          <p:cNvSpPr>
            <a:spLocks noGrp="1"/>
          </p:cNvSpPr>
          <p:nvPr>
            <p:ph type="ctrTitle"/>
          </p:nvPr>
        </p:nvSpPr>
        <p:spPr/>
        <p:txBody>
          <a:bodyPr/>
          <a:lstStyle/>
          <a:p>
            <a:r>
              <a:rPr lang="en-GB" dirty="0"/>
              <a:t>Process and Tool Impact</a:t>
            </a:r>
          </a:p>
        </p:txBody>
      </p:sp>
      <p:sp>
        <p:nvSpPr>
          <p:cNvPr id="6" name="Text Placeholder 5">
            <a:extLst>
              <a:ext uri="{FF2B5EF4-FFF2-40B4-BE49-F238E27FC236}">
                <a16:creationId xmlns:a16="http://schemas.microsoft.com/office/drawing/2014/main" id="{262C3B3E-022B-D901-0361-2FD5133FBF29}"/>
              </a:ext>
            </a:extLst>
          </p:cNvPr>
          <p:cNvSpPr>
            <a:spLocks noGrp="1"/>
          </p:cNvSpPr>
          <p:nvPr>
            <p:ph type="body" sz="quarter" idx="13"/>
          </p:nvPr>
        </p:nvSpPr>
        <p:spPr/>
        <p:txBody>
          <a:bodyPr/>
          <a:lstStyle/>
          <a:p>
            <a:r>
              <a:rPr lang="en-GB"/>
              <a:t>CTT IDs</a:t>
            </a:r>
          </a:p>
        </p:txBody>
      </p:sp>
      <p:sp>
        <p:nvSpPr>
          <p:cNvPr id="5" name="Subtitle 4">
            <a:extLst>
              <a:ext uri="{FF2B5EF4-FFF2-40B4-BE49-F238E27FC236}">
                <a16:creationId xmlns:a16="http://schemas.microsoft.com/office/drawing/2014/main" id="{03EC8C32-F2DC-7D55-E2EC-0B67B66EE636}"/>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052012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2E6F857-082D-E41A-5424-31F4B96A0D7A}"/>
              </a:ext>
            </a:extLst>
          </p:cNvPr>
          <p:cNvSpPr>
            <a:spLocks noGrp="1"/>
          </p:cNvSpPr>
          <p:nvPr>
            <p:ph type="body" sz="quarter" idx="14"/>
          </p:nvPr>
        </p:nvSpPr>
        <p:spPr/>
        <p:txBody>
          <a:bodyPr/>
          <a:lstStyle/>
          <a:p>
            <a:endParaRPr lang="en-GB" sz="1800" dirty="0"/>
          </a:p>
        </p:txBody>
      </p:sp>
      <p:sp>
        <p:nvSpPr>
          <p:cNvPr id="6" name="Text Placeholder 5">
            <a:extLst>
              <a:ext uri="{FF2B5EF4-FFF2-40B4-BE49-F238E27FC236}">
                <a16:creationId xmlns:a16="http://schemas.microsoft.com/office/drawing/2014/main" id="{A4DE9BD9-3770-4DC7-934B-5E5AABDA8678}"/>
              </a:ext>
            </a:extLst>
          </p:cNvPr>
          <p:cNvSpPr>
            <a:spLocks noGrp="1"/>
          </p:cNvSpPr>
          <p:nvPr>
            <p:ph type="body" sz="quarter" idx="23"/>
          </p:nvPr>
        </p:nvSpPr>
        <p:spPr>
          <a:prstGeom prst="rect">
            <a:avLst/>
          </a:prstGeom>
        </p:spPr>
        <p:txBody>
          <a:bodyPr/>
          <a:lstStyle/>
          <a:p>
            <a:r>
              <a:rPr lang="en-GB" dirty="0"/>
              <a:t>Activity ID Processes and Tools</a:t>
            </a:r>
          </a:p>
        </p:txBody>
      </p:sp>
      <p:sp>
        <p:nvSpPr>
          <p:cNvPr id="13" name="TextBox 12">
            <a:extLst>
              <a:ext uri="{FF2B5EF4-FFF2-40B4-BE49-F238E27FC236}">
                <a16:creationId xmlns:a16="http://schemas.microsoft.com/office/drawing/2014/main" id="{2063C149-A5AF-A165-DAB5-6449DD891385}"/>
              </a:ext>
            </a:extLst>
          </p:cNvPr>
          <p:cNvSpPr txBox="1"/>
          <p:nvPr/>
        </p:nvSpPr>
        <p:spPr>
          <a:xfrm>
            <a:off x="6314536" y="1494587"/>
            <a:ext cx="5633049" cy="378565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GB" sz="2400" dirty="0">
                <a:latin typeface="Arial"/>
                <a:ea typeface="ＭＳ Ｐゴシック"/>
              </a:rPr>
              <a:t>Landing Page Metadata</a:t>
            </a:r>
          </a:p>
          <a:p>
            <a:pPr marL="285750" indent="-285750">
              <a:buFont typeface="Arial" panose="020B0604020202020204" pitchFamily="34" charset="0"/>
              <a:buChar char="•"/>
            </a:pPr>
            <a:r>
              <a:rPr lang="en-GB" sz="2400" dirty="0">
                <a:latin typeface="Arial"/>
                <a:ea typeface="ＭＳ Ｐゴシック"/>
              </a:rPr>
              <a:t>Ctm.js logic</a:t>
            </a:r>
            <a:endParaRPr lang="en-GB" dirty="0"/>
          </a:p>
          <a:p>
            <a:pPr marL="285750" indent="-285750">
              <a:buFont typeface="Arial" panose="020B0604020202020204" pitchFamily="34" charset="0"/>
              <a:buChar char="•"/>
            </a:pPr>
            <a:r>
              <a:rPr lang="en-GB" sz="2400" dirty="0">
                <a:latin typeface="Arial"/>
                <a:ea typeface="ＭＳ Ｐゴシック"/>
              </a:rPr>
              <a:t>Lead Routing in SFDC</a:t>
            </a:r>
            <a:endParaRPr lang="en-GB" dirty="0"/>
          </a:p>
          <a:p>
            <a:pPr marL="285750" indent="-285750">
              <a:buFont typeface="Arial" panose="020B0604020202020204" pitchFamily="34" charset="0"/>
              <a:buChar char="•"/>
            </a:pPr>
            <a:r>
              <a:rPr lang="en-GB" sz="2400" dirty="0">
                <a:latin typeface="Arial"/>
                <a:ea typeface="ＭＳ Ｐゴシック"/>
              </a:rPr>
              <a:t>Alignment to Conversica Campaigns</a:t>
            </a:r>
            <a:endParaRPr lang="en-GB" dirty="0"/>
          </a:p>
          <a:p>
            <a:pPr marL="285750" indent="-285750">
              <a:buFont typeface="Arial" panose="020B0604020202020204" pitchFamily="34" charset="0"/>
              <a:buChar char="•"/>
            </a:pPr>
            <a:r>
              <a:rPr lang="en-GB" sz="2400" strike="sngStrike" dirty="0">
                <a:latin typeface="Arial"/>
                <a:ea typeface="ＭＳ Ｐゴシック"/>
              </a:rPr>
              <a:t>Mandatory field for manual upload process</a:t>
            </a:r>
            <a:endParaRPr lang="en-GB" strike="sngStrike" dirty="0"/>
          </a:p>
          <a:p>
            <a:pPr marL="342900" indent="-342900">
              <a:buFont typeface="Arial" panose="020B0604020202020204" pitchFamily="34" charset="0"/>
              <a:buChar char="•"/>
            </a:pPr>
            <a:r>
              <a:rPr lang="en-GB" sz="2400" dirty="0">
                <a:latin typeface="Arial"/>
                <a:ea typeface="ＭＳ Ｐゴシック"/>
              </a:rPr>
              <a:t>Mandatory field for event integrations</a:t>
            </a:r>
            <a:endParaRPr lang="en-GB" dirty="0"/>
          </a:p>
          <a:p>
            <a:pPr marL="342900" indent="-342900">
              <a:buFont typeface="Arial" panose="020B0604020202020204" pitchFamily="34" charset="0"/>
              <a:buChar char="•"/>
            </a:pPr>
            <a:r>
              <a:rPr lang="en-GB" sz="2400" dirty="0">
                <a:latin typeface="Arial"/>
                <a:ea typeface="ＭＳ Ｐゴシック"/>
              </a:rPr>
              <a:t>Data attributes captured in CDF and ADF – Unknown Impact</a:t>
            </a:r>
            <a:endParaRPr lang="en-GB" sz="2400" dirty="0">
              <a:latin typeface="Arial"/>
            </a:endParaRPr>
          </a:p>
          <a:p>
            <a:endParaRPr lang="en-GB" sz="2400" dirty="0">
              <a:latin typeface="Arial"/>
            </a:endParaRPr>
          </a:p>
        </p:txBody>
      </p:sp>
      <p:sp>
        <p:nvSpPr>
          <p:cNvPr id="14" name="TextBox 13">
            <a:extLst>
              <a:ext uri="{FF2B5EF4-FFF2-40B4-BE49-F238E27FC236}">
                <a16:creationId xmlns:a16="http://schemas.microsoft.com/office/drawing/2014/main" id="{45F65B16-500A-6074-6D21-B9E29280A072}"/>
              </a:ext>
            </a:extLst>
          </p:cNvPr>
          <p:cNvSpPr txBox="1"/>
          <p:nvPr/>
        </p:nvSpPr>
        <p:spPr>
          <a:xfrm>
            <a:off x="687237" y="1494587"/>
            <a:ext cx="5256363" cy="3672636"/>
          </a:xfrm>
          <a:prstGeom prst="rect">
            <a:avLst/>
          </a:prstGeom>
          <a:noFill/>
        </p:spPr>
        <p:txBody>
          <a:bodyPr wrap="square" rtlCol="0">
            <a:spAutoFit/>
          </a:bodyPr>
          <a:lstStyle/>
          <a:p>
            <a:pPr marL="285750" indent="-285750">
              <a:buFont typeface="Arial" panose="020B0604020202020204" pitchFamily="34" charset="0"/>
              <a:buChar char="•"/>
            </a:pPr>
            <a:r>
              <a:rPr lang="en-GB" sz="2400" dirty="0"/>
              <a:t>APIs (Tray, Allocadia, Eloqua, VDC Tools)</a:t>
            </a:r>
          </a:p>
          <a:p>
            <a:pPr marL="285750" indent="-285750">
              <a:buFont typeface="Arial" panose="020B0604020202020204" pitchFamily="34" charset="0"/>
              <a:buChar char="•"/>
            </a:pPr>
            <a:r>
              <a:rPr lang="en-GB" sz="2400" strike="sngStrike" dirty="0"/>
              <a:t>Create SFDC Campaigns</a:t>
            </a:r>
          </a:p>
          <a:p>
            <a:pPr marL="285750" indent="-285750">
              <a:buFont typeface="Arial" panose="020B0604020202020204" pitchFamily="34" charset="0"/>
              <a:buChar char="•"/>
            </a:pPr>
            <a:r>
              <a:rPr lang="en-GB" sz="2400" strike="sngStrike" dirty="0"/>
              <a:t>Mandatory field for Lead Creation</a:t>
            </a:r>
          </a:p>
          <a:p>
            <a:pPr marL="285750" indent="-285750">
              <a:buFont typeface="Arial" panose="020B0604020202020204" pitchFamily="34" charset="0"/>
              <a:buChar char="•"/>
            </a:pPr>
            <a:r>
              <a:rPr lang="en-GB" sz="2400" strike="sngStrike" dirty="0"/>
              <a:t>Visibility to LDR of Activity Name and Description</a:t>
            </a:r>
          </a:p>
          <a:p>
            <a:pPr marL="285750" indent="-285750">
              <a:buFont typeface="Arial" panose="020B0604020202020204" pitchFamily="34" charset="0"/>
              <a:buChar char="•"/>
            </a:pPr>
            <a:r>
              <a:rPr lang="en-GB" sz="2400" dirty="0"/>
              <a:t>Values for Eloqua Picklists of AOJs</a:t>
            </a:r>
          </a:p>
          <a:p>
            <a:pPr marL="285750" indent="-285750">
              <a:buFont typeface="Arial" panose="020B0604020202020204" pitchFamily="34" charset="0"/>
              <a:buChar char="•"/>
            </a:pPr>
            <a:r>
              <a:rPr lang="en-GB" sz="2400" strike="sngStrike" dirty="0"/>
              <a:t>Tray processing flows</a:t>
            </a:r>
          </a:p>
          <a:p>
            <a:pPr marL="285750" indent="-285750">
              <a:buFont typeface="Arial" panose="020B0604020202020204" pitchFamily="34" charset="0"/>
              <a:buChar char="•"/>
            </a:pPr>
            <a:r>
              <a:rPr lang="en-GB" sz="2400" dirty="0"/>
              <a:t>ABX 0 Opportunity alignment</a:t>
            </a:r>
          </a:p>
          <a:p>
            <a:endParaRPr lang="en-GB" dirty="0">
              <a:latin typeface="+mn-lt"/>
            </a:endParaRPr>
          </a:p>
        </p:txBody>
      </p:sp>
    </p:spTree>
    <p:extLst>
      <p:ext uri="{BB962C8B-B14F-4D97-AF65-F5344CB8AC3E}">
        <p14:creationId xmlns:p14="http://schemas.microsoft.com/office/powerpoint/2010/main" val="31261344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CFBEB3-C94A-87AB-1BC7-721058F39523}"/>
              </a:ext>
            </a:extLst>
          </p:cNvPr>
          <p:cNvSpPr>
            <a:spLocks noGrp="1"/>
          </p:cNvSpPr>
          <p:nvPr>
            <p:ph type="body" sz="quarter" idx="82"/>
          </p:nvPr>
        </p:nvSpPr>
        <p:spPr/>
        <p:txBody>
          <a:bodyPr/>
          <a:lstStyle/>
          <a:p>
            <a:r>
              <a:rPr lang="en-GB"/>
              <a:t>Impacts</a:t>
            </a:r>
          </a:p>
        </p:txBody>
      </p:sp>
      <p:sp>
        <p:nvSpPr>
          <p:cNvPr id="34" name="Rectangle: Rounded Corners 33">
            <a:extLst>
              <a:ext uri="{FF2B5EF4-FFF2-40B4-BE49-F238E27FC236}">
                <a16:creationId xmlns:a16="http://schemas.microsoft.com/office/drawing/2014/main" id="{74286A6F-59FD-74F9-940E-C3B6BB09909A}"/>
              </a:ext>
            </a:extLst>
          </p:cNvPr>
          <p:cNvSpPr/>
          <p:nvPr/>
        </p:nvSpPr>
        <p:spPr>
          <a:xfrm>
            <a:off x="7322405" y="5992186"/>
            <a:ext cx="1246004" cy="250166"/>
          </a:xfrm>
          <a:prstGeom prst="roundRect">
            <a:avLst/>
          </a:prstGeom>
          <a:solidFill>
            <a:schemeClr val="accent2">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000" b="0" i="0" u="none" strike="noStrike" kern="1200" cap="none" spc="0" normalizeH="0" baseline="0" noProof="0">
                <a:ln>
                  <a:noFill/>
                </a:ln>
                <a:solidFill>
                  <a:srgbClr val="414244"/>
                </a:solidFill>
                <a:effectLst/>
                <a:uLnTx/>
                <a:uFillTx/>
                <a:latin typeface="CiscoSansTT Light"/>
                <a:ea typeface="+mn-ea"/>
                <a:cs typeface="+mn-cs"/>
              </a:rPr>
              <a:t>None</a:t>
            </a:r>
          </a:p>
        </p:txBody>
      </p:sp>
      <p:sp>
        <p:nvSpPr>
          <p:cNvPr id="35" name="Rectangle: Rounded Corners 34">
            <a:extLst>
              <a:ext uri="{FF2B5EF4-FFF2-40B4-BE49-F238E27FC236}">
                <a16:creationId xmlns:a16="http://schemas.microsoft.com/office/drawing/2014/main" id="{6CDE1D5B-9EFB-509A-A579-31D71D80E2B1}"/>
              </a:ext>
            </a:extLst>
          </p:cNvPr>
          <p:cNvSpPr/>
          <p:nvPr/>
        </p:nvSpPr>
        <p:spPr>
          <a:xfrm>
            <a:off x="5780202" y="5992186"/>
            <a:ext cx="1246004" cy="250166"/>
          </a:xfrm>
          <a:prstGeom prst="roundRect">
            <a:avLst/>
          </a:prstGeom>
          <a:solidFill>
            <a:schemeClr val="accent2">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000" b="0" i="0" u="none" strike="noStrike" kern="1200" cap="none" spc="0" normalizeH="0" baseline="0" noProof="0">
                <a:ln>
                  <a:noFill/>
                </a:ln>
                <a:solidFill>
                  <a:srgbClr val="414244"/>
                </a:solidFill>
                <a:effectLst/>
                <a:uLnTx/>
                <a:uFillTx/>
                <a:latin typeface="CiscoSansTT Light"/>
                <a:ea typeface="+mn-ea"/>
                <a:cs typeface="+mn-cs"/>
              </a:rPr>
              <a:t>Tray</a:t>
            </a:r>
          </a:p>
        </p:txBody>
      </p:sp>
      <p:sp>
        <p:nvSpPr>
          <p:cNvPr id="36" name="Rectangle: Rounded Corners 35">
            <a:extLst>
              <a:ext uri="{FF2B5EF4-FFF2-40B4-BE49-F238E27FC236}">
                <a16:creationId xmlns:a16="http://schemas.microsoft.com/office/drawing/2014/main" id="{62F5A49F-C9C0-C969-3250-1379034B1BBB}"/>
              </a:ext>
            </a:extLst>
          </p:cNvPr>
          <p:cNvSpPr/>
          <p:nvPr/>
        </p:nvSpPr>
        <p:spPr>
          <a:xfrm>
            <a:off x="10399455" y="5949160"/>
            <a:ext cx="1246004" cy="336219"/>
          </a:xfrm>
          <a:prstGeom prst="roundRect">
            <a:avLst/>
          </a:prstGeom>
          <a:solidFill>
            <a:schemeClr val="accent2">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000" b="0" i="0" u="none" strike="noStrike" kern="1200" cap="none" spc="0" normalizeH="0" baseline="0" noProof="0">
                <a:ln>
                  <a:noFill/>
                </a:ln>
                <a:solidFill>
                  <a:srgbClr val="414244"/>
                </a:solidFill>
                <a:effectLst/>
                <a:uLnTx/>
                <a:uFillTx/>
                <a:latin typeface="CiscoSansTT Light"/>
                <a:ea typeface="+mn-ea"/>
                <a:cs typeface="+mn-cs"/>
              </a:rPr>
              <a:t>Tray</a:t>
            </a:r>
          </a:p>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000" b="0" i="0" u="none" strike="noStrike" kern="1200" cap="none" spc="0" normalizeH="0" baseline="0" noProof="0">
                <a:ln>
                  <a:noFill/>
                </a:ln>
                <a:solidFill>
                  <a:srgbClr val="414244"/>
                </a:solidFill>
                <a:effectLst/>
                <a:uLnTx/>
                <a:uFillTx/>
                <a:latin typeface="CiscoSansTT Light"/>
                <a:ea typeface="+mn-ea"/>
                <a:cs typeface="+mn-cs"/>
              </a:rPr>
              <a:t>Eloqua</a:t>
            </a:r>
          </a:p>
        </p:txBody>
      </p:sp>
      <p:sp>
        <p:nvSpPr>
          <p:cNvPr id="51" name="Rectangle: Rounded Corners 50">
            <a:extLst>
              <a:ext uri="{FF2B5EF4-FFF2-40B4-BE49-F238E27FC236}">
                <a16:creationId xmlns:a16="http://schemas.microsoft.com/office/drawing/2014/main" id="{9EBF16F0-9453-5CC9-0ACD-98C85EDA9D23}"/>
              </a:ext>
            </a:extLst>
          </p:cNvPr>
          <p:cNvSpPr/>
          <p:nvPr/>
        </p:nvSpPr>
        <p:spPr>
          <a:xfrm>
            <a:off x="1163893" y="5992186"/>
            <a:ext cx="1246004" cy="250166"/>
          </a:xfrm>
          <a:prstGeom prst="roundRect">
            <a:avLst/>
          </a:prstGeom>
          <a:solidFill>
            <a:schemeClr val="accent2">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000" b="0" i="0" u="none" strike="noStrike" kern="1200" cap="none" spc="0" normalizeH="0" baseline="0" noProof="0">
                <a:ln>
                  <a:noFill/>
                </a:ln>
                <a:solidFill>
                  <a:srgbClr val="414244"/>
                </a:solidFill>
                <a:effectLst/>
                <a:uLnTx/>
                <a:uFillTx/>
                <a:latin typeface="CiscoSansTT Light"/>
                <a:ea typeface="+mn-ea"/>
                <a:cs typeface="+mn-cs"/>
              </a:rPr>
              <a:t>CDC Tools</a:t>
            </a:r>
          </a:p>
        </p:txBody>
      </p:sp>
      <p:sp>
        <p:nvSpPr>
          <p:cNvPr id="52" name="Rectangle: Rounded Corners 51">
            <a:extLst>
              <a:ext uri="{FF2B5EF4-FFF2-40B4-BE49-F238E27FC236}">
                <a16:creationId xmlns:a16="http://schemas.microsoft.com/office/drawing/2014/main" id="{DDD245FE-AF96-DD22-3982-D4E36EEAE527}"/>
              </a:ext>
            </a:extLst>
          </p:cNvPr>
          <p:cNvSpPr/>
          <p:nvPr/>
        </p:nvSpPr>
        <p:spPr>
          <a:xfrm>
            <a:off x="2720768" y="5992186"/>
            <a:ext cx="1246004" cy="250166"/>
          </a:xfrm>
          <a:prstGeom prst="roundRect">
            <a:avLst/>
          </a:prstGeom>
          <a:solidFill>
            <a:schemeClr val="accent2">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000" b="0" i="0" u="none" strike="noStrike" kern="1200" cap="none" spc="0" normalizeH="0" baseline="0" noProof="0">
                <a:ln>
                  <a:noFill/>
                </a:ln>
                <a:solidFill>
                  <a:srgbClr val="414244"/>
                </a:solidFill>
                <a:effectLst/>
                <a:uLnTx/>
                <a:uFillTx/>
                <a:latin typeface="CiscoSansTT Light"/>
                <a:ea typeface="+mn-ea"/>
                <a:cs typeface="+mn-cs"/>
              </a:rPr>
              <a:t>Tray</a:t>
            </a:r>
          </a:p>
        </p:txBody>
      </p:sp>
      <p:sp>
        <p:nvSpPr>
          <p:cNvPr id="53" name="Rectangle: Rounded Corners 52">
            <a:extLst>
              <a:ext uri="{FF2B5EF4-FFF2-40B4-BE49-F238E27FC236}">
                <a16:creationId xmlns:a16="http://schemas.microsoft.com/office/drawing/2014/main" id="{49ECC808-B0CB-68EC-00D5-84F1D93214E9}"/>
              </a:ext>
            </a:extLst>
          </p:cNvPr>
          <p:cNvSpPr/>
          <p:nvPr/>
        </p:nvSpPr>
        <p:spPr>
          <a:xfrm>
            <a:off x="4241677" y="5948347"/>
            <a:ext cx="1246004" cy="337844"/>
          </a:xfrm>
          <a:prstGeom prst="roundRect">
            <a:avLst/>
          </a:prstGeom>
          <a:solidFill>
            <a:schemeClr val="accent2">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414244"/>
                </a:solidFill>
                <a:effectLst/>
                <a:uLnTx/>
                <a:uFillTx/>
                <a:latin typeface="CiscoSansTT Light"/>
                <a:ea typeface="+mn-ea"/>
                <a:cs typeface="+mn-cs"/>
              </a:rPr>
              <a:t>D</a:t>
            </a:r>
            <a:r>
              <a:rPr kumimoji="0" lang="en-GB" sz="1000" b="0" i="0" u="none" strike="noStrike" kern="1200" cap="none" spc="0" normalizeH="0" baseline="0" noProof="0">
                <a:ln>
                  <a:noFill/>
                </a:ln>
                <a:solidFill>
                  <a:srgbClr val="414244"/>
                </a:solidFill>
                <a:effectLst/>
                <a:uLnTx/>
                <a:uFillTx/>
                <a:latin typeface="CiscoSansTT Light"/>
                <a:ea typeface="+mn-ea"/>
                <a:cs typeface="+mn-cs"/>
              </a:rPr>
              <a:t>IT</a:t>
            </a:r>
          </a:p>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000" b="0" i="0" u="none" strike="noStrike" kern="1200" cap="none" spc="0" normalizeH="0" baseline="0" noProof="0">
                <a:ln>
                  <a:noFill/>
                </a:ln>
                <a:solidFill>
                  <a:srgbClr val="414244"/>
                </a:solidFill>
                <a:effectLst/>
                <a:uLnTx/>
                <a:uFillTx/>
                <a:latin typeface="CiscoSansTT Light"/>
                <a:ea typeface="+mn-ea"/>
                <a:cs typeface="+mn-cs"/>
              </a:rPr>
              <a:t>Eloqua</a:t>
            </a:r>
          </a:p>
        </p:txBody>
      </p:sp>
      <p:sp>
        <p:nvSpPr>
          <p:cNvPr id="54" name="Rectangle: Rounded Corners 53">
            <a:extLst>
              <a:ext uri="{FF2B5EF4-FFF2-40B4-BE49-F238E27FC236}">
                <a16:creationId xmlns:a16="http://schemas.microsoft.com/office/drawing/2014/main" id="{75902E1A-5E72-0240-91E5-2AF1B3306D6F}"/>
              </a:ext>
            </a:extLst>
          </p:cNvPr>
          <p:cNvSpPr/>
          <p:nvPr/>
        </p:nvSpPr>
        <p:spPr>
          <a:xfrm>
            <a:off x="8860192" y="5992186"/>
            <a:ext cx="1246004" cy="250166"/>
          </a:xfrm>
          <a:prstGeom prst="roundRect">
            <a:avLst/>
          </a:prstGeom>
          <a:solidFill>
            <a:schemeClr val="accent2">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000" b="0" i="0" u="none" strike="noStrike" kern="1200" cap="none" spc="0" normalizeH="0" baseline="0" noProof="0">
                <a:ln>
                  <a:noFill/>
                </a:ln>
                <a:solidFill>
                  <a:srgbClr val="414244"/>
                </a:solidFill>
                <a:effectLst/>
                <a:uLnTx/>
                <a:uFillTx/>
                <a:latin typeface="CiscoSansTT Light"/>
                <a:ea typeface="+mn-ea"/>
                <a:cs typeface="+mn-cs"/>
              </a:rPr>
              <a:t>Eloqua</a:t>
            </a:r>
          </a:p>
        </p:txBody>
      </p:sp>
      <p:cxnSp>
        <p:nvCxnSpPr>
          <p:cNvPr id="56" name="Straight Connector 55">
            <a:extLst>
              <a:ext uri="{FF2B5EF4-FFF2-40B4-BE49-F238E27FC236}">
                <a16:creationId xmlns:a16="http://schemas.microsoft.com/office/drawing/2014/main" id="{B55858D7-23D5-15F9-EEEE-ABA492AB3C98}"/>
              </a:ext>
            </a:extLst>
          </p:cNvPr>
          <p:cNvCxnSpPr>
            <a:cxnSpLocks/>
          </p:cNvCxnSpPr>
          <p:nvPr/>
        </p:nvCxnSpPr>
        <p:spPr>
          <a:xfrm flipH="1">
            <a:off x="2544012" y="939086"/>
            <a:ext cx="12513" cy="5269002"/>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7" name="Straight Connector 56">
            <a:extLst>
              <a:ext uri="{FF2B5EF4-FFF2-40B4-BE49-F238E27FC236}">
                <a16:creationId xmlns:a16="http://schemas.microsoft.com/office/drawing/2014/main" id="{8E8FB025-875F-4631-9882-518C27C9DDEB}"/>
              </a:ext>
            </a:extLst>
          </p:cNvPr>
          <p:cNvCxnSpPr>
            <a:cxnSpLocks/>
          </p:cNvCxnSpPr>
          <p:nvPr/>
        </p:nvCxnSpPr>
        <p:spPr>
          <a:xfrm flipH="1">
            <a:off x="4089529" y="939086"/>
            <a:ext cx="6256" cy="5269002"/>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8" name="Straight Connector 57">
            <a:extLst>
              <a:ext uri="{FF2B5EF4-FFF2-40B4-BE49-F238E27FC236}">
                <a16:creationId xmlns:a16="http://schemas.microsoft.com/office/drawing/2014/main" id="{9ED552AB-0872-D7D8-B453-8F2ACA40B323}"/>
              </a:ext>
            </a:extLst>
          </p:cNvPr>
          <p:cNvCxnSpPr>
            <a:cxnSpLocks/>
          </p:cNvCxnSpPr>
          <p:nvPr/>
        </p:nvCxnSpPr>
        <p:spPr>
          <a:xfrm>
            <a:off x="5635045" y="939086"/>
            <a:ext cx="0" cy="5269002"/>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9" name="Straight Connector 58">
            <a:extLst>
              <a:ext uri="{FF2B5EF4-FFF2-40B4-BE49-F238E27FC236}">
                <a16:creationId xmlns:a16="http://schemas.microsoft.com/office/drawing/2014/main" id="{1F11FDF6-3835-48C2-20F9-2794A84EB08D}"/>
              </a:ext>
            </a:extLst>
          </p:cNvPr>
          <p:cNvCxnSpPr>
            <a:cxnSpLocks/>
          </p:cNvCxnSpPr>
          <p:nvPr/>
        </p:nvCxnSpPr>
        <p:spPr>
          <a:xfrm>
            <a:off x="7174305" y="939086"/>
            <a:ext cx="0" cy="5269002"/>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0" name="Straight Connector 59">
            <a:extLst>
              <a:ext uri="{FF2B5EF4-FFF2-40B4-BE49-F238E27FC236}">
                <a16:creationId xmlns:a16="http://schemas.microsoft.com/office/drawing/2014/main" id="{D76CBD88-263F-8E24-7681-C8B8309E8547}"/>
              </a:ext>
            </a:extLst>
          </p:cNvPr>
          <p:cNvCxnSpPr>
            <a:cxnSpLocks/>
          </p:cNvCxnSpPr>
          <p:nvPr/>
        </p:nvCxnSpPr>
        <p:spPr>
          <a:xfrm>
            <a:off x="8713565" y="939086"/>
            <a:ext cx="0" cy="524392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1" name="Straight Connector 60">
            <a:extLst>
              <a:ext uri="{FF2B5EF4-FFF2-40B4-BE49-F238E27FC236}">
                <a16:creationId xmlns:a16="http://schemas.microsoft.com/office/drawing/2014/main" id="{8F88BD2F-870F-14F4-33A8-386D3F2C4E3A}"/>
              </a:ext>
            </a:extLst>
          </p:cNvPr>
          <p:cNvCxnSpPr>
            <a:cxnSpLocks/>
          </p:cNvCxnSpPr>
          <p:nvPr/>
        </p:nvCxnSpPr>
        <p:spPr>
          <a:xfrm>
            <a:off x="10252825" y="939086"/>
            <a:ext cx="0" cy="524392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81" name="Group 80">
            <a:extLst>
              <a:ext uri="{FF2B5EF4-FFF2-40B4-BE49-F238E27FC236}">
                <a16:creationId xmlns:a16="http://schemas.microsoft.com/office/drawing/2014/main" id="{D5FDA524-55FA-8499-04A6-176E8153D14D}"/>
              </a:ext>
            </a:extLst>
          </p:cNvPr>
          <p:cNvGrpSpPr/>
          <p:nvPr/>
        </p:nvGrpSpPr>
        <p:grpSpPr>
          <a:xfrm>
            <a:off x="237739" y="939086"/>
            <a:ext cx="11407720" cy="1214675"/>
            <a:chOff x="237739" y="939086"/>
            <a:chExt cx="11407720" cy="1214675"/>
          </a:xfrm>
        </p:grpSpPr>
        <p:grpSp>
          <p:nvGrpSpPr>
            <p:cNvPr id="79" name="Group 78">
              <a:extLst>
                <a:ext uri="{FF2B5EF4-FFF2-40B4-BE49-F238E27FC236}">
                  <a16:creationId xmlns:a16="http://schemas.microsoft.com/office/drawing/2014/main" id="{DEED54C6-BB83-6B56-0738-BB8A87133DFB}"/>
                </a:ext>
              </a:extLst>
            </p:cNvPr>
            <p:cNvGrpSpPr/>
            <p:nvPr/>
          </p:nvGrpSpPr>
          <p:grpSpPr>
            <a:xfrm>
              <a:off x="237739" y="939086"/>
              <a:ext cx="11407720" cy="1211244"/>
              <a:chOff x="237739" y="939086"/>
              <a:chExt cx="11407720" cy="1211244"/>
            </a:xfrm>
          </p:grpSpPr>
          <p:sp>
            <p:nvSpPr>
              <p:cNvPr id="5" name="Rectangle: Rounded Corners 4">
                <a:extLst>
                  <a:ext uri="{FF2B5EF4-FFF2-40B4-BE49-F238E27FC236}">
                    <a16:creationId xmlns:a16="http://schemas.microsoft.com/office/drawing/2014/main" id="{46B1E4E6-79A4-7199-8F00-DC147DCDD7F9}"/>
                  </a:ext>
                </a:extLst>
              </p:cNvPr>
              <p:cNvSpPr>
                <a:spLocks noGrp="1" noRot="1" noMove="1" noResize="1" noEditPoints="1" noAdjustHandles="1" noChangeArrowheads="1" noChangeShapeType="1"/>
              </p:cNvSpPr>
              <p:nvPr/>
            </p:nvSpPr>
            <p:spPr>
              <a:xfrm>
                <a:off x="1163893" y="939086"/>
                <a:ext cx="1246004" cy="819509"/>
              </a:xfrm>
              <a:prstGeom prst="roundRect">
                <a:avLst/>
              </a:prstGeom>
              <a:solidFill>
                <a:schemeClr val="accent3">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r>
                  <a:rPr lang="en-US" sz="1200" dirty="0">
                    <a:solidFill>
                      <a:srgbClr val="414244"/>
                    </a:solidFill>
                    <a:latin typeface="CiscoSansTT Light"/>
                  </a:rPr>
                  <a:t>Salesforce</a:t>
                </a:r>
                <a:endParaRPr kumimoji="0" lang="en-GB" sz="1200" b="0" i="0" u="none" strike="noStrike" kern="1200" cap="none" spc="0" normalizeH="0" baseline="0" noProof="0" dirty="0">
                  <a:ln>
                    <a:noFill/>
                  </a:ln>
                  <a:solidFill>
                    <a:srgbClr val="414244"/>
                  </a:solidFill>
                  <a:effectLst/>
                  <a:uLnTx/>
                  <a:uFillTx/>
                  <a:latin typeface="CiscoSansTT Light"/>
                  <a:ea typeface="+mn-ea"/>
                  <a:cs typeface="+mn-cs"/>
                </a:endParaRPr>
              </a:p>
            </p:txBody>
          </p:sp>
          <p:sp>
            <p:nvSpPr>
              <p:cNvPr id="6" name="Rectangle: Rounded Corners 5">
                <a:extLst>
                  <a:ext uri="{FF2B5EF4-FFF2-40B4-BE49-F238E27FC236}">
                    <a16:creationId xmlns:a16="http://schemas.microsoft.com/office/drawing/2014/main" id="{B629D904-171D-DED5-B6ED-40A93E41ED07}"/>
                  </a:ext>
                </a:extLst>
              </p:cNvPr>
              <p:cNvSpPr/>
              <p:nvPr/>
            </p:nvSpPr>
            <p:spPr>
              <a:xfrm>
                <a:off x="2720768" y="939086"/>
                <a:ext cx="1246004" cy="819509"/>
              </a:xfrm>
              <a:prstGeom prst="roundRect">
                <a:avLst/>
              </a:prstGeom>
              <a:solidFill>
                <a:schemeClr val="accent3">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414244"/>
                    </a:solidFill>
                    <a:effectLst/>
                    <a:uLnTx/>
                    <a:uFillTx/>
                    <a:latin typeface="CiscoSansTT Light"/>
                    <a:ea typeface="+mn-ea"/>
                    <a:cs typeface="+mn-cs"/>
                  </a:rPr>
                  <a:t>Demand Intake Tool</a:t>
                </a:r>
              </a:p>
            </p:txBody>
          </p:sp>
          <p:sp>
            <p:nvSpPr>
              <p:cNvPr id="7" name="Rectangle: Rounded Corners 6">
                <a:extLst>
                  <a:ext uri="{FF2B5EF4-FFF2-40B4-BE49-F238E27FC236}">
                    <a16:creationId xmlns:a16="http://schemas.microsoft.com/office/drawing/2014/main" id="{EB0A9A32-D0A6-25FB-E4F5-6452A4693E4B}"/>
                  </a:ext>
                </a:extLst>
              </p:cNvPr>
              <p:cNvSpPr/>
              <p:nvPr/>
            </p:nvSpPr>
            <p:spPr>
              <a:xfrm>
                <a:off x="4242413" y="939086"/>
                <a:ext cx="1246004" cy="819509"/>
              </a:xfrm>
              <a:prstGeom prst="roundRect">
                <a:avLst/>
              </a:prstGeom>
              <a:solidFill>
                <a:schemeClr val="accent3">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414244"/>
                    </a:solidFill>
                    <a:effectLst/>
                    <a:uLnTx/>
                    <a:uFillTx/>
                    <a:latin typeface="CiscoSansTT Light"/>
                    <a:ea typeface="+mn-ea"/>
                    <a:cs typeface="+mn-cs"/>
                  </a:rPr>
                  <a:t>Tray.io</a:t>
                </a:r>
              </a:p>
            </p:txBody>
          </p:sp>
          <p:sp>
            <p:nvSpPr>
              <p:cNvPr id="8" name="Rectangle: Rounded Corners 7">
                <a:extLst>
                  <a:ext uri="{FF2B5EF4-FFF2-40B4-BE49-F238E27FC236}">
                    <a16:creationId xmlns:a16="http://schemas.microsoft.com/office/drawing/2014/main" id="{10AE522E-5A1E-A9DF-74D0-C5D54D0195AC}"/>
                  </a:ext>
                </a:extLst>
              </p:cNvPr>
              <p:cNvSpPr/>
              <p:nvPr/>
            </p:nvSpPr>
            <p:spPr>
              <a:xfrm>
                <a:off x="5780202" y="939086"/>
                <a:ext cx="1246004" cy="819509"/>
              </a:xfrm>
              <a:prstGeom prst="roundRect">
                <a:avLst/>
              </a:prstGeom>
              <a:solidFill>
                <a:schemeClr val="accent3">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414244"/>
                    </a:solidFill>
                    <a:effectLst/>
                    <a:uLnTx/>
                    <a:uFillTx/>
                    <a:latin typeface="CiscoSansTT Light"/>
                    <a:ea typeface="+mn-ea"/>
                    <a:cs typeface="+mn-cs"/>
                  </a:rPr>
                  <a:t>Eloqua</a:t>
                </a:r>
              </a:p>
            </p:txBody>
          </p:sp>
          <p:sp>
            <p:nvSpPr>
              <p:cNvPr id="9" name="Rectangle: Rounded Corners 8">
                <a:extLst>
                  <a:ext uri="{FF2B5EF4-FFF2-40B4-BE49-F238E27FC236}">
                    <a16:creationId xmlns:a16="http://schemas.microsoft.com/office/drawing/2014/main" id="{75593570-8852-4744-3FBA-CB03C8E1F340}"/>
                  </a:ext>
                </a:extLst>
              </p:cNvPr>
              <p:cNvSpPr/>
              <p:nvPr/>
            </p:nvSpPr>
            <p:spPr>
              <a:xfrm>
                <a:off x="7320933" y="939086"/>
                <a:ext cx="1246004" cy="819509"/>
              </a:xfrm>
              <a:prstGeom prst="roundRect">
                <a:avLst/>
              </a:prstGeom>
              <a:solidFill>
                <a:schemeClr val="accent3">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414244"/>
                    </a:solidFill>
                    <a:effectLst/>
                    <a:uLnTx/>
                    <a:uFillTx/>
                    <a:latin typeface="CiscoSansTT Light"/>
                    <a:ea typeface="+mn-ea"/>
                    <a:cs typeface="+mn-cs"/>
                  </a:rPr>
                  <a:t>Allocadia</a:t>
                </a:r>
              </a:p>
            </p:txBody>
          </p:sp>
          <p:sp>
            <p:nvSpPr>
              <p:cNvPr id="10" name="Rectangle: Rounded Corners 9">
                <a:extLst>
                  <a:ext uri="{FF2B5EF4-FFF2-40B4-BE49-F238E27FC236}">
                    <a16:creationId xmlns:a16="http://schemas.microsoft.com/office/drawing/2014/main" id="{50A34689-2916-8E45-9435-FE3C0727A74D}"/>
                  </a:ext>
                </a:extLst>
              </p:cNvPr>
              <p:cNvSpPr/>
              <p:nvPr/>
            </p:nvSpPr>
            <p:spPr>
              <a:xfrm>
                <a:off x="8860192" y="939086"/>
                <a:ext cx="1246004" cy="819509"/>
              </a:xfrm>
              <a:prstGeom prst="roundRect">
                <a:avLst/>
              </a:prstGeom>
              <a:solidFill>
                <a:schemeClr val="accent3">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414244"/>
                    </a:solidFill>
                    <a:effectLst/>
                    <a:uLnTx/>
                    <a:uFillTx/>
                    <a:latin typeface="CiscoSansTT Light"/>
                    <a:ea typeface="+mn-ea"/>
                    <a:cs typeface="+mn-cs"/>
                  </a:rPr>
                  <a:t>CDF</a:t>
                </a:r>
              </a:p>
            </p:txBody>
          </p:sp>
          <p:sp>
            <p:nvSpPr>
              <p:cNvPr id="11" name="Rectangle: Rounded Corners 10">
                <a:extLst>
                  <a:ext uri="{FF2B5EF4-FFF2-40B4-BE49-F238E27FC236}">
                    <a16:creationId xmlns:a16="http://schemas.microsoft.com/office/drawing/2014/main" id="{8CB4566A-98E9-272B-8FE8-E903D703EDEB}"/>
                  </a:ext>
                </a:extLst>
              </p:cNvPr>
              <p:cNvSpPr/>
              <p:nvPr/>
            </p:nvSpPr>
            <p:spPr>
              <a:xfrm>
                <a:off x="10399455" y="939086"/>
                <a:ext cx="1246004" cy="819509"/>
              </a:xfrm>
              <a:prstGeom prst="roundRect">
                <a:avLst/>
              </a:prstGeom>
              <a:solidFill>
                <a:schemeClr val="accent3">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414244"/>
                    </a:solidFill>
                    <a:effectLst/>
                    <a:uLnTx/>
                    <a:uFillTx/>
                    <a:latin typeface="CiscoSansTT Light"/>
                    <a:ea typeface="+mn-ea"/>
                    <a:cs typeface="+mn-cs"/>
                  </a:rPr>
                  <a:t>Reporting</a:t>
                </a:r>
              </a:p>
            </p:txBody>
          </p:sp>
          <p:sp>
            <p:nvSpPr>
              <p:cNvPr id="12" name="TextBox 11">
                <a:extLst>
                  <a:ext uri="{FF2B5EF4-FFF2-40B4-BE49-F238E27FC236}">
                    <a16:creationId xmlns:a16="http://schemas.microsoft.com/office/drawing/2014/main" id="{EF2FE932-39B0-B10C-D18B-51E30678133B}"/>
                  </a:ext>
                </a:extLst>
              </p:cNvPr>
              <p:cNvSpPr txBox="1"/>
              <p:nvPr/>
            </p:nvSpPr>
            <p:spPr>
              <a:xfrm>
                <a:off x="237739" y="1148785"/>
                <a:ext cx="776377" cy="400110"/>
              </a:xfrm>
              <a:prstGeom prst="rect">
                <a:avLst/>
              </a:prstGeom>
              <a:noFill/>
            </p:spPr>
            <p:txBody>
              <a:bodyPr wrap="square" rtlCol="0">
                <a:spAutoFit/>
              </a:bodyP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000" b="1" i="0" u="none" strike="noStrike" kern="1200" cap="none" spc="0" normalizeH="0" baseline="0" noProof="0">
                    <a:ln>
                      <a:noFill/>
                    </a:ln>
                    <a:solidFill>
                      <a:srgbClr val="0051AF"/>
                    </a:solidFill>
                    <a:effectLst/>
                    <a:uLnTx/>
                    <a:uFillTx/>
                    <a:latin typeface="CiscoSansTT Light"/>
                    <a:ea typeface="ＭＳ Ｐゴシック" charset="0"/>
                  </a:rPr>
                  <a:t>Impacted Teams</a:t>
                </a:r>
              </a:p>
            </p:txBody>
          </p:sp>
          <p:sp>
            <p:nvSpPr>
              <p:cNvPr id="13" name="Rectangle: Rounded Corners 12">
                <a:extLst>
                  <a:ext uri="{FF2B5EF4-FFF2-40B4-BE49-F238E27FC236}">
                    <a16:creationId xmlns:a16="http://schemas.microsoft.com/office/drawing/2014/main" id="{753CF9B4-F1A9-BF7B-D4D7-D66D1B78F43E}"/>
                  </a:ext>
                </a:extLst>
              </p:cNvPr>
              <p:cNvSpPr/>
              <p:nvPr/>
            </p:nvSpPr>
            <p:spPr>
              <a:xfrm>
                <a:off x="1163893" y="1890388"/>
                <a:ext cx="1246004" cy="250166"/>
              </a:xfrm>
              <a:prstGeom prst="roundRect">
                <a:avLst/>
              </a:prstGeom>
              <a:solidFill>
                <a:schemeClr val="accent5">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414244"/>
                    </a:solidFill>
                    <a:effectLst/>
                    <a:uLnTx/>
                    <a:uFillTx/>
                    <a:latin typeface="CiscoSansTT Light"/>
                    <a:ea typeface="+mn-ea"/>
                    <a:cs typeface="+mn-cs"/>
                  </a:rPr>
                  <a:t>Daryl Thomas</a:t>
                </a:r>
                <a:endParaRPr kumimoji="0" lang="en-GB" sz="900" b="0" i="0" u="none" strike="noStrike" kern="1200" cap="none" spc="0" normalizeH="0" baseline="0" noProof="0" dirty="0">
                  <a:ln>
                    <a:noFill/>
                  </a:ln>
                  <a:solidFill>
                    <a:srgbClr val="414244"/>
                  </a:solidFill>
                  <a:effectLst/>
                  <a:uLnTx/>
                  <a:uFillTx/>
                  <a:latin typeface="CiscoSansTT Light"/>
                  <a:ea typeface="+mn-ea"/>
                  <a:cs typeface="+mn-cs"/>
                </a:endParaRPr>
              </a:p>
            </p:txBody>
          </p:sp>
          <p:sp>
            <p:nvSpPr>
              <p:cNvPr id="14" name="Rectangle: Rounded Corners 13">
                <a:extLst>
                  <a:ext uri="{FF2B5EF4-FFF2-40B4-BE49-F238E27FC236}">
                    <a16:creationId xmlns:a16="http://schemas.microsoft.com/office/drawing/2014/main" id="{24507E5F-DF2D-8E7F-35F8-E98D283EB87F}"/>
                  </a:ext>
                </a:extLst>
              </p:cNvPr>
              <p:cNvSpPr/>
              <p:nvPr/>
            </p:nvSpPr>
            <p:spPr>
              <a:xfrm>
                <a:off x="2720768" y="1890388"/>
                <a:ext cx="1246004" cy="250166"/>
              </a:xfrm>
              <a:prstGeom prst="roundRect">
                <a:avLst/>
              </a:prstGeom>
              <a:solidFill>
                <a:schemeClr val="accent5">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900" b="0" i="0" u="none" strike="noStrike" kern="1200" cap="none" spc="0" normalizeH="0" baseline="0" noProof="0">
                    <a:ln>
                      <a:noFill/>
                    </a:ln>
                    <a:solidFill>
                      <a:srgbClr val="414244"/>
                    </a:solidFill>
                    <a:effectLst/>
                    <a:uLnTx/>
                    <a:uFillTx/>
                    <a:latin typeface="CiscoSansTT Light"/>
                    <a:ea typeface="+mn-ea"/>
                    <a:cs typeface="+mn-cs"/>
                  </a:rPr>
                  <a:t>Amanda Chenery</a:t>
                </a:r>
              </a:p>
            </p:txBody>
          </p:sp>
          <p:sp>
            <p:nvSpPr>
              <p:cNvPr id="15" name="Rectangle: Rounded Corners 14">
                <a:extLst>
                  <a:ext uri="{FF2B5EF4-FFF2-40B4-BE49-F238E27FC236}">
                    <a16:creationId xmlns:a16="http://schemas.microsoft.com/office/drawing/2014/main" id="{AA1B4F5A-9E95-F348-622D-7968BCFF1405}"/>
                  </a:ext>
                </a:extLst>
              </p:cNvPr>
              <p:cNvSpPr/>
              <p:nvPr/>
            </p:nvSpPr>
            <p:spPr>
              <a:xfrm>
                <a:off x="7320933" y="1890388"/>
                <a:ext cx="1246004" cy="250166"/>
              </a:xfrm>
              <a:prstGeom prst="roundRect">
                <a:avLst/>
              </a:prstGeom>
              <a:solidFill>
                <a:schemeClr val="accent5">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900" b="0" i="0" u="none" strike="noStrike" kern="1200" cap="none" spc="0" normalizeH="0" baseline="0" noProof="0" dirty="0">
                    <a:ln>
                      <a:noFill/>
                    </a:ln>
                    <a:solidFill>
                      <a:srgbClr val="414244"/>
                    </a:solidFill>
                    <a:effectLst/>
                    <a:uLnTx/>
                    <a:uFillTx/>
                    <a:latin typeface="CiscoSansTT Light"/>
                    <a:ea typeface="+mn-ea"/>
                    <a:cs typeface="+mn-cs"/>
                  </a:rPr>
                  <a:t>Dharmesh Chopra</a:t>
                </a:r>
              </a:p>
            </p:txBody>
          </p:sp>
          <p:sp>
            <p:nvSpPr>
              <p:cNvPr id="17" name="Rectangle: Rounded Corners 16">
                <a:extLst>
                  <a:ext uri="{FF2B5EF4-FFF2-40B4-BE49-F238E27FC236}">
                    <a16:creationId xmlns:a16="http://schemas.microsoft.com/office/drawing/2014/main" id="{1B77C054-06EE-2639-05AE-C24DB0E5F85F}"/>
                  </a:ext>
                </a:extLst>
              </p:cNvPr>
              <p:cNvSpPr/>
              <p:nvPr/>
            </p:nvSpPr>
            <p:spPr>
              <a:xfrm>
                <a:off x="10399455" y="1890388"/>
                <a:ext cx="1246004" cy="250166"/>
              </a:xfrm>
              <a:prstGeom prst="roundRect">
                <a:avLst/>
              </a:prstGeom>
              <a:solidFill>
                <a:schemeClr val="accent5">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414244"/>
                    </a:solidFill>
                    <a:effectLst/>
                    <a:uLnTx/>
                    <a:uFillTx/>
                    <a:latin typeface="CiscoSansTT Light"/>
                    <a:ea typeface="+mn-ea"/>
                    <a:cs typeface="+mn-cs"/>
                  </a:rPr>
                  <a:t>Amanda</a:t>
                </a:r>
                <a:r>
                  <a:rPr kumimoji="0" lang="en-US" sz="1000" b="0" i="0" u="none" strike="noStrike" kern="1200" cap="none" spc="0" normalizeH="0" baseline="0" noProof="0">
                    <a:ln>
                      <a:noFill/>
                    </a:ln>
                    <a:solidFill>
                      <a:srgbClr val="414244"/>
                    </a:solidFill>
                    <a:effectLst/>
                    <a:uLnTx/>
                    <a:uFillTx/>
                    <a:latin typeface="CiscoSansTT Light"/>
                    <a:ea typeface="+mn-ea"/>
                    <a:cs typeface="+mn-cs"/>
                  </a:rPr>
                  <a:t> Gulino</a:t>
                </a:r>
                <a:endParaRPr kumimoji="0" lang="en-GB" sz="1000" b="0" i="0" u="none" strike="noStrike" kern="1200" cap="none" spc="0" normalizeH="0" baseline="0" noProof="0">
                  <a:ln>
                    <a:noFill/>
                  </a:ln>
                  <a:solidFill>
                    <a:srgbClr val="414244"/>
                  </a:solidFill>
                  <a:effectLst/>
                  <a:uLnTx/>
                  <a:uFillTx/>
                  <a:latin typeface="CiscoSansTT Light"/>
                  <a:ea typeface="+mn-ea"/>
                  <a:cs typeface="+mn-cs"/>
                </a:endParaRPr>
              </a:p>
            </p:txBody>
          </p:sp>
          <p:sp>
            <p:nvSpPr>
              <p:cNvPr id="18" name="Rectangle: Rounded Corners 17">
                <a:extLst>
                  <a:ext uri="{FF2B5EF4-FFF2-40B4-BE49-F238E27FC236}">
                    <a16:creationId xmlns:a16="http://schemas.microsoft.com/office/drawing/2014/main" id="{58054DC8-D402-FD2A-A065-16A09AE9B7B9}"/>
                  </a:ext>
                </a:extLst>
              </p:cNvPr>
              <p:cNvSpPr/>
              <p:nvPr/>
            </p:nvSpPr>
            <p:spPr>
              <a:xfrm>
                <a:off x="5780202" y="1890388"/>
                <a:ext cx="1246004" cy="250166"/>
              </a:xfrm>
              <a:prstGeom prst="roundRect">
                <a:avLst/>
              </a:prstGeom>
              <a:solidFill>
                <a:schemeClr val="accent5">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900" b="0" i="0" u="none" strike="noStrike" kern="1200" cap="none" spc="0" normalizeH="0" baseline="0" noProof="0">
                    <a:ln>
                      <a:noFill/>
                    </a:ln>
                    <a:solidFill>
                      <a:srgbClr val="414244"/>
                    </a:solidFill>
                    <a:effectLst/>
                    <a:uLnTx/>
                    <a:uFillTx/>
                    <a:latin typeface="CiscoSansTT Light"/>
                    <a:ea typeface="+mn-ea"/>
                    <a:cs typeface="+mn-cs"/>
                  </a:rPr>
                  <a:t>Kim Braithwaite</a:t>
                </a:r>
              </a:p>
            </p:txBody>
          </p:sp>
          <p:sp>
            <p:nvSpPr>
              <p:cNvPr id="19" name="Rectangle: Rounded Corners 18">
                <a:extLst>
                  <a:ext uri="{FF2B5EF4-FFF2-40B4-BE49-F238E27FC236}">
                    <a16:creationId xmlns:a16="http://schemas.microsoft.com/office/drawing/2014/main" id="{670A2D42-ACD6-D2FF-A1AD-91C889948F38}"/>
                  </a:ext>
                </a:extLst>
              </p:cNvPr>
              <p:cNvSpPr/>
              <p:nvPr/>
            </p:nvSpPr>
            <p:spPr>
              <a:xfrm>
                <a:off x="4242413" y="1890388"/>
                <a:ext cx="1246004" cy="250166"/>
              </a:xfrm>
              <a:prstGeom prst="roundRect">
                <a:avLst/>
              </a:prstGeom>
              <a:solidFill>
                <a:schemeClr val="accent5">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900" b="0" i="0" u="none" strike="noStrike" kern="1200" cap="none" spc="0" normalizeH="0" baseline="0" noProof="0">
                    <a:ln>
                      <a:noFill/>
                    </a:ln>
                    <a:solidFill>
                      <a:srgbClr val="414244"/>
                    </a:solidFill>
                    <a:effectLst/>
                    <a:uLnTx/>
                    <a:uFillTx/>
                    <a:latin typeface="CiscoSansTT Light"/>
                    <a:ea typeface="+mn-ea"/>
                    <a:cs typeface="+mn-cs"/>
                  </a:rPr>
                  <a:t>Daryl Thomas</a:t>
                </a:r>
              </a:p>
            </p:txBody>
          </p:sp>
          <p:sp>
            <p:nvSpPr>
              <p:cNvPr id="20" name="TextBox 19">
                <a:extLst>
                  <a:ext uri="{FF2B5EF4-FFF2-40B4-BE49-F238E27FC236}">
                    <a16:creationId xmlns:a16="http://schemas.microsoft.com/office/drawing/2014/main" id="{A2ADE114-8412-2E93-4C6D-16EDB7379452}"/>
                  </a:ext>
                </a:extLst>
              </p:cNvPr>
              <p:cNvSpPr txBox="1"/>
              <p:nvPr/>
            </p:nvSpPr>
            <p:spPr>
              <a:xfrm>
                <a:off x="237739" y="1904109"/>
                <a:ext cx="776377" cy="246221"/>
              </a:xfrm>
              <a:prstGeom prst="rect">
                <a:avLst/>
              </a:prstGeom>
              <a:noFill/>
            </p:spPr>
            <p:txBody>
              <a:bodyPr wrap="square" rtlCol="0">
                <a:spAutoFit/>
              </a:bodyP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000" b="1" i="0" u="none" strike="noStrike" kern="1200" cap="none" spc="0" normalizeH="0" baseline="0" noProof="0">
                    <a:ln>
                      <a:noFill/>
                    </a:ln>
                    <a:solidFill>
                      <a:srgbClr val="0051AF"/>
                    </a:solidFill>
                    <a:effectLst/>
                    <a:uLnTx/>
                    <a:uFillTx/>
                    <a:latin typeface="CiscoSansTT Light"/>
                    <a:ea typeface="ＭＳ Ｐゴシック" charset="0"/>
                  </a:rPr>
                  <a:t>Owner</a:t>
                </a:r>
              </a:p>
            </p:txBody>
          </p:sp>
          <p:sp>
            <p:nvSpPr>
              <p:cNvPr id="26" name="Rectangle: Rounded Corners 25">
                <a:extLst>
                  <a:ext uri="{FF2B5EF4-FFF2-40B4-BE49-F238E27FC236}">
                    <a16:creationId xmlns:a16="http://schemas.microsoft.com/office/drawing/2014/main" id="{B010E993-B3C2-B34B-83AD-E69E38A93850}"/>
                  </a:ext>
                </a:extLst>
              </p:cNvPr>
              <p:cNvSpPr/>
              <p:nvPr/>
            </p:nvSpPr>
            <p:spPr>
              <a:xfrm>
                <a:off x="8860192" y="1890388"/>
                <a:ext cx="1246004" cy="250166"/>
              </a:xfrm>
              <a:prstGeom prst="roundRect">
                <a:avLst/>
              </a:prstGeom>
              <a:solidFill>
                <a:schemeClr val="accent5">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900" b="0" i="0" u="none" strike="noStrike" kern="1200" cap="none" spc="0" normalizeH="0" baseline="0" noProof="0">
                    <a:ln>
                      <a:noFill/>
                    </a:ln>
                    <a:solidFill>
                      <a:srgbClr val="414244"/>
                    </a:solidFill>
                    <a:effectLst/>
                    <a:uLnTx/>
                    <a:uFillTx/>
                    <a:latin typeface="CiscoSansTT Light"/>
                    <a:ea typeface="+mn-ea"/>
                    <a:cs typeface="+mn-cs"/>
                  </a:rPr>
                  <a:t>Dharmesh Chopra</a:t>
                </a:r>
              </a:p>
            </p:txBody>
          </p:sp>
        </p:grpSp>
        <p:cxnSp>
          <p:nvCxnSpPr>
            <p:cNvPr id="63" name="Straight Connector 62">
              <a:extLst>
                <a:ext uri="{FF2B5EF4-FFF2-40B4-BE49-F238E27FC236}">
                  <a16:creationId xmlns:a16="http://schemas.microsoft.com/office/drawing/2014/main" id="{1288F62A-F6C2-ED91-0718-9CE9AFDB27B4}"/>
                </a:ext>
              </a:extLst>
            </p:cNvPr>
            <p:cNvCxnSpPr>
              <a:cxnSpLocks/>
            </p:cNvCxnSpPr>
            <p:nvPr/>
          </p:nvCxnSpPr>
          <p:spPr>
            <a:xfrm flipH="1">
              <a:off x="313768" y="1818020"/>
              <a:ext cx="11331691"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6" name="Straight Connector 65">
              <a:extLst>
                <a:ext uri="{FF2B5EF4-FFF2-40B4-BE49-F238E27FC236}">
                  <a16:creationId xmlns:a16="http://schemas.microsoft.com/office/drawing/2014/main" id="{C6191C4F-A1D1-E2D6-A3F2-B365F06AF4C9}"/>
                </a:ext>
              </a:extLst>
            </p:cNvPr>
            <p:cNvCxnSpPr>
              <a:cxnSpLocks/>
            </p:cNvCxnSpPr>
            <p:nvPr/>
          </p:nvCxnSpPr>
          <p:spPr>
            <a:xfrm flipH="1">
              <a:off x="313767" y="2153761"/>
              <a:ext cx="11331691"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82" name="Group 81">
            <a:extLst>
              <a:ext uri="{FF2B5EF4-FFF2-40B4-BE49-F238E27FC236}">
                <a16:creationId xmlns:a16="http://schemas.microsoft.com/office/drawing/2014/main" id="{41A86DF8-362B-A2B4-8B41-D3687AA2F263}"/>
              </a:ext>
            </a:extLst>
          </p:cNvPr>
          <p:cNvGrpSpPr/>
          <p:nvPr/>
        </p:nvGrpSpPr>
        <p:grpSpPr>
          <a:xfrm>
            <a:off x="11550" y="3283018"/>
            <a:ext cx="11633908" cy="2925070"/>
            <a:chOff x="11550" y="3283018"/>
            <a:chExt cx="11633908" cy="2925070"/>
          </a:xfrm>
        </p:grpSpPr>
        <p:sp>
          <p:nvSpPr>
            <p:cNvPr id="29" name="TextBox 28">
              <a:extLst>
                <a:ext uri="{FF2B5EF4-FFF2-40B4-BE49-F238E27FC236}">
                  <a16:creationId xmlns:a16="http://schemas.microsoft.com/office/drawing/2014/main" id="{4F67D9A1-D6C4-2C87-A6B5-72C32D37756F}"/>
                </a:ext>
              </a:extLst>
            </p:cNvPr>
            <p:cNvSpPr txBox="1"/>
            <p:nvPr/>
          </p:nvSpPr>
          <p:spPr>
            <a:xfrm>
              <a:off x="177354" y="3283018"/>
              <a:ext cx="836762" cy="400110"/>
            </a:xfrm>
            <a:prstGeom prst="rect">
              <a:avLst/>
            </a:prstGeom>
            <a:noFill/>
          </p:spPr>
          <p:txBody>
            <a:bodyPr wrap="square" rtlCol="0">
              <a:spAutoFit/>
            </a:bodyP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000" b="1" i="0" u="none" strike="noStrike" kern="1200" cap="none" spc="0" normalizeH="0" baseline="0" noProof="0">
                  <a:ln>
                    <a:noFill/>
                  </a:ln>
                  <a:solidFill>
                    <a:srgbClr val="0051AF"/>
                  </a:solidFill>
                  <a:effectLst/>
                  <a:uLnTx/>
                  <a:uFillTx/>
                  <a:latin typeface="CiscoSansTT Light"/>
                  <a:ea typeface="ＭＳ Ｐゴシック" charset="0"/>
                </a:rPr>
                <a:t>Major Changes</a:t>
              </a:r>
            </a:p>
          </p:txBody>
        </p:sp>
        <p:sp>
          <p:nvSpPr>
            <p:cNvPr id="33" name="TextBox 32">
              <a:extLst>
                <a:ext uri="{FF2B5EF4-FFF2-40B4-BE49-F238E27FC236}">
                  <a16:creationId xmlns:a16="http://schemas.microsoft.com/office/drawing/2014/main" id="{41B61320-66D6-8CAE-5ECB-FA6B7CEA98C7}"/>
                </a:ext>
              </a:extLst>
            </p:cNvPr>
            <p:cNvSpPr txBox="1"/>
            <p:nvPr/>
          </p:nvSpPr>
          <p:spPr>
            <a:xfrm>
              <a:off x="11550" y="5961867"/>
              <a:ext cx="1107982" cy="246221"/>
            </a:xfrm>
            <a:prstGeom prst="rect">
              <a:avLst/>
            </a:prstGeom>
            <a:noFill/>
          </p:spPr>
          <p:txBody>
            <a:bodyPr wrap="square" rtlCol="0">
              <a:spAutoFit/>
            </a:bodyP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000" b="1" i="0" u="none" strike="noStrike" kern="1200" cap="none" spc="0" normalizeH="0" baseline="0" noProof="0">
                  <a:ln>
                    <a:noFill/>
                  </a:ln>
                  <a:solidFill>
                    <a:srgbClr val="0051AF"/>
                  </a:solidFill>
                  <a:effectLst/>
                  <a:uLnTx/>
                  <a:uFillTx/>
                  <a:latin typeface="CiscoSansTT Light"/>
                  <a:ea typeface="ＭＳ Ｐゴシック" charset="0"/>
                </a:rPr>
                <a:t>Dependencies</a:t>
              </a:r>
            </a:p>
          </p:txBody>
        </p:sp>
        <p:cxnSp>
          <p:nvCxnSpPr>
            <p:cNvPr id="69" name="Straight Connector 68">
              <a:extLst>
                <a:ext uri="{FF2B5EF4-FFF2-40B4-BE49-F238E27FC236}">
                  <a16:creationId xmlns:a16="http://schemas.microsoft.com/office/drawing/2014/main" id="{86C10E81-3BD0-A618-93D9-27B926BB9D85}"/>
                </a:ext>
              </a:extLst>
            </p:cNvPr>
            <p:cNvCxnSpPr>
              <a:cxnSpLocks/>
            </p:cNvCxnSpPr>
            <p:nvPr/>
          </p:nvCxnSpPr>
          <p:spPr>
            <a:xfrm flipH="1">
              <a:off x="313767" y="5917855"/>
              <a:ext cx="11331691"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80" name="Group 79">
            <a:extLst>
              <a:ext uri="{FF2B5EF4-FFF2-40B4-BE49-F238E27FC236}">
                <a16:creationId xmlns:a16="http://schemas.microsoft.com/office/drawing/2014/main" id="{E9C8F5AF-1954-259E-7F3D-4C0CA5CB411C}"/>
              </a:ext>
            </a:extLst>
          </p:cNvPr>
          <p:cNvGrpSpPr/>
          <p:nvPr/>
        </p:nvGrpSpPr>
        <p:grpSpPr>
          <a:xfrm>
            <a:off x="237469" y="2027219"/>
            <a:ext cx="11407719" cy="830997"/>
            <a:chOff x="237469" y="2027219"/>
            <a:chExt cx="11407719" cy="830997"/>
          </a:xfrm>
        </p:grpSpPr>
        <p:sp>
          <p:nvSpPr>
            <p:cNvPr id="21" name="TextBox 20">
              <a:extLst>
                <a:ext uri="{FF2B5EF4-FFF2-40B4-BE49-F238E27FC236}">
                  <a16:creationId xmlns:a16="http://schemas.microsoft.com/office/drawing/2014/main" id="{51ADF35C-5B45-D637-DD27-C2C1FC6462DC}"/>
                </a:ext>
              </a:extLst>
            </p:cNvPr>
            <p:cNvSpPr txBox="1"/>
            <p:nvPr/>
          </p:nvSpPr>
          <p:spPr>
            <a:xfrm>
              <a:off x="6101928" y="2101509"/>
              <a:ext cx="552090" cy="707886"/>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GB" sz="4000" b="0" i="0" u="none" strike="noStrike" kern="1200" cap="none" spc="0" normalizeH="0" baseline="0" noProof="0">
                  <a:ln>
                    <a:noFill/>
                  </a:ln>
                  <a:solidFill>
                    <a:srgbClr val="74BF4B"/>
                  </a:solidFill>
                  <a:effectLst/>
                  <a:uLnTx/>
                  <a:uFillTx/>
                  <a:latin typeface="CiscoSansTT Light"/>
                  <a:ea typeface="ＭＳ Ｐゴシック" charset="0"/>
                  <a:sym typeface="Wingdings" panose="05000000000000000000" pitchFamily="2" charset="2"/>
                </a:rPr>
                <a:t></a:t>
              </a:r>
              <a:endParaRPr kumimoji="0" lang="en-GB" sz="4000" b="0" i="0" u="none" strike="noStrike" kern="1200" cap="none" spc="0" normalizeH="0" baseline="0" noProof="0">
                <a:ln>
                  <a:noFill/>
                </a:ln>
                <a:solidFill>
                  <a:srgbClr val="74BF4B"/>
                </a:solidFill>
                <a:effectLst/>
                <a:uLnTx/>
                <a:uFillTx/>
                <a:latin typeface="CiscoSansTT Light"/>
                <a:ea typeface="ＭＳ Ｐゴシック" charset="0"/>
              </a:endParaRPr>
            </a:p>
          </p:txBody>
        </p:sp>
        <p:sp>
          <p:nvSpPr>
            <p:cNvPr id="22" name="TextBox 21">
              <a:extLst>
                <a:ext uri="{FF2B5EF4-FFF2-40B4-BE49-F238E27FC236}">
                  <a16:creationId xmlns:a16="http://schemas.microsoft.com/office/drawing/2014/main" id="{7A2A8924-81C6-A5FA-184D-978A33C28BD4}"/>
                </a:ext>
              </a:extLst>
            </p:cNvPr>
            <p:cNvSpPr txBox="1"/>
            <p:nvPr/>
          </p:nvSpPr>
          <p:spPr>
            <a:xfrm>
              <a:off x="237469" y="2380953"/>
              <a:ext cx="776377" cy="246221"/>
            </a:xfrm>
            <a:prstGeom prst="rect">
              <a:avLst/>
            </a:prstGeom>
            <a:noFill/>
          </p:spPr>
          <p:txBody>
            <a:bodyPr wrap="square" rtlCol="0">
              <a:spAutoFit/>
            </a:bodyP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000" b="1" i="0" u="none" strike="noStrike" kern="1200" cap="none" spc="0" normalizeH="0" baseline="0" noProof="0">
                  <a:ln>
                    <a:noFill/>
                  </a:ln>
                  <a:solidFill>
                    <a:srgbClr val="0051AF"/>
                  </a:solidFill>
                  <a:effectLst/>
                  <a:uLnTx/>
                  <a:uFillTx/>
                  <a:latin typeface="CiscoSansTT Light"/>
                  <a:ea typeface="ＭＳ Ｐゴシック" charset="0"/>
                </a:rPr>
                <a:t>IT Impact</a:t>
              </a:r>
            </a:p>
          </p:txBody>
        </p:sp>
        <p:sp>
          <p:nvSpPr>
            <p:cNvPr id="23" name="TextBox 22">
              <a:extLst>
                <a:ext uri="{FF2B5EF4-FFF2-40B4-BE49-F238E27FC236}">
                  <a16:creationId xmlns:a16="http://schemas.microsoft.com/office/drawing/2014/main" id="{73E70C5D-62BF-D320-4271-7400FFB6DDCA}"/>
                </a:ext>
              </a:extLst>
            </p:cNvPr>
            <p:cNvSpPr txBox="1"/>
            <p:nvPr/>
          </p:nvSpPr>
          <p:spPr>
            <a:xfrm>
              <a:off x="2990220" y="2101509"/>
              <a:ext cx="552090" cy="707886"/>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GB" sz="4000" b="0" i="0" u="none" strike="noStrike" kern="1200" cap="none" spc="0" normalizeH="0" baseline="0" noProof="0">
                  <a:ln>
                    <a:noFill/>
                  </a:ln>
                  <a:solidFill>
                    <a:srgbClr val="74BF4B"/>
                  </a:solidFill>
                  <a:effectLst/>
                  <a:uLnTx/>
                  <a:uFillTx/>
                  <a:latin typeface="CiscoSansTT Light"/>
                  <a:ea typeface="ＭＳ Ｐゴシック" charset="0"/>
                  <a:sym typeface="Wingdings" panose="05000000000000000000" pitchFamily="2" charset="2"/>
                </a:rPr>
                <a:t></a:t>
              </a:r>
              <a:endParaRPr kumimoji="0" lang="en-GB" sz="4000" b="0" i="0" u="none" strike="noStrike" kern="1200" cap="none" spc="0" normalizeH="0" baseline="0" noProof="0">
                <a:ln>
                  <a:noFill/>
                </a:ln>
                <a:solidFill>
                  <a:srgbClr val="74BF4B"/>
                </a:solidFill>
                <a:effectLst/>
                <a:uLnTx/>
                <a:uFillTx/>
                <a:latin typeface="CiscoSansTT Light"/>
                <a:ea typeface="ＭＳ Ｐゴシック" charset="0"/>
              </a:endParaRPr>
            </a:p>
          </p:txBody>
        </p:sp>
        <p:sp>
          <p:nvSpPr>
            <p:cNvPr id="24" name="TextBox 23">
              <a:extLst>
                <a:ext uri="{FF2B5EF4-FFF2-40B4-BE49-F238E27FC236}">
                  <a16:creationId xmlns:a16="http://schemas.microsoft.com/office/drawing/2014/main" id="{43313F8D-FA4B-304A-68A4-E7CFC5F8D77F}"/>
                </a:ext>
              </a:extLst>
            </p:cNvPr>
            <p:cNvSpPr txBox="1"/>
            <p:nvPr/>
          </p:nvSpPr>
          <p:spPr>
            <a:xfrm>
              <a:off x="7612519" y="2027219"/>
              <a:ext cx="552090" cy="830997"/>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GB" sz="4800" b="0" i="0" u="none" strike="noStrike" kern="1200" cap="none" spc="0" normalizeH="0" baseline="0" noProof="0">
                  <a:ln>
                    <a:noFill/>
                  </a:ln>
                  <a:solidFill>
                    <a:srgbClr val="E3241B"/>
                  </a:solidFill>
                  <a:effectLst/>
                  <a:uLnTx/>
                  <a:uFillTx/>
                  <a:latin typeface="CiscoSansTT Light"/>
                  <a:ea typeface="ＭＳ Ｐゴシック" charset="0"/>
                  <a:sym typeface="Wingdings" panose="05000000000000000000" pitchFamily="2" charset="2"/>
                </a:rPr>
                <a:t></a:t>
              </a:r>
              <a:endParaRPr kumimoji="0" lang="en-GB" sz="4800" b="0" i="0" u="none" strike="noStrike" kern="1200" cap="none" spc="0" normalizeH="0" baseline="0" noProof="0">
                <a:ln>
                  <a:noFill/>
                </a:ln>
                <a:solidFill>
                  <a:srgbClr val="E3241B"/>
                </a:solidFill>
                <a:effectLst/>
                <a:uLnTx/>
                <a:uFillTx/>
                <a:latin typeface="CiscoSansTT Light"/>
                <a:ea typeface="ＭＳ Ｐゴシック" charset="0"/>
              </a:endParaRPr>
            </a:p>
          </p:txBody>
        </p:sp>
        <p:cxnSp>
          <p:nvCxnSpPr>
            <p:cNvPr id="67" name="Straight Connector 66">
              <a:extLst>
                <a:ext uri="{FF2B5EF4-FFF2-40B4-BE49-F238E27FC236}">
                  <a16:creationId xmlns:a16="http://schemas.microsoft.com/office/drawing/2014/main" id="{31282025-D517-C9B4-330F-BDDB53D081BA}"/>
                </a:ext>
              </a:extLst>
            </p:cNvPr>
            <p:cNvCxnSpPr>
              <a:cxnSpLocks/>
            </p:cNvCxnSpPr>
            <p:nvPr/>
          </p:nvCxnSpPr>
          <p:spPr>
            <a:xfrm flipH="1">
              <a:off x="313497" y="2632274"/>
              <a:ext cx="11331691"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 name="TextBox 2">
              <a:extLst>
                <a:ext uri="{FF2B5EF4-FFF2-40B4-BE49-F238E27FC236}">
                  <a16:creationId xmlns:a16="http://schemas.microsoft.com/office/drawing/2014/main" id="{BB6725DD-5129-8462-8E7C-425544C77953}"/>
                </a:ext>
              </a:extLst>
            </p:cNvPr>
            <p:cNvSpPr txBox="1"/>
            <p:nvPr/>
          </p:nvSpPr>
          <p:spPr>
            <a:xfrm>
              <a:off x="1476650" y="2101509"/>
              <a:ext cx="552090" cy="707886"/>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GB" sz="4000" b="0" i="0" u="none" strike="noStrike" kern="1200" cap="none" spc="0" normalizeH="0" baseline="0" noProof="0">
                  <a:ln>
                    <a:noFill/>
                  </a:ln>
                  <a:solidFill>
                    <a:srgbClr val="74BF4B"/>
                  </a:solidFill>
                  <a:effectLst/>
                  <a:uLnTx/>
                  <a:uFillTx/>
                  <a:latin typeface="CiscoSansTT Light"/>
                  <a:ea typeface="ＭＳ Ｐゴシック" charset="0"/>
                  <a:sym typeface="Wingdings" panose="05000000000000000000" pitchFamily="2" charset="2"/>
                </a:rPr>
                <a:t></a:t>
              </a:r>
              <a:endParaRPr kumimoji="0" lang="en-GB" sz="4000" b="0" i="0" u="none" strike="noStrike" kern="1200" cap="none" spc="0" normalizeH="0" baseline="0" noProof="0">
                <a:ln>
                  <a:noFill/>
                </a:ln>
                <a:solidFill>
                  <a:srgbClr val="74BF4B"/>
                </a:solidFill>
                <a:effectLst/>
                <a:uLnTx/>
                <a:uFillTx/>
                <a:latin typeface="CiscoSansTT Light"/>
                <a:ea typeface="ＭＳ Ｐゴシック" charset="0"/>
              </a:endParaRPr>
            </a:p>
          </p:txBody>
        </p:sp>
        <p:sp>
          <p:nvSpPr>
            <p:cNvPr id="4" name="TextBox 3">
              <a:extLst>
                <a:ext uri="{FF2B5EF4-FFF2-40B4-BE49-F238E27FC236}">
                  <a16:creationId xmlns:a16="http://schemas.microsoft.com/office/drawing/2014/main" id="{2FA28C32-1560-520E-F354-15858EAA2827}"/>
                </a:ext>
              </a:extLst>
            </p:cNvPr>
            <p:cNvSpPr txBox="1"/>
            <p:nvPr/>
          </p:nvSpPr>
          <p:spPr>
            <a:xfrm>
              <a:off x="4515787" y="2101509"/>
              <a:ext cx="552090" cy="707886"/>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GB" sz="4000" b="0" i="0" u="none" strike="noStrike" kern="1200" cap="none" spc="0" normalizeH="0" baseline="0" noProof="0">
                  <a:ln>
                    <a:noFill/>
                  </a:ln>
                  <a:solidFill>
                    <a:srgbClr val="74BF4B"/>
                  </a:solidFill>
                  <a:effectLst/>
                  <a:uLnTx/>
                  <a:uFillTx/>
                  <a:latin typeface="CiscoSansTT Light"/>
                  <a:ea typeface="ＭＳ Ｐゴシック" charset="0"/>
                  <a:sym typeface="Wingdings" panose="05000000000000000000" pitchFamily="2" charset="2"/>
                </a:rPr>
                <a:t></a:t>
              </a:r>
              <a:endParaRPr kumimoji="0" lang="en-GB" sz="4000" b="0" i="0" u="none" strike="noStrike" kern="1200" cap="none" spc="0" normalizeH="0" baseline="0" noProof="0">
                <a:ln>
                  <a:noFill/>
                </a:ln>
                <a:solidFill>
                  <a:srgbClr val="74BF4B"/>
                </a:solidFill>
                <a:effectLst/>
                <a:uLnTx/>
                <a:uFillTx/>
                <a:latin typeface="CiscoSansTT Light"/>
                <a:ea typeface="ＭＳ Ｐゴシック" charset="0"/>
              </a:endParaRPr>
            </a:p>
          </p:txBody>
        </p:sp>
        <p:sp>
          <p:nvSpPr>
            <p:cNvPr id="49" name="TextBox 48">
              <a:extLst>
                <a:ext uri="{FF2B5EF4-FFF2-40B4-BE49-F238E27FC236}">
                  <a16:creationId xmlns:a16="http://schemas.microsoft.com/office/drawing/2014/main" id="{1F5FF7A7-9469-1AC4-5EB2-47DEA7DD37F3}"/>
                </a:ext>
              </a:extLst>
            </p:cNvPr>
            <p:cNvSpPr txBox="1"/>
            <p:nvPr/>
          </p:nvSpPr>
          <p:spPr>
            <a:xfrm>
              <a:off x="10673097" y="2101509"/>
              <a:ext cx="552090" cy="707886"/>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GB" sz="4000" b="0" i="0" u="none" strike="noStrike" kern="1200" cap="none" spc="0" normalizeH="0" baseline="0" noProof="0">
                  <a:ln>
                    <a:noFill/>
                  </a:ln>
                  <a:solidFill>
                    <a:srgbClr val="74BF4B"/>
                  </a:solidFill>
                  <a:effectLst/>
                  <a:uLnTx/>
                  <a:uFillTx/>
                  <a:latin typeface="CiscoSansTT Light"/>
                  <a:ea typeface="ＭＳ Ｐゴシック" charset="0"/>
                  <a:sym typeface="Wingdings" panose="05000000000000000000" pitchFamily="2" charset="2"/>
                </a:rPr>
                <a:t></a:t>
              </a:r>
              <a:endParaRPr kumimoji="0" lang="en-GB" sz="4000" b="0" i="0" u="none" strike="noStrike" kern="1200" cap="none" spc="0" normalizeH="0" baseline="0" noProof="0">
                <a:ln>
                  <a:noFill/>
                </a:ln>
                <a:solidFill>
                  <a:srgbClr val="74BF4B"/>
                </a:solidFill>
                <a:effectLst/>
                <a:uLnTx/>
                <a:uFillTx/>
                <a:latin typeface="CiscoSansTT Light"/>
                <a:ea typeface="ＭＳ Ｐゴシック" charset="0"/>
              </a:endParaRPr>
            </a:p>
          </p:txBody>
        </p:sp>
        <p:sp>
          <p:nvSpPr>
            <p:cNvPr id="50" name="TextBox 49">
              <a:extLst>
                <a:ext uri="{FF2B5EF4-FFF2-40B4-BE49-F238E27FC236}">
                  <a16:creationId xmlns:a16="http://schemas.microsoft.com/office/drawing/2014/main" id="{DEE42044-3E7D-14AD-4BEE-E7D093E9D8ED}"/>
                </a:ext>
              </a:extLst>
            </p:cNvPr>
            <p:cNvSpPr txBox="1"/>
            <p:nvPr/>
          </p:nvSpPr>
          <p:spPr>
            <a:xfrm>
              <a:off x="9133837" y="2101509"/>
              <a:ext cx="552090" cy="707886"/>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GB" sz="4000" b="0" i="0" u="none" strike="noStrike" kern="1200" cap="none" spc="0" normalizeH="0" baseline="0" noProof="0">
                  <a:ln>
                    <a:noFill/>
                  </a:ln>
                  <a:solidFill>
                    <a:srgbClr val="74BF4B"/>
                  </a:solidFill>
                  <a:effectLst/>
                  <a:uLnTx/>
                  <a:uFillTx/>
                  <a:latin typeface="CiscoSansTT Light"/>
                  <a:ea typeface="ＭＳ Ｐゴシック" charset="0"/>
                  <a:sym typeface="Wingdings" panose="05000000000000000000" pitchFamily="2" charset="2"/>
                </a:rPr>
                <a:t></a:t>
              </a:r>
              <a:endParaRPr kumimoji="0" lang="en-GB" sz="4000" b="0" i="0" u="none" strike="noStrike" kern="1200" cap="none" spc="0" normalizeH="0" baseline="0" noProof="0">
                <a:ln>
                  <a:noFill/>
                </a:ln>
                <a:solidFill>
                  <a:srgbClr val="74BF4B"/>
                </a:solidFill>
                <a:effectLst/>
                <a:uLnTx/>
                <a:uFillTx/>
                <a:latin typeface="CiscoSansTT Light"/>
                <a:ea typeface="ＭＳ Ｐゴシック" charset="0"/>
              </a:endParaRPr>
            </a:p>
          </p:txBody>
        </p:sp>
      </p:grpSp>
      <p:sp>
        <p:nvSpPr>
          <p:cNvPr id="55" name="TextBox 54">
            <a:extLst>
              <a:ext uri="{FF2B5EF4-FFF2-40B4-BE49-F238E27FC236}">
                <a16:creationId xmlns:a16="http://schemas.microsoft.com/office/drawing/2014/main" id="{CE0BB3F3-3F86-0367-E0D8-45068C1F577E}"/>
              </a:ext>
            </a:extLst>
          </p:cNvPr>
          <p:cNvSpPr txBox="1"/>
          <p:nvPr/>
        </p:nvSpPr>
        <p:spPr>
          <a:xfrm>
            <a:off x="1014116" y="2692827"/>
            <a:ext cx="1436989" cy="507831"/>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414244"/>
                </a:solidFill>
                <a:effectLst/>
                <a:uLnTx/>
                <a:uFillTx/>
                <a:latin typeface="CiscoSansTT Light"/>
                <a:ea typeface="ＭＳ Ｐゴシック" charset="0"/>
              </a:rPr>
              <a:t>Salesforce Campaigns created</a:t>
            </a:r>
            <a:r>
              <a:rPr kumimoji="0" lang="en-US" sz="900" b="0" i="0" u="none" strike="noStrike" kern="1200" cap="none" spc="0" normalizeH="0" noProof="0" dirty="0">
                <a:ln>
                  <a:noFill/>
                </a:ln>
                <a:solidFill>
                  <a:srgbClr val="414244"/>
                </a:solidFill>
                <a:effectLst/>
                <a:uLnTx/>
                <a:uFillTx/>
                <a:latin typeface="CiscoSansTT Light"/>
                <a:ea typeface="ＭＳ Ｐゴシック" charset="0"/>
              </a:rPr>
              <a:t> aligned to Activity ID and Offer ID</a:t>
            </a:r>
            <a:endParaRPr kumimoji="0" lang="en-GB" sz="900" b="0" i="0" u="none" strike="noStrike" kern="1200" cap="none" spc="0" normalizeH="0" baseline="0" noProof="0" dirty="0">
              <a:ln>
                <a:noFill/>
              </a:ln>
              <a:solidFill>
                <a:srgbClr val="414244"/>
              </a:solidFill>
              <a:effectLst/>
              <a:uLnTx/>
              <a:uFillTx/>
              <a:latin typeface="CiscoSansTT Light"/>
              <a:ea typeface="ＭＳ Ｐゴシック" charset="0"/>
            </a:endParaRPr>
          </a:p>
        </p:txBody>
      </p:sp>
      <p:sp>
        <p:nvSpPr>
          <p:cNvPr id="62" name="TextBox 61">
            <a:extLst>
              <a:ext uri="{FF2B5EF4-FFF2-40B4-BE49-F238E27FC236}">
                <a16:creationId xmlns:a16="http://schemas.microsoft.com/office/drawing/2014/main" id="{0E9750B2-B635-8987-5669-7A9F285103D7}"/>
              </a:ext>
            </a:extLst>
          </p:cNvPr>
          <p:cNvSpPr txBox="1"/>
          <p:nvPr/>
        </p:nvSpPr>
        <p:spPr>
          <a:xfrm>
            <a:off x="2544012" y="2692827"/>
            <a:ext cx="1599516" cy="338554"/>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lang="en-US" sz="800" dirty="0">
                <a:solidFill>
                  <a:srgbClr val="414244"/>
                </a:solidFill>
                <a:latin typeface="CiscoSansTT Light"/>
              </a:rPr>
              <a:t>Activity and Drive To ID mandatory fields</a:t>
            </a:r>
            <a:endParaRPr kumimoji="0" lang="en-GB" sz="800" b="0" i="0" u="none" strike="noStrike" kern="1200" cap="none" spc="0" normalizeH="0" baseline="0" noProof="0" dirty="0">
              <a:ln>
                <a:noFill/>
              </a:ln>
              <a:solidFill>
                <a:srgbClr val="414244"/>
              </a:solidFill>
              <a:effectLst/>
              <a:uLnTx/>
              <a:uFillTx/>
              <a:latin typeface="CiscoSansTT Light"/>
              <a:ea typeface="ＭＳ Ｐゴシック" charset="0"/>
            </a:endParaRPr>
          </a:p>
        </p:txBody>
      </p:sp>
      <p:sp>
        <p:nvSpPr>
          <p:cNvPr id="64" name="TextBox 63">
            <a:extLst>
              <a:ext uri="{FF2B5EF4-FFF2-40B4-BE49-F238E27FC236}">
                <a16:creationId xmlns:a16="http://schemas.microsoft.com/office/drawing/2014/main" id="{68A8208A-5E6E-DFDB-8492-3422FA38D905}"/>
              </a:ext>
            </a:extLst>
          </p:cNvPr>
          <p:cNvSpPr txBox="1"/>
          <p:nvPr/>
        </p:nvSpPr>
        <p:spPr>
          <a:xfrm>
            <a:off x="4249173" y="2682387"/>
            <a:ext cx="1437939" cy="338554"/>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lang="en-US" sz="800" dirty="0">
                <a:solidFill>
                  <a:srgbClr val="414244"/>
                </a:solidFill>
                <a:latin typeface="CiscoSansTT Light"/>
              </a:rPr>
              <a:t>Validation on IDs dependent on intake type</a:t>
            </a:r>
            <a:endParaRPr kumimoji="0" lang="en-GB" sz="800" b="0" i="0" u="none" strike="noStrike" kern="1200" cap="none" spc="0" normalizeH="0" baseline="0" noProof="0" dirty="0">
              <a:ln>
                <a:noFill/>
              </a:ln>
              <a:solidFill>
                <a:srgbClr val="414244"/>
              </a:solidFill>
              <a:effectLst/>
              <a:uLnTx/>
              <a:uFillTx/>
              <a:latin typeface="CiscoSansTT Light"/>
              <a:ea typeface="ＭＳ Ｐゴシック" charset="0"/>
            </a:endParaRPr>
          </a:p>
        </p:txBody>
      </p:sp>
      <p:sp>
        <p:nvSpPr>
          <p:cNvPr id="75" name="TextBox 74">
            <a:extLst>
              <a:ext uri="{FF2B5EF4-FFF2-40B4-BE49-F238E27FC236}">
                <a16:creationId xmlns:a16="http://schemas.microsoft.com/office/drawing/2014/main" id="{3261DD1D-4D59-055A-AE4D-8632F2F447DC}"/>
              </a:ext>
            </a:extLst>
          </p:cNvPr>
          <p:cNvSpPr txBox="1"/>
          <p:nvPr/>
        </p:nvSpPr>
        <p:spPr>
          <a:xfrm>
            <a:off x="5607500" y="2649007"/>
            <a:ext cx="1700947" cy="215444"/>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414244"/>
                </a:solidFill>
                <a:effectLst/>
                <a:uLnTx/>
                <a:uFillTx/>
                <a:latin typeface="CiscoSansTT Light"/>
                <a:ea typeface="ＭＳ Ｐゴシック" charset="0"/>
              </a:rPr>
              <a:t>TBA</a:t>
            </a:r>
            <a:endParaRPr kumimoji="0" lang="en-GB" sz="800" b="0" i="0" u="none" strike="noStrike" kern="1200" cap="none" spc="0" normalizeH="0" baseline="0" noProof="0" dirty="0">
              <a:ln>
                <a:noFill/>
              </a:ln>
              <a:solidFill>
                <a:srgbClr val="414244">
                  <a:lumMod val="50000"/>
                </a:srgbClr>
              </a:solidFill>
              <a:effectLst/>
              <a:uLnTx/>
              <a:uFillTx/>
              <a:latin typeface="CiscoSansTT Light"/>
              <a:ea typeface="ＭＳ Ｐゴシック" charset="0"/>
            </a:endParaRPr>
          </a:p>
        </p:txBody>
      </p:sp>
      <p:sp>
        <p:nvSpPr>
          <p:cNvPr id="76" name="TextBox 75">
            <a:extLst>
              <a:ext uri="{FF2B5EF4-FFF2-40B4-BE49-F238E27FC236}">
                <a16:creationId xmlns:a16="http://schemas.microsoft.com/office/drawing/2014/main" id="{93BD062D-99A5-0853-BE45-2D36E08FBE76}"/>
              </a:ext>
            </a:extLst>
          </p:cNvPr>
          <p:cNvSpPr txBox="1"/>
          <p:nvPr/>
        </p:nvSpPr>
        <p:spPr>
          <a:xfrm>
            <a:off x="7209281" y="2692827"/>
            <a:ext cx="1370143" cy="215444"/>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414244"/>
                </a:solidFill>
                <a:effectLst/>
                <a:uLnTx/>
                <a:uFillTx/>
                <a:latin typeface="CiscoSansTT Light"/>
                <a:ea typeface="ＭＳ Ｐゴシック" charset="0"/>
              </a:rPr>
              <a:t>TBA</a:t>
            </a:r>
            <a:endParaRPr kumimoji="0" lang="en-GB" sz="800" b="0" i="0" u="none" strike="noStrike" kern="1200" cap="none" spc="0" normalizeH="0" baseline="0" noProof="0" dirty="0">
              <a:ln>
                <a:noFill/>
              </a:ln>
              <a:solidFill>
                <a:srgbClr val="414244">
                  <a:lumMod val="50000"/>
                </a:srgbClr>
              </a:solidFill>
              <a:effectLst/>
              <a:uLnTx/>
              <a:uFillTx/>
              <a:latin typeface="CiscoSansTT Light"/>
              <a:ea typeface="ＭＳ Ｐゴシック" charset="0"/>
            </a:endParaRPr>
          </a:p>
        </p:txBody>
      </p:sp>
      <p:sp>
        <p:nvSpPr>
          <p:cNvPr id="77" name="TextBox 76">
            <a:extLst>
              <a:ext uri="{FF2B5EF4-FFF2-40B4-BE49-F238E27FC236}">
                <a16:creationId xmlns:a16="http://schemas.microsoft.com/office/drawing/2014/main" id="{B73B4385-9F72-2743-36E3-C92EC45CDCED}"/>
              </a:ext>
            </a:extLst>
          </p:cNvPr>
          <p:cNvSpPr txBox="1"/>
          <p:nvPr/>
        </p:nvSpPr>
        <p:spPr>
          <a:xfrm>
            <a:off x="8764988" y="2700521"/>
            <a:ext cx="1370143" cy="338554"/>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414244"/>
                </a:solidFill>
                <a:effectLst/>
                <a:uLnTx/>
                <a:uFillTx/>
                <a:latin typeface="CiscoSansTT Light"/>
                <a:ea typeface="ＭＳ Ｐゴシック" charset="0"/>
              </a:rPr>
              <a:t>TBA</a:t>
            </a:r>
            <a:endParaRPr kumimoji="0" lang="en-US" sz="800" b="1" i="0" u="none" strike="noStrike" kern="1200" cap="none" spc="0" normalizeH="0" baseline="0" noProof="0" dirty="0">
              <a:ln>
                <a:noFill/>
              </a:ln>
              <a:solidFill>
                <a:srgbClr val="E3241B"/>
              </a:solidFill>
              <a:effectLst/>
              <a:uLnTx/>
              <a:uFillTx/>
              <a:latin typeface="Arial" charset="0"/>
              <a:ea typeface="ＭＳ Ｐゴシック" charset="0"/>
            </a:endParaRPr>
          </a:p>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srgbClr val="414244">
                  <a:lumMod val="50000"/>
                </a:srgbClr>
              </a:solidFill>
              <a:effectLst/>
              <a:uLnTx/>
              <a:uFillTx/>
              <a:latin typeface="CiscoSansTT Light"/>
              <a:ea typeface="ＭＳ Ｐゴシック" charset="0"/>
            </a:endParaRPr>
          </a:p>
        </p:txBody>
      </p:sp>
      <p:sp>
        <p:nvSpPr>
          <p:cNvPr id="78" name="TextBox 77">
            <a:extLst>
              <a:ext uri="{FF2B5EF4-FFF2-40B4-BE49-F238E27FC236}">
                <a16:creationId xmlns:a16="http://schemas.microsoft.com/office/drawing/2014/main" id="{1503CC9A-46F9-9167-93BC-BCF11F772AE1}"/>
              </a:ext>
            </a:extLst>
          </p:cNvPr>
          <p:cNvSpPr txBox="1"/>
          <p:nvPr/>
        </p:nvSpPr>
        <p:spPr>
          <a:xfrm>
            <a:off x="10304247" y="2700521"/>
            <a:ext cx="1487835" cy="338554"/>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414244">
                    <a:lumMod val="50000"/>
                  </a:srgbClr>
                </a:solidFill>
                <a:effectLst/>
                <a:uLnTx/>
                <a:uFillTx/>
                <a:latin typeface="CiscoSansTT Light"/>
                <a:ea typeface="ＭＳ Ｐゴシック" charset="0"/>
              </a:rPr>
              <a:t>TBA</a:t>
            </a:r>
            <a:endParaRPr kumimoji="0" lang="en-US" sz="800" b="1" i="0" u="none" strike="noStrike" kern="1200" cap="none" spc="0" normalizeH="0" baseline="0" noProof="0" dirty="0">
              <a:ln>
                <a:noFill/>
              </a:ln>
              <a:solidFill>
                <a:srgbClr val="E3241B"/>
              </a:solidFill>
              <a:effectLst/>
              <a:uLnTx/>
              <a:uFillTx/>
              <a:latin typeface="Arial" charset="0"/>
              <a:ea typeface="ＭＳ Ｐゴシック" charset="0"/>
            </a:endParaRPr>
          </a:p>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GB" sz="800" b="0" i="0" u="none" strike="noStrike" kern="1200" cap="none" spc="0" normalizeH="0" baseline="0" noProof="0" dirty="0">
              <a:ln>
                <a:noFill/>
              </a:ln>
              <a:solidFill>
                <a:srgbClr val="414244">
                  <a:lumMod val="50000"/>
                </a:srgbClr>
              </a:solidFill>
              <a:effectLst/>
              <a:uLnTx/>
              <a:uFillTx/>
              <a:latin typeface="CiscoSansTT Light"/>
              <a:ea typeface="ＭＳ Ｐゴシック" charset="0"/>
            </a:endParaRPr>
          </a:p>
        </p:txBody>
      </p:sp>
      <p:sp>
        <p:nvSpPr>
          <p:cNvPr id="16" name="TextBox 15">
            <a:extLst>
              <a:ext uri="{FF2B5EF4-FFF2-40B4-BE49-F238E27FC236}">
                <a16:creationId xmlns:a16="http://schemas.microsoft.com/office/drawing/2014/main" id="{328535FF-B543-DDE7-7C8D-A4A54D8C6359}"/>
              </a:ext>
            </a:extLst>
          </p:cNvPr>
          <p:cNvSpPr txBox="1"/>
          <p:nvPr/>
        </p:nvSpPr>
        <p:spPr>
          <a:xfrm>
            <a:off x="1009951" y="3276041"/>
            <a:ext cx="1436989" cy="507831"/>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414244"/>
                </a:solidFill>
                <a:effectLst/>
                <a:uLnTx/>
                <a:uFillTx/>
                <a:latin typeface="CiscoSansTT Light"/>
                <a:ea typeface="ＭＳ Ｐゴシック" charset="0"/>
              </a:rPr>
              <a:t>Lead Generation Mandatory field for Activity</a:t>
            </a:r>
            <a:r>
              <a:rPr kumimoji="0" lang="en-US" sz="900" b="0" i="0" u="none" strike="noStrike" kern="1200" cap="none" spc="0" normalizeH="0" noProof="0" dirty="0">
                <a:ln>
                  <a:noFill/>
                </a:ln>
                <a:solidFill>
                  <a:srgbClr val="414244"/>
                </a:solidFill>
                <a:effectLst/>
                <a:uLnTx/>
                <a:uFillTx/>
                <a:latin typeface="CiscoSansTT Light"/>
                <a:ea typeface="ＭＳ Ｐゴシック" charset="0"/>
              </a:rPr>
              <a:t> ID</a:t>
            </a:r>
            <a:endParaRPr kumimoji="0" lang="en-GB" sz="900" b="0" i="0" u="none" strike="noStrike" kern="1200" cap="none" spc="0" normalizeH="0" baseline="0" noProof="0" dirty="0">
              <a:ln>
                <a:noFill/>
              </a:ln>
              <a:solidFill>
                <a:srgbClr val="414244"/>
              </a:solidFill>
              <a:effectLst/>
              <a:uLnTx/>
              <a:uFillTx/>
              <a:latin typeface="CiscoSansTT Light"/>
              <a:ea typeface="ＭＳ Ｐゴシック" charset="0"/>
            </a:endParaRPr>
          </a:p>
        </p:txBody>
      </p:sp>
      <p:sp>
        <p:nvSpPr>
          <p:cNvPr id="27" name="TextBox 26">
            <a:extLst>
              <a:ext uri="{FF2B5EF4-FFF2-40B4-BE49-F238E27FC236}">
                <a16:creationId xmlns:a16="http://schemas.microsoft.com/office/drawing/2014/main" id="{7D723E5D-0228-04B8-4D73-D6C2EBD6556D}"/>
              </a:ext>
            </a:extLst>
          </p:cNvPr>
          <p:cNvSpPr txBox="1"/>
          <p:nvPr/>
        </p:nvSpPr>
        <p:spPr>
          <a:xfrm>
            <a:off x="1001363" y="3864556"/>
            <a:ext cx="1436989" cy="784830"/>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414244"/>
                </a:solidFill>
                <a:effectLst/>
                <a:uLnTx/>
                <a:uFillTx/>
                <a:latin typeface="CiscoSansTT Light"/>
                <a:ea typeface="ＭＳ Ｐゴシック" charset="0"/>
              </a:rPr>
              <a:t>Visual for</a:t>
            </a:r>
            <a:r>
              <a:rPr kumimoji="0" lang="en-US" sz="900" b="0" i="0" u="none" strike="noStrike" kern="1200" cap="none" spc="0" normalizeH="0" noProof="0" dirty="0">
                <a:ln>
                  <a:noFill/>
                </a:ln>
                <a:solidFill>
                  <a:srgbClr val="414244"/>
                </a:solidFill>
                <a:effectLst/>
                <a:uLnTx/>
                <a:uFillTx/>
                <a:latin typeface="CiscoSansTT Light"/>
                <a:ea typeface="ＭＳ Ｐゴシック" charset="0"/>
              </a:rPr>
              <a:t> LDR for Offer and Campaign Information – some fields from Tray and some directly from CTT</a:t>
            </a:r>
            <a:endParaRPr kumimoji="0" lang="en-GB" sz="900" b="0" i="0" u="none" strike="noStrike" kern="1200" cap="none" spc="0" normalizeH="0" baseline="0" noProof="0" dirty="0">
              <a:ln>
                <a:noFill/>
              </a:ln>
              <a:solidFill>
                <a:srgbClr val="414244"/>
              </a:solidFill>
              <a:effectLst/>
              <a:uLnTx/>
              <a:uFillTx/>
              <a:latin typeface="CiscoSansTT Light"/>
              <a:ea typeface="ＭＳ Ｐゴシック" charset="0"/>
            </a:endParaRPr>
          </a:p>
        </p:txBody>
      </p:sp>
      <p:sp>
        <p:nvSpPr>
          <p:cNvPr id="28" name="TextBox 27">
            <a:extLst>
              <a:ext uri="{FF2B5EF4-FFF2-40B4-BE49-F238E27FC236}">
                <a16:creationId xmlns:a16="http://schemas.microsoft.com/office/drawing/2014/main" id="{61505123-3D03-89B0-7859-0482C4771DEC}"/>
              </a:ext>
            </a:extLst>
          </p:cNvPr>
          <p:cNvSpPr txBox="1"/>
          <p:nvPr/>
        </p:nvSpPr>
        <p:spPr>
          <a:xfrm>
            <a:off x="1001363" y="4738575"/>
            <a:ext cx="1436989" cy="369332"/>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414244"/>
                </a:solidFill>
                <a:effectLst/>
                <a:uLnTx/>
                <a:uFillTx/>
                <a:latin typeface="CiscoSansTT Light"/>
                <a:ea typeface="ＭＳ Ｐゴシック" charset="0"/>
              </a:rPr>
              <a:t>Reporting for CTT</a:t>
            </a:r>
            <a:r>
              <a:rPr kumimoji="0" lang="en-US" sz="900" b="0" i="0" u="none" strike="noStrike" kern="1200" cap="none" spc="0" normalizeH="0" noProof="0" dirty="0">
                <a:ln>
                  <a:noFill/>
                </a:ln>
                <a:solidFill>
                  <a:srgbClr val="414244"/>
                </a:solidFill>
                <a:effectLst/>
                <a:uLnTx/>
                <a:uFillTx/>
                <a:latin typeface="CiscoSansTT Light"/>
                <a:ea typeface="ＭＳ Ｐゴシック" charset="0"/>
              </a:rPr>
              <a:t> values from Tray</a:t>
            </a:r>
            <a:endParaRPr kumimoji="0" lang="en-GB" sz="900" b="0" i="0" u="none" strike="noStrike" kern="1200" cap="none" spc="0" normalizeH="0" baseline="0" noProof="0" dirty="0">
              <a:ln>
                <a:noFill/>
              </a:ln>
              <a:solidFill>
                <a:srgbClr val="414244"/>
              </a:solidFill>
              <a:effectLst/>
              <a:uLnTx/>
              <a:uFillTx/>
              <a:latin typeface="CiscoSansTT Light"/>
              <a:ea typeface="ＭＳ Ｐゴシック" charset="0"/>
            </a:endParaRPr>
          </a:p>
        </p:txBody>
      </p:sp>
      <p:sp>
        <p:nvSpPr>
          <p:cNvPr id="31" name="TextBox 30">
            <a:extLst>
              <a:ext uri="{FF2B5EF4-FFF2-40B4-BE49-F238E27FC236}">
                <a16:creationId xmlns:a16="http://schemas.microsoft.com/office/drawing/2014/main" id="{29D4F924-A176-CF97-AFA7-CEA73CE83DAF}"/>
              </a:ext>
            </a:extLst>
          </p:cNvPr>
          <p:cNvSpPr txBox="1"/>
          <p:nvPr/>
        </p:nvSpPr>
        <p:spPr>
          <a:xfrm>
            <a:off x="4213479" y="3087463"/>
            <a:ext cx="1435062" cy="338554"/>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414244"/>
                </a:solidFill>
                <a:effectLst/>
                <a:uLnTx/>
                <a:uFillTx/>
                <a:latin typeface="CiscoSansTT Light"/>
                <a:ea typeface="ＭＳ Ｐゴシック" charset="0"/>
              </a:rPr>
              <a:t>CTTG integration for ID Validation</a:t>
            </a:r>
            <a:endParaRPr kumimoji="0" lang="en-GB" sz="800" b="0" i="0" u="none" strike="noStrike" kern="1200" cap="none" spc="0" normalizeH="0" baseline="0" noProof="0" dirty="0">
              <a:ln>
                <a:noFill/>
              </a:ln>
              <a:solidFill>
                <a:srgbClr val="414244"/>
              </a:solidFill>
              <a:effectLst/>
              <a:uLnTx/>
              <a:uFillTx/>
              <a:latin typeface="CiscoSansTT Light"/>
              <a:ea typeface="ＭＳ Ｐゴシック" charset="0"/>
            </a:endParaRPr>
          </a:p>
        </p:txBody>
      </p:sp>
      <p:sp>
        <p:nvSpPr>
          <p:cNvPr id="32" name="TextBox 31">
            <a:extLst>
              <a:ext uri="{FF2B5EF4-FFF2-40B4-BE49-F238E27FC236}">
                <a16:creationId xmlns:a16="http://schemas.microsoft.com/office/drawing/2014/main" id="{CC3E28AD-229D-1CD7-663D-90C932EE5FCB}"/>
              </a:ext>
            </a:extLst>
          </p:cNvPr>
          <p:cNvSpPr txBox="1"/>
          <p:nvPr/>
        </p:nvSpPr>
        <p:spPr>
          <a:xfrm>
            <a:off x="4213479" y="3480680"/>
            <a:ext cx="1435062" cy="461665"/>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414244"/>
                </a:solidFill>
                <a:effectLst/>
                <a:uLnTx/>
                <a:uFillTx/>
                <a:latin typeface="CiscoSansTT Light"/>
                <a:ea typeface="ＭＳ Ｐゴシック" charset="0"/>
              </a:rPr>
              <a:t>Derivation of business category using DTID information</a:t>
            </a:r>
            <a:endParaRPr kumimoji="0" lang="en-GB" sz="800" b="0" i="0" u="none" strike="noStrike" kern="1200" cap="none" spc="0" normalizeH="0" baseline="0" noProof="0" dirty="0">
              <a:ln>
                <a:noFill/>
              </a:ln>
              <a:solidFill>
                <a:srgbClr val="414244"/>
              </a:solidFill>
              <a:effectLst/>
              <a:uLnTx/>
              <a:uFillTx/>
              <a:latin typeface="CiscoSansTT Light"/>
              <a:ea typeface="ＭＳ Ｐゴシック" charset="0"/>
            </a:endParaRPr>
          </a:p>
        </p:txBody>
      </p:sp>
      <p:sp>
        <p:nvSpPr>
          <p:cNvPr id="37" name="TextBox 36">
            <a:extLst>
              <a:ext uri="{FF2B5EF4-FFF2-40B4-BE49-F238E27FC236}">
                <a16:creationId xmlns:a16="http://schemas.microsoft.com/office/drawing/2014/main" id="{BA7E3DB7-EC43-6893-D278-4C28899C021E}"/>
              </a:ext>
            </a:extLst>
          </p:cNvPr>
          <p:cNvSpPr txBox="1"/>
          <p:nvPr/>
        </p:nvSpPr>
        <p:spPr>
          <a:xfrm>
            <a:off x="4186211" y="3979439"/>
            <a:ext cx="1435062" cy="461665"/>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414244"/>
                </a:solidFill>
                <a:effectLst/>
                <a:uLnTx/>
                <a:uFillTx/>
                <a:latin typeface="CiscoSansTT Light"/>
                <a:ea typeface="ＭＳ Ｐゴシック" charset="0"/>
              </a:rPr>
              <a:t>Creation</a:t>
            </a:r>
            <a:r>
              <a:rPr kumimoji="0" lang="en-US" sz="800" b="0" i="0" u="none" strike="noStrike" kern="1200" cap="none" spc="0" normalizeH="0" noProof="0" dirty="0">
                <a:ln>
                  <a:noFill/>
                </a:ln>
                <a:solidFill>
                  <a:srgbClr val="414244"/>
                </a:solidFill>
                <a:effectLst/>
                <a:uLnTx/>
                <a:uFillTx/>
                <a:latin typeface="CiscoSansTT Light"/>
                <a:ea typeface="ＭＳ Ｐゴシック" charset="0"/>
              </a:rPr>
              <a:t> of SFDC Campaigns based on Activity and Offer IDs</a:t>
            </a:r>
            <a:endParaRPr kumimoji="0" lang="en-GB" sz="800" b="0" i="0" u="none" strike="noStrike" kern="1200" cap="none" spc="0" normalizeH="0" baseline="0" noProof="0" dirty="0">
              <a:ln>
                <a:noFill/>
              </a:ln>
              <a:solidFill>
                <a:srgbClr val="414244"/>
              </a:solidFill>
              <a:effectLst/>
              <a:uLnTx/>
              <a:uFillTx/>
              <a:latin typeface="CiscoSansTT Light"/>
              <a:ea typeface="ＭＳ Ｐゴシック" charset="0"/>
            </a:endParaRPr>
          </a:p>
        </p:txBody>
      </p:sp>
      <p:sp>
        <p:nvSpPr>
          <p:cNvPr id="38" name="TextBox 37">
            <a:extLst>
              <a:ext uri="{FF2B5EF4-FFF2-40B4-BE49-F238E27FC236}">
                <a16:creationId xmlns:a16="http://schemas.microsoft.com/office/drawing/2014/main" id="{B247286E-9EC4-BF4F-2D70-19E007A6D2B4}"/>
              </a:ext>
            </a:extLst>
          </p:cNvPr>
          <p:cNvSpPr txBox="1"/>
          <p:nvPr/>
        </p:nvSpPr>
        <p:spPr>
          <a:xfrm>
            <a:off x="4176606" y="4503216"/>
            <a:ext cx="1435062" cy="461665"/>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414244"/>
                </a:solidFill>
                <a:effectLst/>
                <a:uLnTx/>
                <a:uFillTx/>
                <a:latin typeface="CiscoSansTT Light"/>
                <a:ea typeface="ＭＳ Ｐゴシック" charset="0"/>
              </a:rPr>
              <a:t>Alignment of leads to VDC and SFDC Campaigns base on Activity</a:t>
            </a:r>
            <a:r>
              <a:rPr kumimoji="0" lang="en-US" sz="800" b="0" i="0" u="none" strike="noStrike" kern="1200" cap="none" spc="0" normalizeH="0" noProof="0" dirty="0">
                <a:ln>
                  <a:noFill/>
                </a:ln>
                <a:solidFill>
                  <a:srgbClr val="414244"/>
                </a:solidFill>
                <a:effectLst/>
                <a:uLnTx/>
                <a:uFillTx/>
                <a:latin typeface="CiscoSansTT Light"/>
                <a:ea typeface="ＭＳ Ｐゴシック" charset="0"/>
              </a:rPr>
              <a:t> ID</a:t>
            </a:r>
            <a:endParaRPr kumimoji="0" lang="en-GB" sz="800" b="0" i="0" u="none" strike="noStrike" kern="1200" cap="none" spc="0" normalizeH="0" baseline="0" noProof="0" dirty="0">
              <a:ln>
                <a:noFill/>
              </a:ln>
              <a:solidFill>
                <a:srgbClr val="414244"/>
              </a:solidFill>
              <a:effectLst/>
              <a:uLnTx/>
              <a:uFillTx/>
              <a:latin typeface="CiscoSansTT Light"/>
              <a:ea typeface="ＭＳ Ｐゴシック" charset="0"/>
            </a:endParaRPr>
          </a:p>
        </p:txBody>
      </p:sp>
    </p:spTree>
    <p:extLst>
      <p:ext uri="{BB962C8B-B14F-4D97-AF65-F5344CB8AC3E}">
        <p14:creationId xmlns:p14="http://schemas.microsoft.com/office/powerpoint/2010/main" val="15652575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fade">
                                      <p:cBhvr>
                                        <p:cTn id="7" dur="1000"/>
                                        <p:tgtEl>
                                          <p:spTgt spid="8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1000"/>
                                        <p:tgtEl>
                                          <p:spTgt spid="80"/>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82"/>
                                        </p:tgtEl>
                                        <p:attrNameLst>
                                          <p:attrName>style.visibility</p:attrName>
                                        </p:attrNameLst>
                                      </p:cBhvr>
                                      <p:to>
                                        <p:strVal val="visible"/>
                                      </p:to>
                                    </p:set>
                                    <p:animEffect transition="in" filter="fade">
                                      <p:cBhvr>
                                        <p:cTn id="16" dur="500"/>
                                        <p:tgtEl>
                                          <p:spTgt spid="8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5"/>
                                        </p:tgtEl>
                                        <p:attrNameLst>
                                          <p:attrName>style.visibility</p:attrName>
                                        </p:attrNameLst>
                                      </p:cBhvr>
                                      <p:to>
                                        <p:strVal val="visible"/>
                                      </p:to>
                                    </p:set>
                                    <p:animEffect transition="in" filter="fade">
                                      <p:cBhvr>
                                        <p:cTn id="21" dur="500"/>
                                        <p:tgtEl>
                                          <p:spTgt spid="5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1"/>
                                        </p:tgtEl>
                                        <p:attrNameLst>
                                          <p:attrName>style.visibility</p:attrName>
                                        </p:attrNameLst>
                                      </p:cBhvr>
                                      <p:to>
                                        <p:strVal val="visible"/>
                                      </p:to>
                                    </p:set>
                                    <p:animEffect transition="in" filter="fade">
                                      <p:cBhvr>
                                        <p:cTn id="24" dur="500"/>
                                        <p:tgtEl>
                                          <p:spTgt spid="5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2"/>
                                        </p:tgtEl>
                                        <p:attrNameLst>
                                          <p:attrName>style.visibility</p:attrName>
                                        </p:attrNameLst>
                                      </p:cBhvr>
                                      <p:to>
                                        <p:strVal val="visible"/>
                                      </p:to>
                                    </p:set>
                                    <p:animEffect transition="in" filter="fade">
                                      <p:cBhvr>
                                        <p:cTn id="29" dur="500"/>
                                        <p:tgtEl>
                                          <p:spTgt spid="6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fade">
                                      <p:cBhvr>
                                        <p:cTn id="32" dur="500"/>
                                        <p:tgtEl>
                                          <p:spTgt spid="5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4"/>
                                        </p:tgtEl>
                                        <p:attrNameLst>
                                          <p:attrName>style.visibility</p:attrName>
                                        </p:attrNameLst>
                                      </p:cBhvr>
                                      <p:to>
                                        <p:strVal val="visible"/>
                                      </p:to>
                                    </p:set>
                                    <p:animEffect transition="in" filter="fade">
                                      <p:cBhvr>
                                        <p:cTn id="37" dur="500"/>
                                        <p:tgtEl>
                                          <p:spTgt spid="6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3"/>
                                        </p:tgtEl>
                                        <p:attrNameLst>
                                          <p:attrName>style.visibility</p:attrName>
                                        </p:attrNameLst>
                                      </p:cBhvr>
                                      <p:to>
                                        <p:strVal val="visible"/>
                                      </p:to>
                                    </p:set>
                                    <p:animEffect transition="in" filter="fade">
                                      <p:cBhvr>
                                        <p:cTn id="40" dur="500"/>
                                        <p:tgtEl>
                                          <p:spTgt spid="5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75"/>
                                        </p:tgtEl>
                                        <p:attrNameLst>
                                          <p:attrName>style.visibility</p:attrName>
                                        </p:attrNameLst>
                                      </p:cBhvr>
                                      <p:to>
                                        <p:strVal val="visible"/>
                                      </p:to>
                                    </p:set>
                                    <p:animEffect transition="in" filter="fade">
                                      <p:cBhvr>
                                        <p:cTn id="45" dur="500"/>
                                        <p:tgtEl>
                                          <p:spTgt spid="7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500"/>
                                        <p:tgtEl>
                                          <p:spTgt spid="35"/>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76"/>
                                        </p:tgtEl>
                                        <p:attrNameLst>
                                          <p:attrName>style.visibility</p:attrName>
                                        </p:attrNameLst>
                                      </p:cBhvr>
                                      <p:to>
                                        <p:strVal val="visible"/>
                                      </p:to>
                                    </p:set>
                                    <p:animEffect transition="in" filter="fade">
                                      <p:cBhvr>
                                        <p:cTn id="53" dur="500"/>
                                        <p:tgtEl>
                                          <p:spTgt spid="7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fade">
                                      <p:cBhvr>
                                        <p:cTn id="56" dur="500"/>
                                        <p:tgtEl>
                                          <p:spTgt spid="34"/>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77"/>
                                        </p:tgtEl>
                                        <p:attrNameLst>
                                          <p:attrName>style.visibility</p:attrName>
                                        </p:attrNameLst>
                                      </p:cBhvr>
                                      <p:to>
                                        <p:strVal val="visible"/>
                                      </p:to>
                                    </p:set>
                                    <p:animEffect transition="in" filter="fade">
                                      <p:cBhvr>
                                        <p:cTn id="61" dur="500"/>
                                        <p:tgtEl>
                                          <p:spTgt spid="7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54"/>
                                        </p:tgtEl>
                                        <p:attrNameLst>
                                          <p:attrName>style.visibility</p:attrName>
                                        </p:attrNameLst>
                                      </p:cBhvr>
                                      <p:to>
                                        <p:strVal val="visible"/>
                                      </p:to>
                                    </p:set>
                                    <p:animEffect transition="in" filter="fade">
                                      <p:cBhvr>
                                        <p:cTn id="64" dur="500"/>
                                        <p:tgtEl>
                                          <p:spTgt spid="54"/>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78"/>
                                        </p:tgtEl>
                                        <p:attrNameLst>
                                          <p:attrName>style.visibility</p:attrName>
                                        </p:attrNameLst>
                                      </p:cBhvr>
                                      <p:to>
                                        <p:strVal val="visible"/>
                                      </p:to>
                                    </p:set>
                                    <p:animEffect transition="in" filter="fade">
                                      <p:cBhvr>
                                        <p:cTn id="69" dur="500"/>
                                        <p:tgtEl>
                                          <p:spTgt spid="7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fade">
                                      <p:cBhvr>
                                        <p:cTn id="72" dur="500"/>
                                        <p:tgtEl>
                                          <p:spTgt spid="3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50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500"/>
                                        <p:tgtEl>
                                          <p:spTgt spid="31"/>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500"/>
                                        <p:tgtEl>
                                          <p:spTgt spid="37"/>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38"/>
                                        </p:tgtEl>
                                        <p:attrNameLst>
                                          <p:attrName>style.visibility</p:attrName>
                                        </p:attrNameLst>
                                      </p:cBhvr>
                                      <p:to>
                                        <p:strVal val="visible"/>
                                      </p:to>
                                    </p:set>
                                    <p:animEffect transition="in" filter="fade">
                                      <p:cBhvr>
                                        <p:cTn id="10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51" grpId="0" animBg="1"/>
      <p:bldP spid="52" grpId="0" animBg="1"/>
      <p:bldP spid="53" grpId="0" animBg="1"/>
      <p:bldP spid="54" grpId="0" animBg="1"/>
      <p:bldP spid="55" grpId="0"/>
      <p:bldP spid="62" grpId="0"/>
      <p:bldP spid="64" grpId="0"/>
      <p:bldP spid="75" grpId="0"/>
      <p:bldP spid="76" grpId="0"/>
      <p:bldP spid="77" grpId="0"/>
      <p:bldP spid="78" grpId="0"/>
      <p:bldP spid="16" grpId="0"/>
      <p:bldP spid="27" grpId="0"/>
      <p:bldP spid="28" grpId="0"/>
      <p:bldP spid="31" grpId="0"/>
      <p:bldP spid="32" grpId="0"/>
      <p:bldP spid="37" grpId="0"/>
      <p:bldP spid="3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B19E793-31A5-FB11-0A5D-A1EAA81B9217}"/>
              </a:ext>
            </a:extLst>
          </p:cNvPr>
          <p:cNvSpPr>
            <a:spLocks noGrp="1"/>
          </p:cNvSpPr>
          <p:nvPr>
            <p:ph type="body" sz="quarter" idx="82"/>
          </p:nvPr>
        </p:nvSpPr>
        <p:spPr/>
        <p:txBody>
          <a:bodyPr/>
          <a:lstStyle/>
          <a:p>
            <a:r>
              <a:rPr lang="en-US" dirty="0"/>
              <a:t>CTT Integrations</a:t>
            </a:r>
            <a:endParaRPr lang="en-GB" dirty="0"/>
          </a:p>
        </p:txBody>
      </p:sp>
      <p:pic>
        <p:nvPicPr>
          <p:cNvPr id="12" name="Picture 11">
            <a:extLst>
              <a:ext uri="{FF2B5EF4-FFF2-40B4-BE49-F238E27FC236}">
                <a16:creationId xmlns:a16="http://schemas.microsoft.com/office/drawing/2014/main" id="{6CC52EEF-2053-6ED8-DC3C-5B665E21771F}"/>
              </a:ext>
            </a:extLst>
          </p:cNvPr>
          <p:cNvPicPr>
            <a:picLocks noChangeAspect="1"/>
          </p:cNvPicPr>
          <p:nvPr/>
        </p:nvPicPr>
        <p:blipFill>
          <a:blip r:embed="rId2"/>
          <a:srcRect l="2036" t="2052" r="1158" b="15492"/>
          <a:stretch>
            <a:fillRect/>
          </a:stretch>
        </p:blipFill>
        <p:spPr>
          <a:xfrm>
            <a:off x="1140903" y="1183641"/>
            <a:ext cx="10053942" cy="4830064"/>
          </a:xfrm>
          <a:custGeom>
            <a:avLst/>
            <a:gdLst>
              <a:gd name="connsiteX0" fmla="*/ 0 w 10053942"/>
              <a:gd name="connsiteY0" fmla="*/ 0 h 4830064"/>
              <a:gd name="connsiteX1" fmla="*/ 10053942 w 10053942"/>
              <a:gd name="connsiteY1" fmla="*/ 0 h 4830064"/>
              <a:gd name="connsiteX2" fmla="*/ 10053942 w 10053942"/>
              <a:gd name="connsiteY2" fmla="*/ 4830064 h 4830064"/>
              <a:gd name="connsiteX3" fmla="*/ 0 w 10053942"/>
              <a:gd name="connsiteY3" fmla="*/ 4830064 h 4830064"/>
            </a:gdLst>
            <a:ahLst/>
            <a:cxnLst>
              <a:cxn ang="0">
                <a:pos x="connsiteX0" y="connsiteY0"/>
              </a:cxn>
              <a:cxn ang="0">
                <a:pos x="connsiteX1" y="connsiteY1"/>
              </a:cxn>
              <a:cxn ang="0">
                <a:pos x="connsiteX2" y="connsiteY2"/>
              </a:cxn>
              <a:cxn ang="0">
                <a:pos x="connsiteX3" y="connsiteY3"/>
              </a:cxn>
            </a:cxnLst>
            <a:rect l="l" t="t" r="r" b="b"/>
            <a:pathLst>
              <a:path w="10053942" h="4830064">
                <a:moveTo>
                  <a:pt x="0" y="0"/>
                </a:moveTo>
                <a:lnTo>
                  <a:pt x="10053942" y="0"/>
                </a:lnTo>
                <a:lnTo>
                  <a:pt x="10053942" y="4830064"/>
                </a:lnTo>
                <a:lnTo>
                  <a:pt x="0" y="4830064"/>
                </a:lnTo>
                <a:close/>
              </a:path>
            </a:pathLst>
          </a:custGeom>
        </p:spPr>
      </p:pic>
      <p:sp>
        <p:nvSpPr>
          <p:cNvPr id="5" name="Rectangle: Rounded Corners 4">
            <a:extLst>
              <a:ext uri="{FF2B5EF4-FFF2-40B4-BE49-F238E27FC236}">
                <a16:creationId xmlns:a16="http://schemas.microsoft.com/office/drawing/2014/main" id="{0D8D3FC0-54FC-B4DF-7152-C3A7200EDF5E}"/>
              </a:ext>
            </a:extLst>
          </p:cNvPr>
          <p:cNvSpPr/>
          <p:nvPr/>
        </p:nvSpPr>
        <p:spPr>
          <a:xfrm>
            <a:off x="625928" y="3429000"/>
            <a:ext cx="623752" cy="919480"/>
          </a:xfrm>
          <a:prstGeom prst="round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Rectangle: Rounded Corners 12">
            <a:extLst>
              <a:ext uri="{FF2B5EF4-FFF2-40B4-BE49-F238E27FC236}">
                <a16:creationId xmlns:a16="http://schemas.microsoft.com/office/drawing/2014/main" id="{264CABA9-8E4A-FF5E-B654-8AC76A77DCE8}"/>
              </a:ext>
            </a:extLst>
          </p:cNvPr>
          <p:cNvSpPr/>
          <p:nvPr/>
        </p:nvSpPr>
        <p:spPr>
          <a:xfrm>
            <a:off x="954157" y="1033670"/>
            <a:ext cx="10482469" cy="5230915"/>
          </a:xfrm>
          <a:prstGeom prst="roundRect">
            <a:avLst/>
          </a:prstGeom>
          <a:noFill/>
          <a:ln w="127000">
            <a:solidFill>
              <a:schemeClr val="accent1">
                <a:shade val="95000"/>
                <a:satMod val="105000"/>
              </a:schemeClr>
            </a:solidFill>
          </a:ln>
          <a:effectLst/>
          <a:scene3d>
            <a:camera prst="orthographicFront"/>
            <a:lightRig rig="morning" dir="t"/>
          </a:scene3d>
          <a:sp3d contourW="25400" prstMaterial="metal">
            <a:bevelT prst="angle"/>
            <a:contourClr>
              <a:srgbClr val="0070C0"/>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7425713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B6A6C21-CBA6-F11B-6BD4-38294129D25A}"/>
              </a:ext>
            </a:extLst>
          </p:cNvPr>
          <p:cNvSpPr>
            <a:spLocks noGrp="1"/>
          </p:cNvSpPr>
          <p:nvPr>
            <p:ph type="body" sz="quarter" idx="82"/>
          </p:nvPr>
        </p:nvSpPr>
        <p:spPr/>
        <p:txBody>
          <a:bodyPr/>
          <a:lstStyle/>
          <a:p>
            <a:r>
              <a:rPr lang="en-GB" dirty="0"/>
              <a:t>Campaign Tagging &amp; Tracking Attributes</a:t>
            </a:r>
          </a:p>
        </p:txBody>
      </p:sp>
      <p:sp>
        <p:nvSpPr>
          <p:cNvPr id="35" name="TextBox 34">
            <a:extLst>
              <a:ext uri="{FF2B5EF4-FFF2-40B4-BE49-F238E27FC236}">
                <a16:creationId xmlns:a16="http://schemas.microsoft.com/office/drawing/2014/main" id="{7DC30FBB-44E9-B36A-DA33-EBD33D6EF759}"/>
              </a:ext>
            </a:extLst>
          </p:cNvPr>
          <p:cNvSpPr txBox="1"/>
          <p:nvPr/>
        </p:nvSpPr>
        <p:spPr>
          <a:xfrm>
            <a:off x="8930640" y="208160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DTID</a:t>
            </a:r>
          </a:p>
        </p:txBody>
      </p:sp>
      <p:sp>
        <p:nvSpPr>
          <p:cNvPr id="36" name="TextBox 35">
            <a:extLst>
              <a:ext uri="{FF2B5EF4-FFF2-40B4-BE49-F238E27FC236}">
                <a16:creationId xmlns:a16="http://schemas.microsoft.com/office/drawing/2014/main" id="{97043CA2-FC2A-A6EB-202B-DD6589FC004D}"/>
              </a:ext>
            </a:extLst>
          </p:cNvPr>
          <p:cNvSpPr txBox="1"/>
          <p:nvPr/>
        </p:nvSpPr>
        <p:spPr>
          <a:xfrm>
            <a:off x="8930640" y="256101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Vehicle Type</a:t>
            </a:r>
          </a:p>
        </p:txBody>
      </p:sp>
      <p:sp>
        <p:nvSpPr>
          <p:cNvPr id="37" name="TextBox 36">
            <a:extLst>
              <a:ext uri="{FF2B5EF4-FFF2-40B4-BE49-F238E27FC236}">
                <a16:creationId xmlns:a16="http://schemas.microsoft.com/office/drawing/2014/main" id="{CE1B25D2-836C-7688-8EC6-38E8442D947F}"/>
              </a:ext>
            </a:extLst>
          </p:cNvPr>
          <p:cNvSpPr txBox="1"/>
          <p:nvPr/>
        </p:nvSpPr>
        <p:spPr>
          <a:xfrm>
            <a:off x="8930640" y="3040428"/>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Vehicle Name</a:t>
            </a:r>
          </a:p>
        </p:txBody>
      </p:sp>
      <p:sp>
        <p:nvSpPr>
          <p:cNvPr id="38" name="TextBox 37">
            <a:extLst>
              <a:ext uri="{FF2B5EF4-FFF2-40B4-BE49-F238E27FC236}">
                <a16:creationId xmlns:a16="http://schemas.microsoft.com/office/drawing/2014/main" id="{36FFAF82-9C58-7B51-7879-6E985B44CA20}"/>
              </a:ext>
            </a:extLst>
          </p:cNvPr>
          <p:cNvSpPr txBox="1"/>
          <p:nvPr/>
        </p:nvSpPr>
        <p:spPr>
          <a:xfrm>
            <a:off x="8930640" y="3519840"/>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Sub Vehicle/Vendor</a:t>
            </a:r>
          </a:p>
        </p:txBody>
      </p:sp>
      <p:sp>
        <p:nvSpPr>
          <p:cNvPr id="39" name="TextBox 38">
            <a:extLst>
              <a:ext uri="{FF2B5EF4-FFF2-40B4-BE49-F238E27FC236}">
                <a16:creationId xmlns:a16="http://schemas.microsoft.com/office/drawing/2014/main" id="{FFCA3794-C342-0A31-FEAE-5055C77319DD}"/>
              </a:ext>
            </a:extLst>
          </p:cNvPr>
          <p:cNvSpPr txBox="1"/>
          <p:nvPr/>
        </p:nvSpPr>
        <p:spPr>
          <a:xfrm>
            <a:off x="8930640" y="3999252"/>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Description</a:t>
            </a:r>
          </a:p>
        </p:txBody>
      </p:sp>
      <p:sp>
        <p:nvSpPr>
          <p:cNvPr id="40" name="TextBox 39">
            <a:extLst>
              <a:ext uri="{FF2B5EF4-FFF2-40B4-BE49-F238E27FC236}">
                <a16:creationId xmlns:a16="http://schemas.microsoft.com/office/drawing/2014/main" id="{2A73A469-A7A0-63E9-541D-2A7666243DF8}"/>
              </a:ext>
            </a:extLst>
          </p:cNvPr>
          <p:cNvSpPr txBox="1"/>
          <p:nvPr/>
        </p:nvSpPr>
        <p:spPr>
          <a:xfrm>
            <a:off x="8930640" y="447866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Requested By</a:t>
            </a:r>
          </a:p>
        </p:txBody>
      </p:sp>
      <p:sp>
        <p:nvSpPr>
          <p:cNvPr id="41" name="TextBox 40">
            <a:extLst>
              <a:ext uri="{FF2B5EF4-FFF2-40B4-BE49-F238E27FC236}">
                <a16:creationId xmlns:a16="http://schemas.microsoft.com/office/drawing/2014/main" id="{F6D54A8F-64AD-4F67-3C0E-F10BF13E0838}"/>
              </a:ext>
            </a:extLst>
          </p:cNvPr>
          <p:cNvSpPr txBox="1"/>
          <p:nvPr/>
        </p:nvSpPr>
        <p:spPr>
          <a:xfrm>
            <a:off x="8930640" y="495807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Status</a:t>
            </a:r>
          </a:p>
        </p:txBody>
      </p:sp>
      <p:sp>
        <p:nvSpPr>
          <p:cNvPr id="44" name="TextBox 43">
            <a:extLst>
              <a:ext uri="{FF2B5EF4-FFF2-40B4-BE49-F238E27FC236}">
                <a16:creationId xmlns:a16="http://schemas.microsoft.com/office/drawing/2014/main" id="{127DFE6F-7CD3-0765-D996-F7D8A092DF0B}"/>
              </a:ext>
            </a:extLst>
          </p:cNvPr>
          <p:cNvSpPr txBox="1"/>
          <p:nvPr/>
        </p:nvSpPr>
        <p:spPr>
          <a:xfrm>
            <a:off x="375920" y="208160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Activity ID</a:t>
            </a:r>
          </a:p>
        </p:txBody>
      </p:sp>
      <p:sp>
        <p:nvSpPr>
          <p:cNvPr id="45" name="TextBox 44">
            <a:extLst>
              <a:ext uri="{FF2B5EF4-FFF2-40B4-BE49-F238E27FC236}">
                <a16:creationId xmlns:a16="http://schemas.microsoft.com/office/drawing/2014/main" id="{96BEE160-A553-69AC-1BFC-2ADF626E093F}"/>
              </a:ext>
            </a:extLst>
          </p:cNvPr>
          <p:cNvSpPr txBox="1"/>
          <p:nvPr/>
        </p:nvSpPr>
        <p:spPr>
          <a:xfrm>
            <a:off x="375920" y="256101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Requested By</a:t>
            </a:r>
          </a:p>
        </p:txBody>
      </p:sp>
      <p:sp>
        <p:nvSpPr>
          <p:cNvPr id="47" name="TextBox 46">
            <a:extLst>
              <a:ext uri="{FF2B5EF4-FFF2-40B4-BE49-F238E27FC236}">
                <a16:creationId xmlns:a16="http://schemas.microsoft.com/office/drawing/2014/main" id="{FAA015D2-6069-8C9D-7FCF-FEA08C289C2A}"/>
              </a:ext>
            </a:extLst>
          </p:cNvPr>
          <p:cNvSpPr txBox="1"/>
          <p:nvPr/>
        </p:nvSpPr>
        <p:spPr>
          <a:xfrm>
            <a:off x="375920" y="3519840"/>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Program</a:t>
            </a:r>
          </a:p>
        </p:txBody>
      </p:sp>
      <p:sp>
        <p:nvSpPr>
          <p:cNvPr id="48" name="TextBox 47">
            <a:extLst>
              <a:ext uri="{FF2B5EF4-FFF2-40B4-BE49-F238E27FC236}">
                <a16:creationId xmlns:a16="http://schemas.microsoft.com/office/drawing/2014/main" id="{006D14D8-73F0-3D31-A7F7-4EEB2A3EAB5D}"/>
              </a:ext>
            </a:extLst>
          </p:cNvPr>
          <p:cNvSpPr txBox="1"/>
          <p:nvPr/>
        </p:nvSpPr>
        <p:spPr>
          <a:xfrm>
            <a:off x="375920" y="3999252"/>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Activity Name</a:t>
            </a:r>
          </a:p>
        </p:txBody>
      </p:sp>
      <p:sp>
        <p:nvSpPr>
          <p:cNvPr id="49" name="TextBox 48">
            <a:extLst>
              <a:ext uri="{FF2B5EF4-FFF2-40B4-BE49-F238E27FC236}">
                <a16:creationId xmlns:a16="http://schemas.microsoft.com/office/drawing/2014/main" id="{07CB45BA-5327-D8C9-B344-E69774635195}"/>
              </a:ext>
            </a:extLst>
          </p:cNvPr>
          <p:cNvSpPr txBox="1"/>
          <p:nvPr/>
        </p:nvSpPr>
        <p:spPr>
          <a:xfrm>
            <a:off x="375920" y="447866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Description</a:t>
            </a:r>
          </a:p>
        </p:txBody>
      </p:sp>
      <p:sp>
        <p:nvSpPr>
          <p:cNvPr id="50" name="TextBox 49">
            <a:extLst>
              <a:ext uri="{FF2B5EF4-FFF2-40B4-BE49-F238E27FC236}">
                <a16:creationId xmlns:a16="http://schemas.microsoft.com/office/drawing/2014/main" id="{BA7372B0-40BF-D15A-04F3-FF1F54AF10EC}"/>
              </a:ext>
            </a:extLst>
          </p:cNvPr>
          <p:cNvSpPr txBox="1"/>
          <p:nvPr/>
        </p:nvSpPr>
        <p:spPr>
          <a:xfrm>
            <a:off x="375920" y="495807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Live Date</a:t>
            </a:r>
          </a:p>
        </p:txBody>
      </p:sp>
      <p:sp>
        <p:nvSpPr>
          <p:cNvPr id="51" name="TextBox 50">
            <a:extLst>
              <a:ext uri="{FF2B5EF4-FFF2-40B4-BE49-F238E27FC236}">
                <a16:creationId xmlns:a16="http://schemas.microsoft.com/office/drawing/2014/main" id="{7BFD9122-BEA1-ABA6-A7E6-130A93573EC1}"/>
              </a:ext>
            </a:extLst>
          </p:cNvPr>
          <p:cNvSpPr txBox="1"/>
          <p:nvPr/>
        </p:nvSpPr>
        <p:spPr>
          <a:xfrm>
            <a:off x="375920" y="5437488"/>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Expiration Date</a:t>
            </a:r>
          </a:p>
        </p:txBody>
      </p:sp>
      <p:sp>
        <p:nvSpPr>
          <p:cNvPr id="2" name="TextBox 1">
            <a:extLst>
              <a:ext uri="{FF2B5EF4-FFF2-40B4-BE49-F238E27FC236}">
                <a16:creationId xmlns:a16="http://schemas.microsoft.com/office/drawing/2014/main" id="{A2D4EEB3-7872-2226-29D8-D16A09D40109}"/>
              </a:ext>
            </a:extLst>
          </p:cNvPr>
          <p:cNvSpPr txBox="1"/>
          <p:nvPr/>
        </p:nvSpPr>
        <p:spPr>
          <a:xfrm>
            <a:off x="375920" y="3030325"/>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Campaign</a:t>
            </a:r>
          </a:p>
        </p:txBody>
      </p:sp>
      <p:grpSp>
        <p:nvGrpSpPr>
          <p:cNvPr id="26" name="Group 25">
            <a:extLst>
              <a:ext uri="{FF2B5EF4-FFF2-40B4-BE49-F238E27FC236}">
                <a16:creationId xmlns:a16="http://schemas.microsoft.com/office/drawing/2014/main" id="{90206106-F538-7824-72A2-4E0EAB2715E2}"/>
              </a:ext>
            </a:extLst>
          </p:cNvPr>
          <p:cNvGrpSpPr/>
          <p:nvPr/>
        </p:nvGrpSpPr>
        <p:grpSpPr>
          <a:xfrm>
            <a:off x="898153" y="977182"/>
            <a:ext cx="1676400" cy="1048143"/>
            <a:chOff x="1202953" y="1032737"/>
            <a:chExt cx="1676400" cy="1048143"/>
          </a:xfrm>
        </p:grpSpPr>
        <p:grpSp>
          <p:nvGrpSpPr>
            <p:cNvPr id="3" name="Group 28">
              <a:extLst>
                <a:ext uri="{FF2B5EF4-FFF2-40B4-BE49-F238E27FC236}">
                  <a16:creationId xmlns:a16="http://schemas.microsoft.com/office/drawing/2014/main" id="{D72816A2-E86A-08B3-93EF-B21E977C1A03}"/>
                </a:ext>
              </a:extLst>
            </p:cNvPr>
            <p:cNvGrpSpPr>
              <a:grpSpLocks noChangeAspect="1"/>
            </p:cNvGrpSpPr>
            <p:nvPr/>
          </p:nvGrpSpPr>
          <p:grpSpPr bwMode="auto">
            <a:xfrm>
              <a:off x="1700330" y="1032737"/>
              <a:ext cx="681646" cy="756257"/>
              <a:chOff x="2409" y="1098"/>
              <a:chExt cx="941" cy="1044"/>
            </a:xfrm>
          </p:grpSpPr>
          <p:sp>
            <p:nvSpPr>
              <p:cNvPr id="5" name="Freeform 29">
                <a:extLst>
                  <a:ext uri="{FF2B5EF4-FFF2-40B4-BE49-F238E27FC236}">
                    <a16:creationId xmlns:a16="http://schemas.microsoft.com/office/drawing/2014/main" id="{2F4F2D6D-A235-B0BA-ABA1-7BB3C3FB231C}"/>
                  </a:ext>
                </a:extLst>
              </p:cNvPr>
              <p:cNvSpPr>
                <a:spLocks/>
              </p:cNvSpPr>
              <p:nvPr/>
            </p:nvSpPr>
            <p:spPr bwMode="auto">
              <a:xfrm>
                <a:off x="2409" y="1507"/>
                <a:ext cx="217" cy="285"/>
              </a:xfrm>
              <a:custGeom>
                <a:avLst/>
                <a:gdLst>
                  <a:gd name="T0" fmla="*/ 132 w 177"/>
                  <a:gd name="T1" fmla="*/ 238 h 238"/>
                  <a:gd name="T2" fmla="*/ 45 w 177"/>
                  <a:gd name="T3" fmla="*/ 238 h 238"/>
                  <a:gd name="T4" fmla="*/ 0 w 177"/>
                  <a:gd name="T5" fmla="*/ 192 h 238"/>
                  <a:gd name="T6" fmla="*/ 0 w 177"/>
                  <a:gd name="T7" fmla="*/ 45 h 238"/>
                  <a:gd name="T8" fmla="*/ 45 w 177"/>
                  <a:gd name="T9" fmla="*/ 0 h 238"/>
                  <a:gd name="T10" fmla="*/ 132 w 177"/>
                  <a:gd name="T11" fmla="*/ 0 h 238"/>
                  <a:gd name="T12" fmla="*/ 177 w 177"/>
                  <a:gd name="T13" fmla="*/ 45 h 238"/>
                  <a:gd name="T14" fmla="*/ 177 w 177"/>
                  <a:gd name="T15" fmla="*/ 192 h 238"/>
                  <a:gd name="T16" fmla="*/ 132 w 177"/>
                  <a:gd name="T17" fmla="*/ 23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7" h="238">
                    <a:moveTo>
                      <a:pt x="132" y="238"/>
                    </a:moveTo>
                    <a:cubicBezTo>
                      <a:pt x="45" y="238"/>
                      <a:pt x="45" y="238"/>
                      <a:pt x="45" y="238"/>
                    </a:cubicBezTo>
                    <a:cubicBezTo>
                      <a:pt x="20" y="238"/>
                      <a:pt x="0" y="217"/>
                      <a:pt x="0" y="192"/>
                    </a:cubicBezTo>
                    <a:cubicBezTo>
                      <a:pt x="0" y="45"/>
                      <a:pt x="0" y="45"/>
                      <a:pt x="0" y="45"/>
                    </a:cubicBezTo>
                    <a:cubicBezTo>
                      <a:pt x="0" y="20"/>
                      <a:pt x="20" y="0"/>
                      <a:pt x="45" y="0"/>
                    </a:cubicBezTo>
                    <a:cubicBezTo>
                      <a:pt x="132" y="0"/>
                      <a:pt x="132" y="0"/>
                      <a:pt x="132" y="0"/>
                    </a:cubicBezTo>
                    <a:cubicBezTo>
                      <a:pt x="157" y="0"/>
                      <a:pt x="177" y="20"/>
                      <a:pt x="177" y="45"/>
                    </a:cubicBezTo>
                    <a:cubicBezTo>
                      <a:pt x="177" y="192"/>
                      <a:pt x="177" y="192"/>
                      <a:pt x="177" y="192"/>
                    </a:cubicBezTo>
                    <a:cubicBezTo>
                      <a:pt x="177" y="217"/>
                      <a:pt x="157" y="238"/>
                      <a:pt x="132" y="238"/>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Oval 30">
                <a:extLst>
                  <a:ext uri="{FF2B5EF4-FFF2-40B4-BE49-F238E27FC236}">
                    <a16:creationId xmlns:a16="http://schemas.microsoft.com/office/drawing/2014/main" id="{4CB7DCFC-6FEB-8F65-713D-4CC4D21D650A}"/>
                  </a:ext>
                </a:extLst>
              </p:cNvPr>
              <p:cNvSpPr>
                <a:spLocks noChangeArrowheads="1"/>
              </p:cNvSpPr>
              <p:nvPr/>
            </p:nvSpPr>
            <p:spPr bwMode="auto">
              <a:xfrm>
                <a:off x="2452" y="1327"/>
                <a:ext cx="131" cy="128"/>
              </a:xfrm>
              <a:prstGeom prst="ellipse">
                <a:avLst/>
              </a:pr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31">
                <a:extLst>
                  <a:ext uri="{FF2B5EF4-FFF2-40B4-BE49-F238E27FC236}">
                    <a16:creationId xmlns:a16="http://schemas.microsoft.com/office/drawing/2014/main" id="{08F6516C-F2E1-BFB6-618B-5B8A3E1774CC}"/>
                  </a:ext>
                </a:extLst>
              </p:cNvPr>
              <p:cNvSpPr>
                <a:spLocks/>
              </p:cNvSpPr>
              <p:nvPr/>
            </p:nvSpPr>
            <p:spPr bwMode="auto">
              <a:xfrm>
                <a:off x="3132" y="1507"/>
                <a:ext cx="218" cy="285"/>
              </a:xfrm>
              <a:custGeom>
                <a:avLst/>
                <a:gdLst>
                  <a:gd name="T0" fmla="*/ 133 w 178"/>
                  <a:gd name="T1" fmla="*/ 238 h 238"/>
                  <a:gd name="T2" fmla="*/ 46 w 178"/>
                  <a:gd name="T3" fmla="*/ 238 h 238"/>
                  <a:gd name="T4" fmla="*/ 0 w 178"/>
                  <a:gd name="T5" fmla="*/ 192 h 238"/>
                  <a:gd name="T6" fmla="*/ 0 w 178"/>
                  <a:gd name="T7" fmla="*/ 45 h 238"/>
                  <a:gd name="T8" fmla="*/ 46 w 178"/>
                  <a:gd name="T9" fmla="*/ 0 h 238"/>
                  <a:gd name="T10" fmla="*/ 133 w 178"/>
                  <a:gd name="T11" fmla="*/ 0 h 238"/>
                  <a:gd name="T12" fmla="*/ 178 w 178"/>
                  <a:gd name="T13" fmla="*/ 45 h 238"/>
                  <a:gd name="T14" fmla="*/ 178 w 178"/>
                  <a:gd name="T15" fmla="*/ 192 h 238"/>
                  <a:gd name="T16" fmla="*/ 133 w 178"/>
                  <a:gd name="T17" fmla="*/ 23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8" h="238">
                    <a:moveTo>
                      <a:pt x="133" y="238"/>
                    </a:moveTo>
                    <a:cubicBezTo>
                      <a:pt x="46" y="238"/>
                      <a:pt x="46" y="238"/>
                      <a:pt x="46" y="238"/>
                    </a:cubicBezTo>
                    <a:cubicBezTo>
                      <a:pt x="21" y="238"/>
                      <a:pt x="0" y="217"/>
                      <a:pt x="0" y="192"/>
                    </a:cubicBezTo>
                    <a:cubicBezTo>
                      <a:pt x="0" y="45"/>
                      <a:pt x="0" y="45"/>
                      <a:pt x="0" y="45"/>
                    </a:cubicBezTo>
                    <a:cubicBezTo>
                      <a:pt x="0" y="20"/>
                      <a:pt x="21" y="0"/>
                      <a:pt x="46" y="0"/>
                    </a:cubicBezTo>
                    <a:cubicBezTo>
                      <a:pt x="133" y="0"/>
                      <a:pt x="133" y="0"/>
                      <a:pt x="133" y="0"/>
                    </a:cubicBezTo>
                    <a:cubicBezTo>
                      <a:pt x="158" y="0"/>
                      <a:pt x="178" y="20"/>
                      <a:pt x="178" y="45"/>
                    </a:cubicBezTo>
                    <a:cubicBezTo>
                      <a:pt x="178" y="192"/>
                      <a:pt x="178" y="192"/>
                      <a:pt x="178" y="192"/>
                    </a:cubicBezTo>
                    <a:cubicBezTo>
                      <a:pt x="178" y="217"/>
                      <a:pt x="158" y="238"/>
                      <a:pt x="133" y="238"/>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Oval 32">
                <a:extLst>
                  <a:ext uri="{FF2B5EF4-FFF2-40B4-BE49-F238E27FC236}">
                    <a16:creationId xmlns:a16="http://schemas.microsoft.com/office/drawing/2014/main" id="{D257F2CD-27B0-0B5F-A046-C96BFC9FA295}"/>
                  </a:ext>
                </a:extLst>
              </p:cNvPr>
              <p:cNvSpPr>
                <a:spLocks noChangeArrowheads="1"/>
              </p:cNvSpPr>
              <p:nvPr/>
            </p:nvSpPr>
            <p:spPr bwMode="auto">
              <a:xfrm>
                <a:off x="3176" y="1327"/>
                <a:ext cx="131" cy="128"/>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33">
                <a:extLst>
                  <a:ext uri="{FF2B5EF4-FFF2-40B4-BE49-F238E27FC236}">
                    <a16:creationId xmlns:a16="http://schemas.microsoft.com/office/drawing/2014/main" id="{165C902A-5A2C-DE19-B43C-32E152E38BBF}"/>
                  </a:ext>
                </a:extLst>
              </p:cNvPr>
              <p:cNvSpPr>
                <a:spLocks/>
              </p:cNvSpPr>
              <p:nvPr/>
            </p:nvSpPr>
            <p:spPr bwMode="auto">
              <a:xfrm>
                <a:off x="2771" y="1279"/>
                <a:ext cx="217" cy="284"/>
              </a:xfrm>
              <a:custGeom>
                <a:avLst/>
                <a:gdLst>
                  <a:gd name="T0" fmla="*/ 132 w 177"/>
                  <a:gd name="T1" fmla="*/ 237 h 237"/>
                  <a:gd name="T2" fmla="*/ 45 w 177"/>
                  <a:gd name="T3" fmla="*/ 237 h 237"/>
                  <a:gd name="T4" fmla="*/ 0 w 177"/>
                  <a:gd name="T5" fmla="*/ 192 h 237"/>
                  <a:gd name="T6" fmla="*/ 0 w 177"/>
                  <a:gd name="T7" fmla="*/ 45 h 237"/>
                  <a:gd name="T8" fmla="*/ 45 w 177"/>
                  <a:gd name="T9" fmla="*/ 0 h 237"/>
                  <a:gd name="T10" fmla="*/ 132 w 177"/>
                  <a:gd name="T11" fmla="*/ 0 h 237"/>
                  <a:gd name="T12" fmla="*/ 177 w 177"/>
                  <a:gd name="T13" fmla="*/ 45 h 237"/>
                  <a:gd name="T14" fmla="*/ 177 w 177"/>
                  <a:gd name="T15" fmla="*/ 192 h 237"/>
                  <a:gd name="T16" fmla="*/ 132 w 177"/>
                  <a:gd name="T17" fmla="*/ 237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7" h="237">
                    <a:moveTo>
                      <a:pt x="132" y="237"/>
                    </a:moveTo>
                    <a:cubicBezTo>
                      <a:pt x="45" y="237"/>
                      <a:pt x="45" y="237"/>
                      <a:pt x="45" y="237"/>
                    </a:cubicBezTo>
                    <a:cubicBezTo>
                      <a:pt x="20" y="237"/>
                      <a:pt x="0" y="217"/>
                      <a:pt x="0" y="192"/>
                    </a:cubicBezTo>
                    <a:cubicBezTo>
                      <a:pt x="0" y="45"/>
                      <a:pt x="0" y="45"/>
                      <a:pt x="0" y="45"/>
                    </a:cubicBezTo>
                    <a:cubicBezTo>
                      <a:pt x="0" y="20"/>
                      <a:pt x="20" y="0"/>
                      <a:pt x="45" y="0"/>
                    </a:cubicBezTo>
                    <a:cubicBezTo>
                      <a:pt x="132" y="0"/>
                      <a:pt x="132" y="0"/>
                      <a:pt x="132" y="0"/>
                    </a:cubicBezTo>
                    <a:cubicBezTo>
                      <a:pt x="157" y="0"/>
                      <a:pt x="177" y="20"/>
                      <a:pt x="177" y="45"/>
                    </a:cubicBezTo>
                    <a:cubicBezTo>
                      <a:pt x="177" y="192"/>
                      <a:pt x="177" y="192"/>
                      <a:pt x="177" y="192"/>
                    </a:cubicBezTo>
                    <a:cubicBezTo>
                      <a:pt x="177" y="217"/>
                      <a:pt x="157" y="237"/>
                      <a:pt x="132" y="23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Oval 34">
                <a:extLst>
                  <a:ext uri="{FF2B5EF4-FFF2-40B4-BE49-F238E27FC236}">
                    <a16:creationId xmlns:a16="http://schemas.microsoft.com/office/drawing/2014/main" id="{8A49DEEC-6898-3D62-3BBB-F8FC15CE5ED8}"/>
                  </a:ext>
                </a:extLst>
              </p:cNvPr>
              <p:cNvSpPr>
                <a:spLocks noChangeArrowheads="1"/>
              </p:cNvSpPr>
              <p:nvPr/>
            </p:nvSpPr>
            <p:spPr bwMode="auto">
              <a:xfrm>
                <a:off x="2814" y="1098"/>
                <a:ext cx="131"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35">
                <a:extLst>
                  <a:ext uri="{FF2B5EF4-FFF2-40B4-BE49-F238E27FC236}">
                    <a16:creationId xmlns:a16="http://schemas.microsoft.com/office/drawing/2014/main" id="{FC055D1C-54B1-57C2-5D25-BE20848F0020}"/>
                  </a:ext>
                </a:extLst>
              </p:cNvPr>
              <p:cNvSpPr>
                <a:spLocks/>
              </p:cNvSpPr>
              <p:nvPr/>
            </p:nvSpPr>
            <p:spPr bwMode="auto">
              <a:xfrm>
                <a:off x="2771" y="1858"/>
                <a:ext cx="217" cy="284"/>
              </a:xfrm>
              <a:custGeom>
                <a:avLst/>
                <a:gdLst>
                  <a:gd name="T0" fmla="*/ 132 w 177"/>
                  <a:gd name="T1" fmla="*/ 237 h 237"/>
                  <a:gd name="T2" fmla="*/ 45 w 177"/>
                  <a:gd name="T3" fmla="*/ 237 h 237"/>
                  <a:gd name="T4" fmla="*/ 0 w 177"/>
                  <a:gd name="T5" fmla="*/ 192 h 237"/>
                  <a:gd name="T6" fmla="*/ 0 w 177"/>
                  <a:gd name="T7" fmla="*/ 45 h 237"/>
                  <a:gd name="T8" fmla="*/ 45 w 177"/>
                  <a:gd name="T9" fmla="*/ 0 h 237"/>
                  <a:gd name="T10" fmla="*/ 132 w 177"/>
                  <a:gd name="T11" fmla="*/ 0 h 237"/>
                  <a:gd name="T12" fmla="*/ 177 w 177"/>
                  <a:gd name="T13" fmla="*/ 45 h 237"/>
                  <a:gd name="T14" fmla="*/ 177 w 177"/>
                  <a:gd name="T15" fmla="*/ 192 h 237"/>
                  <a:gd name="T16" fmla="*/ 132 w 177"/>
                  <a:gd name="T17" fmla="*/ 237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7" h="237">
                    <a:moveTo>
                      <a:pt x="132" y="237"/>
                    </a:moveTo>
                    <a:cubicBezTo>
                      <a:pt x="45" y="237"/>
                      <a:pt x="45" y="237"/>
                      <a:pt x="45" y="237"/>
                    </a:cubicBezTo>
                    <a:cubicBezTo>
                      <a:pt x="20" y="237"/>
                      <a:pt x="0" y="217"/>
                      <a:pt x="0" y="192"/>
                    </a:cubicBezTo>
                    <a:cubicBezTo>
                      <a:pt x="0" y="45"/>
                      <a:pt x="0" y="45"/>
                      <a:pt x="0" y="45"/>
                    </a:cubicBezTo>
                    <a:cubicBezTo>
                      <a:pt x="0" y="20"/>
                      <a:pt x="20" y="0"/>
                      <a:pt x="45" y="0"/>
                    </a:cubicBezTo>
                    <a:cubicBezTo>
                      <a:pt x="132" y="0"/>
                      <a:pt x="132" y="0"/>
                      <a:pt x="132" y="0"/>
                    </a:cubicBezTo>
                    <a:cubicBezTo>
                      <a:pt x="157" y="0"/>
                      <a:pt x="177" y="20"/>
                      <a:pt x="177" y="45"/>
                    </a:cubicBezTo>
                    <a:cubicBezTo>
                      <a:pt x="177" y="192"/>
                      <a:pt x="177" y="192"/>
                      <a:pt x="177" y="192"/>
                    </a:cubicBezTo>
                    <a:cubicBezTo>
                      <a:pt x="177" y="217"/>
                      <a:pt x="157" y="237"/>
                      <a:pt x="132" y="237"/>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Oval 36">
                <a:extLst>
                  <a:ext uri="{FF2B5EF4-FFF2-40B4-BE49-F238E27FC236}">
                    <a16:creationId xmlns:a16="http://schemas.microsoft.com/office/drawing/2014/main" id="{825E2F66-4628-D006-4766-05A1BA76ED48}"/>
                  </a:ext>
                </a:extLst>
              </p:cNvPr>
              <p:cNvSpPr>
                <a:spLocks noChangeArrowheads="1"/>
              </p:cNvSpPr>
              <p:nvPr/>
            </p:nvSpPr>
            <p:spPr bwMode="auto">
              <a:xfrm>
                <a:off x="2814" y="1677"/>
                <a:ext cx="131" cy="12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37">
                <a:extLst>
                  <a:ext uri="{FF2B5EF4-FFF2-40B4-BE49-F238E27FC236}">
                    <a16:creationId xmlns:a16="http://schemas.microsoft.com/office/drawing/2014/main" id="{B489EF49-B445-A43B-5B48-19BD0FC59884}"/>
                  </a:ext>
                </a:extLst>
              </p:cNvPr>
              <p:cNvSpPr>
                <a:spLocks/>
              </p:cNvSpPr>
              <p:nvPr/>
            </p:nvSpPr>
            <p:spPr bwMode="auto">
              <a:xfrm>
                <a:off x="2713" y="1392"/>
                <a:ext cx="33" cy="33"/>
              </a:xfrm>
              <a:custGeom>
                <a:avLst/>
                <a:gdLst>
                  <a:gd name="T0" fmla="*/ 22 w 27"/>
                  <a:gd name="T1" fmla="*/ 5 h 27"/>
                  <a:gd name="T2" fmla="*/ 22 w 27"/>
                  <a:gd name="T3" fmla="*/ 23 h 27"/>
                  <a:gd name="T4" fmla="*/ 5 w 27"/>
                  <a:gd name="T5" fmla="*/ 23 h 27"/>
                  <a:gd name="T6" fmla="*/ 5 w 27"/>
                  <a:gd name="T7" fmla="*/ 5 h 27"/>
                  <a:gd name="T8" fmla="*/ 22 w 27"/>
                  <a:gd name="T9" fmla="*/ 5 h 27"/>
                </a:gdLst>
                <a:ahLst/>
                <a:cxnLst>
                  <a:cxn ang="0">
                    <a:pos x="T0" y="T1"/>
                  </a:cxn>
                  <a:cxn ang="0">
                    <a:pos x="T2" y="T3"/>
                  </a:cxn>
                  <a:cxn ang="0">
                    <a:pos x="T4" y="T5"/>
                  </a:cxn>
                  <a:cxn ang="0">
                    <a:pos x="T6" y="T7"/>
                  </a:cxn>
                  <a:cxn ang="0">
                    <a:pos x="T8" y="T9"/>
                  </a:cxn>
                </a:cxnLst>
                <a:rect l="0" t="0" r="r" b="b"/>
                <a:pathLst>
                  <a:path w="27" h="27">
                    <a:moveTo>
                      <a:pt x="22" y="5"/>
                    </a:moveTo>
                    <a:cubicBezTo>
                      <a:pt x="27" y="10"/>
                      <a:pt x="27" y="18"/>
                      <a:pt x="22" y="23"/>
                    </a:cubicBezTo>
                    <a:cubicBezTo>
                      <a:pt x="18" y="27"/>
                      <a:pt x="10" y="27"/>
                      <a:pt x="5" y="23"/>
                    </a:cubicBezTo>
                    <a:cubicBezTo>
                      <a:pt x="0" y="18"/>
                      <a:pt x="0" y="10"/>
                      <a:pt x="5" y="5"/>
                    </a:cubicBezTo>
                    <a:cubicBezTo>
                      <a:pt x="10" y="0"/>
                      <a:pt x="18" y="0"/>
                      <a:pt x="22" y="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38">
                <a:extLst>
                  <a:ext uri="{FF2B5EF4-FFF2-40B4-BE49-F238E27FC236}">
                    <a16:creationId xmlns:a16="http://schemas.microsoft.com/office/drawing/2014/main" id="{3342A765-D96D-0BC1-A7BA-31C4D84BCBE7}"/>
                  </a:ext>
                </a:extLst>
              </p:cNvPr>
              <p:cNvSpPr>
                <a:spLocks/>
              </p:cNvSpPr>
              <p:nvPr/>
            </p:nvSpPr>
            <p:spPr bwMode="auto">
              <a:xfrm>
                <a:off x="2661" y="1422"/>
                <a:ext cx="33" cy="34"/>
              </a:xfrm>
              <a:custGeom>
                <a:avLst/>
                <a:gdLst>
                  <a:gd name="T0" fmla="*/ 22 w 27"/>
                  <a:gd name="T1" fmla="*/ 5 h 28"/>
                  <a:gd name="T2" fmla="*/ 22 w 27"/>
                  <a:gd name="T3" fmla="*/ 23 h 28"/>
                  <a:gd name="T4" fmla="*/ 5 w 27"/>
                  <a:gd name="T5" fmla="*/ 23 h 28"/>
                  <a:gd name="T6" fmla="*/ 5 w 27"/>
                  <a:gd name="T7" fmla="*/ 5 h 28"/>
                  <a:gd name="T8" fmla="*/ 22 w 27"/>
                  <a:gd name="T9" fmla="*/ 5 h 28"/>
                </a:gdLst>
                <a:ahLst/>
                <a:cxnLst>
                  <a:cxn ang="0">
                    <a:pos x="T0" y="T1"/>
                  </a:cxn>
                  <a:cxn ang="0">
                    <a:pos x="T2" y="T3"/>
                  </a:cxn>
                  <a:cxn ang="0">
                    <a:pos x="T4" y="T5"/>
                  </a:cxn>
                  <a:cxn ang="0">
                    <a:pos x="T6" y="T7"/>
                  </a:cxn>
                  <a:cxn ang="0">
                    <a:pos x="T8" y="T9"/>
                  </a:cxn>
                </a:cxnLst>
                <a:rect l="0" t="0" r="r" b="b"/>
                <a:pathLst>
                  <a:path w="27" h="28">
                    <a:moveTo>
                      <a:pt x="22" y="5"/>
                    </a:moveTo>
                    <a:cubicBezTo>
                      <a:pt x="27" y="10"/>
                      <a:pt x="27" y="18"/>
                      <a:pt x="22" y="23"/>
                    </a:cubicBezTo>
                    <a:cubicBezTo>
                      <a:pt x="18" y="28"/>
                      <a:pt x="10" y="28"/>
                      <a:pt x="5" y="23"/>
                    </a:cubicBezTo>
                    <a:cubicBezTo>
                      <a:pt x="0" y="18"/>
                      <a:pt x="0" y="10"/>
                      <a:pt x="5" y="5"/>
                    </a:cubicBezTo>
                    <a:cubicBezTo>
                      <a:pt x="10" y="0"/>
                      <a:pt x="18" y="0"/>
                      <a:pt x="22" y="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39">
                <a:extLst>
                  <a:ext uri="{FF2B5EF4-FFF2-40B4-BE49-F238E27FC236}">
                    <a16:creationId xmlns:a16="http://schemas.microsoft.com/office/drawing/2014/main" id="{967F2A33-1AF5-4E9B-AD71-A87575CD35AD}"/>
                  </a:ext>
                </a:extLst>
              </p:cNvPr>
              <p:cNvSpPr>
                <a:spLocks/>
              </p:cNvSpPr>
              <p:nvPr/>
            </p:nvSpPr>
            <p:spPr bwMode="auto">
              <a:xfrm>
                <a:off x="2630" y="1474"/>
                <a:ext cx="33" cy="33"/>
              </a:xfrm>
              <a:custGeom>
                <a:avLst/>
                <a:gdLst>
                  <a:gd name="T0" fmla="*/ 22 w 27"/>
                  <a:gd name="T1" fmla="*/ 5 h 28"/>
                  <a:gd name="T2" fmla="*/ 22 w 27"/>
                  <a:gd name="T3" fmla="*/ 23 h 28"/>
                  <a:gd name="T4" fmla="*/ 5 w 27"/>
                  <a:gd name="T5" fmla="*/ 23 h 28"/>
                  <a:gd name="T6" fmla="*/ 5 w 27"/>
                  <a:gd name="T7" fmla="*/ 5 h 28"/>
                  <a:gd name="T8" fmla="*/ 22 w 27"/>
                  <a:gd name="T9" fmla="*/ 5 h 28"/>
                </a:gdLst>
                <a:ahLst/>
                <a:cxnLst>
                  <a:cxn ang="0">
                    <a:pos x="T0" y="T1"/>
                  </a:cxn>
                  <a:cxn ang="0">
                    <a:pos x="T2" y="T3"/>
                  </a:cxn>
                  <a:cxn ang="0">
                    <a:pos x="T4" y="T5"/>
                  </a:cxn>
                  <a:cxn ang="0">
                    <a:pos x="T6" y="T7"/>
                  </a:cxn>
                  <a:cxn ang="0">
                    <a:pos x="T8" y="T9"/>
                  </a:cxn>
                </a:cxnLst>
                <a:rect l="0" t="0" r="r" b="b"/>
                <a:pathLst>
                  <a:path w="27" h="28">
                    <a:moveTo>
                      <a:pt x="22" y="5"/>
                    </a:moveTo>
                    <a:cubicBezTo>
                      <a:pt x="27" y="10"/>
                      <a:pt x="27" y="18"/>
                      <a:pt x="22" y="23"/>
                    </a:cubicBezTo>
                    <a:cubicBezTo>
                      <a:pt x="17" y="28"/>
                      <a:pt x="9" y="28"/>
                      <a:pt x="5" y="23"/>
                    </a:cubicBezTo>
                    <a:cubicBezTo>
                      <a:pt x="0" y="18"/>
                      <a:pt x="0" y="10"/>
                      <a:pt x="5" y="5"/>
                    </a:cubicBezTo>
                    <a:cubicBezTo>
                      <a:pt x="9" y="0"/>
                      <a:pt x="17" y="0"/>
                      <a:pt x="22" y="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40">
                <a:extLst>
                  <a:ext uri="{FF2B5EF4-FFF2-40B4-BE49-F238E27FC236}">
                    <a16:creationId xmlns:a16="http://schemas.microsoft.com/office/drawing/2014/main" id="{D437B694-7856-F1F7-5682-B0B4B0E80DF4}"/>
                  </a:ext>
                </a:extLst>
              </p:cNvPr>
              <p:cNvSpPr>
                <a:spLocks/>
              </p:cNvSpPr>
              <p:nvPr/>
            </p:nvSpPr>
            <p:spPr bwMode="auto">
              <a:xfrm>
                <a:off x="3011" y="1392"/>
                <a:ext cx="35" cy="33"/>
              </a:xfrm>
              <a:custGeom>
                <a:avLst/>
                <a:gdLst>
                  <a:gd name="T0" fmla="*/ 5 w 28"/>
                  <a:gd name="T1" fmla="*/ 5 h 27"/>
                  <a:gd name="T2" fmla="*/ 5 w 28"/>
                  <a:gd name="T3" fmla="*/ 23 h 27"/>
                  <a:gd name="T4" fmla="*/ 23 w 28"/>
                  <a:gd name="T5" fmla="*/ 23 h 27"/>
                  <a:gd name="T6" fmla="*/ 23 w 28"/>
                  <a:gd name="T7" fmla="*/ 5 h 27"/>
                  <a:gd name="T8" fmla="*/ 5 w 28"/>
                  <a:gd name="T9" fmla="*/ 5 h 27"/>
                </a:gdLst>
                <a:ahLst/>
                <a:cxnLst>
                  <a:cxn ang="0">
                    <a:pos x="T0" y="T1"/>
                  </a:cxn>
                  <a:cxn ang="0">
                    <a:pos x="T2" y="T3"/>
                  </a:cxn>
                  <a:cxn ang="0">
                    <a:pos x="T4" y="T5"/>
                  </a:cxn>
                  <a:cxn ang="0">
                    <a:pos x="T6" y="T7"/>
                  </a:cxn>
                  <a:cxn ang="0">
                    <a:pos x="T8" y="T9"/>
                  </a:cxn>
                </a:cxnLst>
                <a:rect l="0" t="0" r="r" b="b"/>
                <a:pathLst>
                  <a:path w="28" h="27">
                    <a:moveTo>
                      <a:pt x="5" y="5"/>
                    </a:moveTo>
                    <a:cubicBezTo>
                      <a:pt x="0" y="10"/>
                      <a:pt x="0" y="18"/>
                      <a:pt x="5" y="23"/>
                    </a:cubicBezTo>
                    <a:cubicBezTo>
                      <a:pt x="10" y="27"/>
                      <a:pt x="18" y="27"/>
                      <a:pt x="23" y="23"/>
                    </a:cubicBezTo>
                    <a:cubicBezTo>
                      <a:pt x="28" y="18"/>
                      <a:pt x="28" y="10"/>
                      <a:pt x="23" y="5"/>
                    </a:cubicBezTo>
                    <a:cubicBezTo>
                      <a:pt x="18" y="0"/>
                      <a:pt x="10" y="0"/>
                      <a:pt x="5" y="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41">
                <a:extLst>
                  <a:ext uri="{FF2B5EF4-FFF2-40B4-BE49-F238E27FC236}">
                    <a16:creationId xmlns:a16="http://schemas.microsoft.com/office/drawing/2014/main" id="{90D5116F-96CB-6D4C-C4DA-6638E1CFB8BA}"/>
                  </a:ext>
                </a:extLst>
              </p:cNvPr>
              <p:cNvSpPr>
                <a:spLocks/>
              </p:cNvSpPr>
              <p:nvPr/>
            </p:nvSpPr>
            <p:spPr bwMode="auto">
              <a:xfrm>
                <a:off x="3064" y="1422"/>
                <a:ext cx="34" cy="34"/>
              </a:xfrm>
              <a:custGeom>
                <a:avLst/>
                <a:gdLst>
                  <a:gd name="T0" fmla="*/ 5 w 28"/>
                  <a:gd name="T1" fmla="*/ 5 h 28"/>
                  <a:gd name="T2" fmla="*/ 5 w 28"/>
                  <a:gd name="T3" fmla="*/ 23 h 28"/>
                  <a:gd name="T4" fmla="*/ 23 w 28"/>
                  <a:gd name="T5" fmla="*/ 23 h 28"/>
                  <a:gd name="T6" fmla="*/ 23 w 28"/>
                  <a:gd name="T7" fmla="*/ 5 h 28"/>
                  <a:gd name="T8" fmla="*/ 5 w 28"/>
                  <a:gd name="T9" fmla="*/ 5 h 28"/>
                </a:gdLst>
                <a:ahLst/>
                <a:cxnLst>
                  <a:cxn ang="0">
                    <a:pos x="T0" y="T1"/>
                  </a:cxn>
                  <a:cxn ang="0">
                    <a:pos x="T2" y="T3"/>
                  </a:cxn>
                  <a:cxn ang="0">
                    <a:pos x="T4" y="T5"/>
                  </a:cxn>
                  <a:cxn ang="0">
                    <a:pos x="T6" y="T7"/>
                  </a:cxn>
                  <a:cxn ang="0">
                    <a:pos x="T8" y="T9"/>
                  </a:cxn>
                </a:cxnLst>
                <a:rect l="0" t="0" r="r" b="b"/>
                <a:pathLst>
                  <a:path w="28" h="28">
                    <a:moveTo>
                      <a:pt x="5" y="5"/>
                    </a:moveTo>
                    <a:cubicBezTo>
                      <a:pt x="0" y="10"/>
                      <a:pt x="0" y="18"/>
                      <a:pt x="5" y="23"/>
                    </a:cubicBezTo>
                    <a:cubicBezTo>
                      <a:pt x="10" y="28"/>
                      <a:pt x="18" y="28"/>
                      <a:pt x="23" y="23"/>
                    </a:cubicBezTo>
                    <a:cubicBezTo>
                      <a:pt x="28" y="18"/>
                      <a:pt x="28" y="10"/>
                      <a:pt x="23" y="5"/>
                    </a:cubicBezTo>
                    <a:cubicBezTo>
                      <a:pt x="18" y="0"/>
                      <a:pt x="10" y="0"/>
                      <a:pt x="5" y="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42">
                <a:extLst>
                  <a:ext uri="{FF2B5EF4-FFF2-40B4-BE49-F238E27FC236}">
                    <a16:creationId xmlns:a16="http://schemas.microsoft.com/office/drawing/2014/main" id="{63346F53-0FC2-DDB9-B528-150B0113CEEF}"/>
                  </a:ext>
                </a:extLst>
              </p:cNvPr>
              <p:cNvSpPr>
                <a:spLocks/>
              </p:cNvSpPr>
              <p:nvPr/>
            </p:nvSpPr>
            <p:spPr bwMode="auto">
              <a:xfrm>
                <a:off x="3095" y="1474"/>
                <a:ext cx="34" cy="33"/>
              </a:xfrm>
              <a:custGeom>
                <a:avLst/>
                <a:gdLst>
                  <a:gd name="T0" fmla="*/ 5 w 28"/>
                  <a:gd name="T1" fmla="*/ 5 h 28"/>
                  <a:gd name="T2" fmla="*/ 5 w 28"/>
                  <a:gd name="T3" fmla="*/ 23 h 28"/>
                  <a:gd name="T4" fmla="*/ 23 w 28"/>
                  <a:gd name="T5" fmla="*/ 23 h 28"/>
                  <a:gd name="T6" fmla="*/ 23 w 28"/>
                  <a:gd name="T7" fmla="*/ 5 h 28"/>
                  <a:gd name="T8" fmla="*/ 5 w 28"/>
                  <a:gd name="T9" fmla="*/ 5 h 28"/>
                </a:gdLst>
                <a:ahLst/>
                <a:cxnLst>
                  <a:cxn ang="0">
                    <a:pos x="T0" y="T1"/>
                  </a:cxn>
                  <a:cxn ang="0">
                    <a:pos x="T2" y="T3"/>
                  </a:cxn>
                  <a:cxn ang="0">
                    <a:pos x="T4" y="T5"/>
                  </a:cxn>
                  <a:cxn ang="0">
                    <a:pos x="T6" y="T7"/>
                  </a:cxn>
                  <a:cxn ang="0">
                    <a:pos x="T8" y="T9"/>
                  </a:cxn>
                </a:cxnLst>
                <a:rect l="0" t="0" r="r" b="b"/>
                <a:pathLst>
                  <a:path w="28" h="28">
                    <a:moveTo>
                      <a:pt x="5" y="5"/>
                    </a:moveTo>
                    <a:cubicBezTo>
                      <a:pt x="0" y="10"/>
                      <a:pt x="0" y="18"/>
                      <a:pt x="5" y="23"/>
                    </a:cubicBezTo>
                    <a:cubicBezTo>
                      <a:pt x="10" y="28"/>
                      <a:pt x="18" y="28"/>
                      <a:pt x="23" y="23"/>
                    </a:cubicBezTo>
                    <a:cubicBezTo>
                      <a:pt x="28" y="18"/>
                      <a:pt x="28" y="10"/>
                      <a:pt x="23" y="5"/>
                    </a:cubicBezTo>
                    <a:cubicBezTo>
                      <a:pt x="18" y="0"/>
                      <a:pt x="10" y="0"/>
                      <a:pt x="5" y="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43">
                <a:extLst>
                  <a:ext uri="{FF2B5EF4-FFF2-40B4-BE49-F238E27FC236}">
                    <a16:creationId xmlns:a16="http://schemas.microsoft.com/office/drawing/2014/main" id="{EFAC265F-2ECA-E31F-F348-A3B7A075B35E}"/>
                  </a:ext>
                </a:extLst>
              </p:cNvPr>
              <p:cNvSpPr>
                <a:spLocks/>
              </p:cNvSpPr>
              <p:nvPr/>
            </p:nvSpPr>
            <p:spPr bwMode="auto">
              <a:xfrm>
                <a:off x="2713" y="1872"/>
                <a:ext cx="33" cy="33"/>
              </a:xfrm>
              <a:custGeom>
                <a:avLst/>
                <a:gdLst>
                  <a:gd name="T0" fmla="*/ 22 w 27"/>
                  <a:gd name="T1" fmla="*/ 23 h 28"/>
                  <a:gd name="T2" fmla="*/ 22 w 27"/>
                  <a:gd name="T3" fmla="*/ 5 h 28"/>
                  <a:gd name="T4" fmla="*/ 5 w 27"/>
                  <a:gd name="T5" fmla="*/ 5 h 28"/>
                  <a:gd name="T6" fmla="*/ 5 w 27"/>
                  <a:gd name="T7" fmla="*/ 23 h 28"/>
                  <a:gd name="T8" fmla="*/ 22 w 27"/>
                  <a:gd name="T9" fmla="*/ 23 h 28"/>
                </a:gdLst>
                <a:ahLst/>
                <a:cxnLst>
                  <a:cxn ang="0">
                    <a:pos x="T0" y="T1"/>
                  </a:cxn>
                  <a:cxn ang="0">
                    <a:pos x="T2" y="T3"/>
                  </a:cxn>
                  <a:cxn ang="0">
                    <a:pos x="T4" y="T5"/>
                  </a:cxn>
                  <a:cxn ang="0">
                    <a:pos x="T6" y="T7"/>
                  </a:cxn>
                  <a:cxn ang="0">
                    <a:pos x="T8" y="T9"/>
                  </a:cxn>
                </a:cxnLst>
                <a:rect l="0" t="0" r="r" b="b"/>
                <a:pathLst>
                  <a:path w="27" h="28">
                    <a:moveTo>
                      <a:pt x="22" y="23"/>
                    </a:moveTo>
                    <a:cubicBezTo>
                      <a:pt x="27" y="18"/>
                      <a:pt x="27" y="10"/>
                      <a:pt x="22" y="5"/>
                    </a:cubicBezTo>
                    <a:cubicBezTo>
                      <a:pt x="18" y="0"/>
                      <a:pt x="10" y="0"/>
                      <a:pt x="5" y="5"/>
                    </a:cubicBezTo>
                    <a:cubicBezTo>
                      <a:pt x="0" y="10"/>
                      <a:pt x="0" y="18"/>
                      <a:pt x="5" y="23"/>
                    </a:cubicBezTo>
                    <a:cubicBezTo>
                      <a:pt x="10" y="28"/>
                      <a:pt x="18" y="28"/>
                      <a:pt x="22" y="2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44">
                <a:extLst>
                  <a:ext uri="{FF2B5EF4-FFF2-40B4-BE49-F238E27FC236}">
                    <a16:creationId xmlns:a16="http://schemas.microsoft.com/office/drawing/2014/main" id="{4C2AEA4D-54D5-7169-53D7-9CEF6CA4F615}"/>
                  </a:ext>
                </a:extLst>
              </p:cNvPr>
              <p:cNvSpPr>
                <a:spLocks/>
              </p:cNvSpPr>
              <p:nvPr/>
            </p:nvSpPr>
            <p:spPr bwMode="auto">
              <a:xfrm>
                <a:off x="2661" y="1842"/>
                <a:ext cx="33" cy="33"/>
              </a:xfrm>
              <a:custGeom>
                <a:avLst/>
                <a:gdLst>
                  <a:gd name="T0" fmla="*/ 22 w 27"/>
                  <a:gd name="T1" fmla="*/ 23 h 28"/>
                  <a:gd name="T2" fmla="*/ 22 w 27"/>
                  <a:gd name="T3" fmla="*/ 5 h 28"/>
                  <a:gd name="T4" fmla="*/ 5 w 27"/>
                  <a:gd name="T5" fmla="*/ 5 h 28"/>
                  <a:gd name="T6" fmla="*/ 5 w 27"/>
                  <a:gd name="T7" fmla="*/ 23 h 28"/>
                  <a:gd name="T8" fmla="*/ 22 w 27"/>
                  <a:gd name="T9" fmla="*/ 23 h 28"/>
                </a:gdLst>
                <a:ahLst/>
                <a:cxnLst>
                  <a:cxn ang="0">
                    <a:pos x="T0" y="T1"/>
                  </a:cxn>
                  <a:cxn ang="0">
                    <a:pos x="T2" y="T3"/>
                  </a:cxn>
                  <a:cxn ang="0">
                    <a:pos x="T4" y="T5"/>
                  </a:cxn>
                  <a:cxn ang="0">
                    <a:pos x="T6" y="T7"/>
                  </a:cxn>
                  <a:cxn ang="0">
                    <a:pos x="T8" y="T9"/>
                  </a:cxn>
                </a:cxnLst>
                <a:rect l="0" t="0" r="r" b="b"/>
                <a:pathLst>
                  <a:path w="27" h="28">
                    <a:moveTo>
                      <a:pt x="22" y="23"/>
                    </a:moveTo>
                    <a:cubicBezTo>
                      <a:pt x="27" y="18"/>
                      <a:pt x="27" y="10"/>
                      <a:pt x="22" y="5"/>
                    </a:cubicBezTo>
                    <a:cubicBezTo>
                      <a:pt x="18" y="0"/>
                      <a:pt x="10" y="0"/>
                      <a:pt x="5" y="5"/>
                    </a:cubicBezTo>
                    <a:cubicBezTo>
                      <a:pt x="0" y="10"/>
                      <a:pt x="0" y="18"/>
                      <a:pt x="5" y="23"/>
                    </a:cubicBezTo>
                    <a:cubicBezTo>
                      <a:pt x="10" y="28"/>
                      <a:pt x="18" y="28"/>
                      <a:pt x="22" y="2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45">
                <a:extLst>
                  <a:ext uri="{FF2B5EF4-FFF2-40B4-BE49-F238E27FC236}">
                    <a16:creationId xmlns:a16="http://schemas.microsoft.com/office/drawing/2014/main" id="{19329C0A-1DCB-DBAB-7645-27625418E97F}"/>
                  </a:ext>
                </a:extLst>
              </p:cNvPr>
              <p:cNvSpPr>
                <a:spLocks/>
              </p:cNvSpPr>
              <p:nvPr/>
            </p:nvSpPr>
            <p:spPr bwMode="auto">
              <a:xfrm>
                <a:off x="2630" y="1790"/>
                <a:ext cx="33" cy="34"/>
              </a:xfrm>
              <a:custGeom>
                <a:avLst/>
                <a:gdLst>
                  <a:gd name="T0" fmla="*/ 22 w 27"/>
                  <a:gd name="T1" fmla="*/ 23 h 28"/>
                  <a:gd name="T2" fmla="*/ 22 w 27"/>
                  <a:gd name="T3" fmla="*/ 5 h 28"/>
                  <a:gd name="T4" fmla="*/ 5 w 27"/>
                  <a:gd name="T5" fmla="*/ 5 h 28"/>
                  <a:gd name="T6" fmla="*/ 5 w 27"/>
                  <a:gd name="T7" fmla="*/ 23 h 28"/>
                  <a:gd name="T8" fmla="*/ 22 w 27"/>
                  <a:gd name="T9" fmla="*/ 23 h 28"/>
                </a:gdLst>
                <a:ahLst/>
                <a:cxnLst>
                  <a:cxn ang="0">
                    <a:pos x="T0" y="T1"/>
                  </a:cxn>
                  <a:cxn ang="0">
                    <a:pos x="T2" y="T3"/>
                  </a:cxn>
                  <a:cxn ang="0">
                    <a:pos x="T4" y="T5"/>
                  </a:cxn>
                  <a:cxn ang="0">
                    <a:pos x="T6" y="T7"/>
                  </a:cxn>
                  <a:cxn ang="0">
                    <a:pos x="T8" y="T9"/>
                  </a:cxn>
                </a:cxnLst>
                <a:rect l="0" t="0" r="r" b="b"/>
                <a:pathLst>
                  <a:path w="27" h="28">
                    <a:moveTo>
                      <a:pt x="22" y="23"/>
                    </a:moveTo>
                    <a:cubicBezTo>
                      <a:pt x="27" y="18"/>
                      <a:pt x="27" y="10"/>
                      <a:pt x="22" y="5"/>
                    </a:cubicBezTo>
                    <a:cubicBezTo>
                      <a:pt x="17" y="0"/>
                      <a:pt x="9" y="0"/>
                      <a:pt x="5" y="5"/>
                    </a:cubicBezTo>
                    <a:cubicBezTo>
                      <a:pt x="0" y="10"/>
                      <a:pt x="0" y="18"/>
                      <a:pt x="5" y="23"/>
                    </a:cubicBezTo>
                    <a:cubicBezTo>
                      <a:pt x="9" y="28"/>
                      <a:pt x="17" y="28"/>
                      <a:pt x="22" y="2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46">
                <a:extLst>
                  <a:ext uri="{FF2B5EF4-FFF2-40B4-BE49-F238E27FC236}">
                    <a16:creationId xmlns:a16="http://schemas.microsoft.com/office/drawing/2014/main" id="{68383FF1-8CBB-2F50-4847-740EA2E97B82}"/>
                  </a:ext>
                </a:extLst>
              </p:cNvPr>
              <p:cNvSpPr>
                <a:spLocks/>
              </p:cNvSpPr>
              <p:nvPr/>
            </p:nvSpPr>
            <p:spPr bwMode="auto">
              <a:xfrm>
                <a:off x="3011" y="1872"/>
                <a:ext cx="35" cy="33"/>
              </a:xfrm>
              <a:custGeom>
                <a:avLst/>
                <a:gdLst>
                  <a:gd name="T0" fmla="*/ 5 w 28"/>
                  <a:gd name="T1" fmla="*/ 23 h 28"/>
                  <a:gd name="T2" fmla="*/ 5 w 28"/>
                  <a:gd name="T3" fmla="*/ 5 h 28"/>
                  <a:gd name="T4" fmla="*/ 23 w 28"/>
                  <a:gd name="T5" fmla="*/ 5 h 28"/>
                  <a:gd name="T6" fmla="*/ 23 w 28"/>
                  <a:gd name="T7" fmla="*/ 23 h 28"/>
                  <a:gd name="T8" fmla="*/ 5 w 28"/>
                  <a:gd name="T9" fmla="*/ 23 h 28"/>
                </a:gdLst>
                <a:ahLst/>
                <a:cxnLst>
                  <a:cxn ang="0">
                    <a:pos x="T0" y="T1"/>
                  </a:cxn>
                  <a:cxn ang="0">
                    <a:pos x="T2" y="T3"/>
                  </a:cxn>
                  <a:cxn ang="0">
                    <a:pos x="T4" y="T5"/>
                  </a:cxn>
                  <a:cxn ang="0">
                    <a:pos x="T6" y="T7"/>
                  </a:cxn>
                  <a:cxn ang="0">
                    <a:pos x="T8" y="T9"/>
                  </a:cxn>
                </a:cxnLst>
                <a:rect l="0" t="0" r="r" b="b"/>
                <a:pathLst>
                  <a:path w="28" h="28">
                    <a:moveTo>
                      <a:pt x="5" y="23"/>
                    </a:moveTo>
                    <a:cubicBezTo>
                      <a:pt x="0" y="18"/>
                      <a:pt x="0" y="10"/>
                      <a:pt x="5" y="5"/>
                    </a:cubicBezTo>
                    <a:cubicBezTo>
                      <a:pt x="10" y="0"/>
                      <a:pt x="18" y="0"/>
                      <a:pt x="23" y="5"/>
                    </a:cubicBezTo>
                    <a:cubicBezTo>
                      <a:pt x="28" y="10"/>
                      <a:pt x="28" y="18"/>
                      <a:pt x="23" y="23"/>
                    </a:cubicBezTo>
                    <a:cubicBezTo>
                      <a:pt x="18" y="28"/>
                      <a:pt x="10" y="28"/>
                      <a:pt x="5" y="2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47">
                <a:extLst>
                  <a:ext uri="{FF2B5EF4-FFF2-40B4-BE49-F238E27FC236}">
                    <a16:creationId xmlns:a16="http://schemas.microsoft.com/office/drawing/2014/main" id="{70E34A2A-6C06-3C7D-5821-2945AFFAF999}"/>
                  </a:ext>
                </a:extLst>
              </p:cNvPr>
              <p:cNvSpPr>
                <a:spLocks/>
              </p:cNvSpPr>
              <p:nvPr/>
            </p:nvSpPr>
            <p:spPr bwMode="auto">
              <a:xfrm>
                <a:off x="3064" y="1842"/>
                <a:ext cx="34" cy="33"/>
              </a:xfrm>
              <a:custGeom>
                <a:avLst/>
                <a:gdLst>
                  <a:gd name="T0" fmla="*/ 5 w 28"/>
                  <a:gd name="T1" fmla="*/ 23 h 28"/>
                  <a:gd name="T2" fmla="*/ 5 w 28"/>
                  <a:gd name="T3" fmla="*/ 5 h 28"/>
                  <a:gd name="T4" fmla="*/ 23 w 28"/>
                  <a:gd name="T5" fmla="*/ 5 h 28"/>
                  <a:gd name="T6" fmla="*/ 23 w 28"/>
                  <a:gd name="T7" fmla="*/ 23 h 28"/>
                  <a:gd name="T8" fmla="*/ 5 w 28"/>
                  <a:gd name="T9" fmla="*/ 23 h 28"/>
                </a:gdLst>
                <a:ahLst/>
                <a:cxnLst>
                  <a:cxn ang="0">
                    <a:pos x="T0" y="T1"/>
                  </a:cxn>
                  <a:cxn ang="0">
                    <a:pos x="T2" y="T3"/>
                  </a:cxn>
                  <a:cxn ang="0">
                    <a:pos x="T4" y="T5"/>
                  </a:cxn>
                  <a:cxn ang="0">
                    <a:pos x="T6" y="T7"/>
                  </a:cxn>
                  <a:cxn ang="0">
                    <a:pos x="T8" y="T9"/>
                  </a:cxn>
                </a:cxnLst>
                <a:rect l="0" t="0" r="r" b="b"/>
                <a:pathLst>
                  <a:path w="28" h="28">
                    <a:moveTo>
                      <a:pt x="5" y="23"/>
                    </a:moveTo>
                    <a:cubicBezTo>
                      <a:pt x="0" y="18"/>
                      <a:pt x="0" y="10"/>
                      <a:pt x="5" y="5"/>
                    </a:cubicBezTo>
                    <a:cubicBezTo>
                      <a:pt x="10" y="0"/>
                      <a:pt x="18" y="0"/>
                      <a:pt x="23" y="5"/>
                    </a:cubicBezTo>
                    <a:cubicBezTo>
                      <a:pt x="28" y="10"/>
                      <a:pt x="28" y="18"/>
                      <a:pt x="23" y="23"/>
                    </a:cubicBezTo>
                    <a:cubicBezTo>
                      <a:pt x="18" y="28"/>
                      <a:pt x="10" y="28"/>
                      <a:pt x="5" y="2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48">
                <a:extLst>
                  <a:ext uri="{FF2B5EF4-FFF2-40B4-BE49-F238E27FC236}">
                    <a16:creationId xmlns:a16="http://schemas.microsoft.com/office/drawing/2014/main" id="{26CC2E0A-1810-6729-FCDA-3B809B0E6DA9}"/>
                  </a:ext>
                </a:extLst>
              </p:cNvPr>
              <p:cNvSpPr>
                <a:spLocks/>
              </p:cNvSpPr>
              <p:nvPr/>
            </p:nvSpPr>
            <p:spPr bwMode="auto">
              <a:xfrm>
                <a:off x="3095" y="1790"/>
                <a:ext cx="34" cy="34"/>
              </a:xfrm>
              <a:custGeom>
                <a:avLst/>
                <a:gdLst>
                  <a:gd name="T0" fmla="*/ 5 w 28"/>
                  <a:gd name="T1" fmla="*/ 23 h 28"/>
                  <a:gd name="T2" fmla="*/ 5 w 28"/>
                  <a:gd name="T3" fmla="*/ 5 h 28"/>
                  <a:gd name="T4" fmla="*/ 23 w 28"/>
                  <a:gd name="T5" fmla="*/ 5 h 28"/>
                  <a:gd name="T6" fmla="*/ 23 w 28"/>
                  <a:gd name="T7" fmla="*/ 23 h 28"/>
                  <a:gd name="T8" fmla="*/ 5 w 28"/>
                  <a:gd name="T9" fmla="*/ 23 h 28"/>
                </a:gdLst>
                <a:ahLst/>
                <a:cxnLst>
                  <a:cxn ang="0">
                    <a:pos x="T0" y="T1"/>
                  </a:cxn>
                  <a:cxn ang="0">
                    <a:pos x="T2" y="T3"/>
                  </a:cxn>
                  <a:cxn ang="0">
                    <a:pos x="T4" y="T5"/>
                  </a:cxn>
                  <a:cxn ang="0">
                    <a:pos x="T6" y="T7"/>
                  </a:cxn>
                  <a:cxn ang="0">
                    <a:pos x="T8" y="T9"/>
                  </a:cxn>
                </a:cxnLst>
                <a:rect l="0" t="0" r="r" b="b"/>
                <a:pathLst>
                  <a:path w="28" h="28">
                    <a:moveTo>
                      <a:pt x="5" y="23"/>
                    </a:moveTo>
                    <a:cubicBezTo>
                      <a:pt x="0" y="18"/>
                      <a:pt x="0" y="10"/>
                      <a:pt x="5" y="5"/>
                    </a:cubicBezTo>
                    <a:cubicBezTo>
                      <a:pt x="10" y="0"/>
                      <a:pt x="18" y="0"/>
                      <a:pt x="23" y="5"/>
                    </a:cubicBezTo>
                    <a:cubicBezTo>
                      <a:pt x="28" y="10"/>
                      <a:pt x="28" y="18"/>
                      <a:pt x="23" y="23"/>
                    </a:cubicBezTo>
                    <a:cubicBezTo>
                      <a:pt x="18" y="28"/>
                      <a:pt x="10" y="28"/>
                      <a:pt x="5" y="2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5" name="TextBox 24">
              <a:extLst>
                <a:ext uri="{FF2B5EF4-FFF2-40B4-BE49-F238E27FC236}">
                  <a16:creationId xmlns:a16="http://schemas.microsoft.com/office/drawing/2014/main" id="{83014529-2AF7-6403-AE87-9CEB0860BA8C}"/>
                </a:ext>
              </a:extLst>
            </p:cNvPr>
            <p:cNvSpPr txBox="1"/>
            <p:nvPr/>
          </p:nvSpPr>
          <p:spPr>
            <a:xfrm>
              <a:off x="1202953" y="1711548"/>
              <a:ext cx="1676400" cy="369332"/>
            </a:xfrm>
            <a:prstGeom prst="rect">
              <a:avLst/>
            </a:prstGeom>
            <a:noFill/>
          </p:spPr>
          <p:txBody>
            <a:bodyPr wrap="square" rtlCol="0">
              <a:spAutoFit/>
            </a:bodyPr>
            <a:lstStyle/>
            <a:p>
              <a:pPr algn="ctr"/>
              <a:r>
                <a:rPr lang="en-GB" dirty="0">
                  <a:latin typeface="+mn-lt"/>
                </a:rPr>
                <a:t>Activity ID</a:t>
              </a:r>
            </a:p>
          </p:txBody>
        </p:sp>
      </p:grpSp>
      <p:grpSp>
        <p:nvGrpSpPr>
          <p:cNvPr id="74" name="Group 73">
            <a:extLst>
              <a:ext uri="{FF2B5EF4-FFF2-40B4-BE49-F238E27FC236}">
                <a16:creationId xmlns:a16="http://schemas.microsoft.com/office/drawing/2014/main" id="{359CAC2D-CB8B-C774-2593-6D73D4E1D398}"/>
              </a:ext>
            </a:extLst>
          </p:cNvPr>
          <p:cNvGrpSpPr/>
          <p:nvPr/>
        </p:nvGrpSpPr>
        <p:grpSpPr>
          <a:xfrm>
            <a:off x="5170260" y="979654"/>
            <a:ext cx="1150711" cy="1043199"/>
            <a:chOff x="5170260" y="1104483"/>
            <a:chExt cx="1150711" cy="1043199"/>
          </a:xfrm>
        </p:grpSpPr>
        <p:sp>
          <p:nvSpPr>
            <p:cNvPr id="67" name="TextBox 66">
              <a:extLst>
                <a:ext uri="{FF2B5EF4-FFF2-40B4-BE49-F238E27FC236}">
                  <a16:creationId xmlns:a16="http://schemas.microsoft.com/office/drawing/2014/main" id="{C3E09349-5682-186F-3220-2C3F45D4F90E}"/>
                </a:ext>
              </a:extLst>
            </p:cNvPr>
            <p:cNvSpPr txBox="1"/>
            <p:nvPr/>
          </p:nvSpPr>
          <p:spPr>
            <a:xfrm>
              <a:off x="5170260" y="1778350"/>
              <a:ext cx="1150711" cy="369332"/>
            </a:xfrm>
            <a:prstGeom prst="rect">
              <a:avLst/>
            </a:prstGeom>
            <a:noFill/>
          </p:spPr>
          <p:txBody>
            <a:bodyPr wrap="square" rtlCol="0">
              <a:spAutoFit/>
            </a:bodyPr>
            <a:lstStyle/>
            <a:p>
              <a:pPr algn="ctr"/>
              <a:r>
                <a:rPr lang="en-GB" dirty="0">
                  <a:latin typeface="+mn-lt"/>
                </a:rPr>
                <a:t>Offer ID</a:t>
              </a:r>
            </a:p>
          </p:txBody>
        </p:sp>
        <p:grpSp>
          <p:nvGrpSpPr>
            <p:cNvPr id="68" name="Group 11">
              <a:extLst>
                <a:ext uri="{FF2B5EF4-FFF2-40B4-BE49-F238E27FC236}">
                  <a16:creationId xmlns:a16="http://schemas.microsoft.com/office/drawing/2014/main" id="{DD35E5B3-5801-A85A-7DED-BFC9BC19B60D}"/>
                </a:ext>
              </a:extLst>
            </p:cNvPr>
            <p:cNvGrpSpPr>
              <a:grpSpLocks noChangeAspect="1"/>
            </p:cNvGrpSpPr>
            <p:nvPr/>
          </p:nvGrpSpPr>
          <p:grpSpPr bwMode="auto">
            <a:xfrm>
              <a:off x="5402517" y="1104483"/>
              <a:ext cx="686197" cy="697250"/>
              <a:chOff x="2511" y="1238"/>
              <a:chExt cx="745" cy="757"/>
            </a:xfrm>
          </p:grpSpPr>
          <p:sp>
            <p:nvSpPr>
              <p:cNvPr id="69" name="Freeform 12">
                <a:extLst>
                  <a:ext uri="{FF2B5EF4-FFF2-40B4-BE49-F238E27FC236}">
                    <a16:creationId xmlns:a16="http://schemas.microsoft.com/office/drawing/2014/main" id="{481C22F8-BDA7-07CB-490C-DA8C96FB3872}"/>
                  </a:ext>
                </a:extLst>
              </p:cNvPr>
              <p:cNvSpPr>
                <a:spLocks/>
              </p:cNvSpPr>
              <p:nvPr/>
            </p:nvSpPr>
            <p:spPr bwMode="auto">
              <a:xfrm>
                <a:off x="2511" y="1790"/>
                <a:ext cx="161" cy="205"/>
              </a:xfrm>
              <a:custGeom>
                <a:avLst/>
                <a:gdLst>
                  <a:gd name="T0" fmla="*/ 0 w 131"/>
                  <a:gd name="T1" fmla="*/ 21 h 171"/>
                  <a:gd name="T2" fmla="*/ 21 w 131"/>
                  <a:gd name="T3" fmla="*/ 0 h 171"/>
                  <a:gd name="T4" fmla="*/ 109 w 131"/>
                  <a:gd name="T5" fmla="*/ 0 h 171"/>
                  <a:gd name="T6" fmla="*/ 131 w 131"/>
                  <a:gd name="T7" fmla="*/ 21 h 171"/>
                  <a:gd name="T8" fmla="*/ 131 w 131"/>
                  <a:gd name="T9" fmla="*/ 149 h 171"/>
                  <a:gd name="T10" fmla="*/ 109 w 131"/>
                  <a:gd name="T11" fmla="*/ 171 h 171"/>
                  <a:gd name="T12" fmla="*/ 21 w 131"/>
                  <a:gd name="T13" fmla="*/ 171 h 171"/>
                  <a:gd name="T14" fmla="*/ 0 w 131"/>
                  <a:gd name="T15" fmla="*/ 149 h 171"/>
                  <a:gd name="T16" fmla="*/ 0 w 131"/>
                  <a:gd name="T17" fmla="*/ 2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171">
                    <a:moveTo>
                      <a:pt x="0" y="21"/>
                    </a:moveTo>
                    <a:cubicBezTo>
                      <a:pt x="0" y="9"/>
                      <a:pt x="9" y="0"/>
                      <a:pt x="21" y="0"/>
                    </a:cubicBezTo>
                    <a:cubicBezTo>
                      <a:pt x="109" y="0"/>
                      <a:pt x="109" y="0"/>
                      <a:pt x="109" y="0"/>
                    </a:cubicBezTo>
                    <a:cubicBezTo>
                      <a:pt x="121" y="0"/>
                      <a:pt x="131" y="9"/>
                      <a:pt x="131" y="21"/>
                    </a:cubicBezTo>
                    <a:cubicBezTo>
                      <a:pt x="131" y="149"/>
                      <a:pt x="131" y="149"/>
                      <a:pt x="131" y="149"/>
                    </a:cubicBezTo>
                    <a:cubicBezTo>
                      <a:pt x="131" y="162"/>
                      <a:pt x="121" y="171"/>
                      <a:pt x="109" y="171"/>
                    </a:cubicBezTo>
                    <a:cubicBezTo>
                      <a:pt x="21" y="171"/>
                      <a:pt x="21" y="171"/>
                      <a:pt x="21" y="171"/>
                    </a:cubicBezTo>
                    <a:cubicBezTo>
                      <a:pt x="9" y="171"/>
                      <a:pt x="0" y="162"/>
                      <a:pt x="0" y="149"/>
                    </a:cubicBezTo>
                    <a:lnTo>
                      <a:pt x="0" y="21"/>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13">
                <a:extLst>
                  <a:ext uri="{FF2B5EF4-FFF2-40B4-BE49-F238E27FC236}">
                    <a16:creationId xmlns:a16="http://schemas.microsoft.com/office/drawing/2014/main" id="{DA376334-FB23-C6BC-4223-E048F1CD9843}"/>
                  </a:ext>
                </a:extLst>
              </p:cNvPr>
              <p:cNvSpPr>
                <a:spLocks/>
              </p:cNvSpPr>
              <p:nvPr/>
            </p:nvSpPr>
            <p:spPr bwMode="auto">
              <a:xfrm>
                <a:off x="2702" y="1705"/>
                <a:ext cx="161" cy="290"/>
              </a:xfrm>
              <a:custGeom>
                <a:avLst/>
                <a:gdLst>
                  <a:gd name="T0" fmla="*/ 0 w 131"/>
                  <a:gd name="T1" fmla="*/ 22 h 242"/>
                  <a:gd name="T2" fmla="*/ 21 w 131"/>
                  <a:gd name="T3" fmla="*/ 0 h 242"/>
                  <a:gd name="T4" fmla="*/ 109 w 131"/>
                  <a:gd name="T5" fmla="*/ 0 h 242"/>
                  <a:gd name="T6" fmla="*/ 131 w 131"/>
                  <a:gd name="T7" fmla="*/ 22 h 242"/>
                  <a:gd name="T8" fmla="*/ 131 w 131"/>
                  <a:gd name="T9" fmla="*/ 220 h 242"/>
                  <a:gd name="T10" fmla="*/ 109 w 131"/>
                  <a:gd name="T11" fmla="*/ 242 h 242"/>
                  <a:gd name="T12" fmla="*/ 21 w 131"/>
                  <a:gd name="T13" fmla="*/ 242 h 242"/>
                  <a:gd name="T14" fmla="*/ 0 w 131"/>
                  <a:gd name="T15" fmla="*/ 220 h 242"/>
                  <a:gd name="T16" fmla="*/ 0 w 131"/>
                  <a:gd name="T17" fmla="*/ 22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242">
                    <a:moveTo>
                      <a:pt x="0" y="22"/>
                    </a:moveTo>
                    <a:cubicBezTo>
                      <a:pt x="0" y="10"/>
                      <a:pt x="9" y="0"/>
                      <a:pt x="21" y="0"/>
                    </a:cubicBezTo>
                    <a:cubicBezTo>
                      <a:pt x="109" y="0"/>
                      <a:pt x="109" y="0"/>
                      <a:pt x="109" y="0"/>
                    </a:cubicBezTo>
                    <a:cubicBezTo>
                      <a:pt x="121" y="0"/>
                      <a:pt x="131" y="10"/>
                      <a:pt x="131" y="22"/>
                    </a:cubicBezTo>
                    <a:cubicBezTo>
                      <a:pt x="131" y="220"/>
                      <a:pt x="131" y="220"/>
                      <a:pt x="131" y="220"/>
                    </a:cubicBezTo>
                    <a:cubicBezTo>
                      <a:pt x="131" y="233"/>
                      <a:pt x="121" y="242"/>
                      <a:pt x="109" y="242"/>
                    </a:cubicBezTo>
                    <a:cubicBezTo>
                      <a:pt x="21" y="242"/>
                      <a:pt x="21" y="242"/>
                      <a:pt x="21" y="242"/>
                    </a:cubicBezTo>
                    <a:cubicBezTo>
                      <a:pt x="9" y="242"/>
                      <a:pt x="0" y="233"/>
                      <a:pt x="0" y="220"/>
                    </a:cubicBezTo>
                    <a:lnTo>
                      <a:pt x="0" y="2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14">
                <a:extLst>
                  <a:ext uri="{FF2B5EF4-FFF2-40B4-BE49-F238E27FC236}">
                    <a16:creationId xmlns:a16="http://schemas.microsoft.com/office/drawing/2014/main" id="{6153836D-2C93-5413-0124-DB1B7F24AB36}"/>
                  </a:ext>
                </a:extLst>
              </p:cNvPr>
              <p:cNvSpPr>
                <a:spLocks/>
              </p:cNvSpPr>
              <p:nvPr/>
            </p:nvSpPr>
            <p:spPr bwMode="auto">
              <a:xfrm>
                <a:off x="2892" y="1572"/>
                <a:ext cx="161" cy="423"/>
              </a:xfrm>
              <a:custGeom>
                <a:avLst/>
                <a:gdLst>
                  <a:gd name="T0" fmla="*/ 0 w 131"/>
                  <a:gd name="T1" fmla="*/ 21 h 353"/>
                  <a:gd name="T2" fmla="*/ 21 w 131"/>
                  <a:gd name="T3" fmla="*/ 0 h 353"/>
                  <a:gd name="T4" fmla="*/ 109 w 131"/>
                  <a:gd name="T5" fmla="*/ 0 h 353"/>
                  <a:gd name="T6" fmla="*/ 131 w 131"/>
                  <a:gd name="T7" fmla="*/ 21 h 353"/>
                  <a:gd name="T8" fmla="*/ 131 w 131"/>
                  <a:gd name="T9" fmla="*/ 331 h 353"/>
                  <a:gd name="T10" fmla="*/ 109 w 131"/>
                  <a:gd name="T11" fmla="*/ 353 h 353"/>
                  <a:gd name="T12" fmla="*/ 21 w 131"/>
                  <a:gd name="T13" fmla="*/ 353 h 353"/>
                  <a:gd name="T14" fmla="*/ 0 w 131"/>
                  <a:gd name="T15" fmla="*/ 331 h 353"/>
                  <a:gd name="T16" fmla="*/ 0 w 131"/>
                  <a:gd name="T17" fmla="*/ 21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353">
                    <a:moveTo>
                      <a:pt x="0" y="21"/>
                    </a:moveTo>
                    <a:cubicBezTo>
                      <a:pt x="0" y="9"/>
                      <a:pt x="9" y="0"/>
                      <a:pt x="21" y="0"/>
                    </a:cubicBezTo>
                    <a:cubicBezTo>
                      <a:pt x="109" y="0"/>
                      <a:pt x="109" y="0"/>
                      <a:pt x="109" y="0"/>
                    </a:cubicBezTo>
                    <a:cubicBezTo>
                      <a:pt x="121" y="0"/>
                      <a:pt x="131" y="9"/>
                      <a:pt x="131" y="21"/>
                    </a:cubicBezTo>
                    <a:cubicBezTo>
                      <a:pt x="131" y="331"/>
                      <a:pt x="131" y="331"/>
                      <a:pt x="131" y="331"/>
                    </a:cubicBezTo>
                    <a:cubicBezTo>
                      <a:pt x="131" y="344"/>
                      <a:pt x="121" y="353"/>
                      <a:pt x="109" y="353"/>
                    </a:cubicBezTo>
                    <a:cubicBezTo>
                      <a:pt x="21" y="353"/>
                      <a:pt x="21" y="353"/>
                      <a:pt x="21" y="353"/>
                    </a:cubicBezTo>
                    <a:cubicBezTo>
                      <a:pt x="9" y="353"/>
                      <a:pt x="0" y="344"/>
                      <a:pt x="0" y="331"/>
                    </a:cubicBezTo>
                    <a:lnTo>
                      <a:pt x="0" y="21"/>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15">
                <a:extLst>
                  <a:ext uri="{FF2B5EF4-FFF2-40B4-BE49-F238E27FC236}">
                    <a16:creationId xmlns:a16="http://schemas.microsoft.com/office/drawing/2014/main" id="{C14C047E-346D-F400-9F0E-D5905F8FAA70}"/>
                  </a:ext>
                </a:extLst>
              </p:cNvPr>
              <p:cNvSpPr>
                <a:spLocks/>
              </p:cNvSpPr>
              <p:nvPr/>
            </p:nvSpPr>
            <p:spPr bwMode="auto">
              <a:xfrm>
                <a:off x="3083" y="1632"/>
                <a:ext cx="161" cy="363"/>
              </a:xfrm>
              <a:custGeom>
                <a:avLst/>
                <a:gdLst>
                  <a:gd name="T0" fmla="*/ 0 w 131"/>
                  <a:gd name="T1" fmla="*/ 22 h 303"/>
                  <a:gd name="T2" fmla="*/ 21 w 131"/>
                  <a:gd name="T3" fmla="*/ 0 h 303"/>
                  <a:gd name="T4" fmla="*/ 109 w 131"/>
                  <a:gd name="T5" fmla="*/ 0 h 303"/>
                  <a:gd name="T6" fmla="*/ 131 w 131"/>
                  <a:gd name="T7" fmla="*/ 22 h 303"/>
                  <a:gd name="T8" fmla="*/ 131 w 131"/>
                  <a:gd name="T9" fmla="*/ 281 h 303"/>
                  <a:gd name="T10" fmla="*/ 109 w 131"/>
                  <a:gd name="T11" fmla="*/ 303 h 303"/>
                  <a:gd name="T12" fmla="*/ 21 w 131"/>
                  <a:gd name="T13" fmla="*/ 303 h 303"/>
                  <a:gd name="T14" fmla="*/ 0 w 131"/>
                  <a:gd name="T15" fmla="*/ 281 h 303"/>
                  <a:gd name="T16" fmla="*/ 0 w 131"/>
                  <a:gd name="T17" fmla="*/ 22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303">
                    <a:moveTo>
                      <a:pt x="0" y="22"/>
                    </a:moveTo>
                    <a:cubicBezTo>
                      <a:pt x="0" y="10"/>
                      <a:pt x="9" y="0"/>
                      <a:pt x="21" y="0"/>
                    </a:cubicBezTo>
                    <a:cubicBezTo>
                      <a:pt x="109" y="0"/>
                      <a:pt x="109" y="0"/>
                      <a:pt x="109" y="0"/>
                    </a:cubicBezTo>
                    <a:cubicBezTo>
                      <a:pt x="121" y="0"/>
                      <a:pt x="131" y="10"/>
                      <a:pt x="131" y="22"/>
                    </a:cubicBezTo>
                    <a:cubicBezTo>
                      <a:pt x="131" y="281"/>
                      <a:pt x="131" y="281"/>
                      <a:pt x="131" y="281"/>
                    </a:cubicBezTo>
                    <a:cubicBezTo>
                      <a:pt x="131" y="294"/>
                      <a:pt x="121" y="303"/>
                      <a:pt x="109" y="303"/>
                    </a:cubicBezTo>
                    <a:cubicBezTo>
                      <a:pt x="21" y="303"/>
                      <a:pt x="21" y="303"/>
                      <a:pt x="21" y="303"/>
                    </a:cubicBezTo>
                    <a:cubicBezTo>
                      <a:pt x="9" y="303"/>
                      <a:pt x="0" y="294"/>
                      <a:pt x="0" y="281"/>
                    </a:cubicBezTo>
                    <a:lnTo>
                      <a:pt x="0" y="2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16">
                <a:extLst>
                  <a:ext uri="{FF2B5EF4-FFF2-40B4-BE49-F238E27FC236}">
                    <a16:creationId xmlns:a16="http://schemas.microsoft.com/office/drawing/2014/main" id="{4F838A99-1B49-718D-4944-4652DC280CFB}"/>
                  </a:ext>
                </a:extLst>
              </p:cNvPr>
              <p:cNvSpPr>
                <a:spLocks/>
              </p:cNvSpPr>
              <p:nvPr/>
            </p:nvSpPr>
            <p:spPr bwMode="auto">
              <a:xfrm>
                <a:off x="2515" y="1238"/>
                <a:ext cx="741" cy="381"/>
              </a:xfrm>
              <a:custGeom>
                <a:avLst/>
                <a:gdLst>
                  <a:gd name="T0" fmla="*/ 567 w 603"/>
                  <a:gd name="T1" fmla="*/ 70 h 318"/>
                  <a:gd name="T2" fmla="*/ 518 w 603"/>
                  <a:gd name="T3" fmla="*/ 81 h 318"/>
                  <a:gd name="T4" fmla="*/ 517 w 603"/>
                  <a:gd name="T5" fmla="*/ 84 h 318"/>
                  <a:gd name="T6" fmla="*/ 425 w 603"/>
                  <a:gd name="T7" fmla="*/ 50 h 318"/>
                  <a:gd name="T8" fmla="*/ 415 w 603"/>
                  <a:gd name="T9" fmla="*/ 23 h 318"/>
                  <a:gd name="T10" fmla="*/ 351 w 603"/>
                  <a:gd name="T11" fmla="*/ 16 h 318"/>
                  <a:gd name="T12" fmla="*/ 336 w 603"/>
                  <a:gd name="T13" fmla="*/ 63 h 318"/>
                  <a:gd name="T14" fmla="*/ 337 w 603"/>
                  <a:gd name="T15" fmla="*/ 66 h 318"/>
                  <a:gd name="T16" fmla="*/ 232 w 603"/>
                  <a:gd name="T17" fmla="*/ 149 h 318"/>
                  <a:gd name="T18" fmla="*/ 198 w 603"/>
                  <a:gd name="T19" fmla="*/ 152 h 318"/>
                  <a:gd name="T20" fmla="*/ 172 w 603"/>
                  <a:gd name="T21" fmla="*/ 195 h 318"/>
                  <a:gd name="T22" fmla="*/ 173 w 603"/>
                  <a:gd name="T23" fmla="*/ 197 h 318"/>
                  <a:gd name="T24" fmla="*/ 84 w 603"/>
                  <a:gd name="T25" fmla="*/ 240 h 318"/>
                  <a:gd name="T26" fmla="*/ 82 w 603"/>
                  <a:gd name="T27" fmla="*/ 238 h 318"/>
                  <a:gd name="T28" fmla="*/ 33 w 603"/>
                  <a:gd name="T29" fmla="*/ 231 h 318"/>
                  <a:gd name="T30" fmla="*/ 11 w 603"/>
                  <a:gd name="T31" fmla="*/ 292 h 318"/>
                  <a:gd name="T32" fmla="*/ 54 w 603"/>
                  <a:gd name="T33" fmla="*/ 317 h 318"/>
                  <a:gd name="T34" fmla="*/ 72 w 603"/>
                  <a:gd name="T35" fmla="*/ 313 h 318"/>
                  <a:gd name="T36" fmla="*/ 98 w 603"/>
                  <a:gd name="T37" fmla="*/ 270 h 318"/>
                  <a:gd name="T38" fmla="*/ 97 w 603"/>
                  <a:gd name="T39" fmla="*/ 267 h 318"/>
                  <a:gd name="T40" fmla="*/ 186 w 603"/>
                  <a:gd name="T41" fmla="*/ 225 h 318"/>
                  <a:gd name="T42" fmla="*/ 188 w 603"/>
                  <a:gd name="T43" fmla="*/ 227 h 318"/>
                  <a:gd name="T44" fmla="*/ 237 w 603"/>
                  <a:gd name="T45" fmla="*/ 234 h 318"/>
                  <a:gd name="T46" fmla="*/ 259 w 603"/>
                  <a:gd name="T47" fmla="*/ 173 h 318"/>
                  <a:gd name="T48" fmla="*/ 256 w 603"/>
                  <a:gd name="T49" fmla="*/ 168 h 318"/>
                  <a:gd name="T50" fmla="*/ 356 w 603"/>
                  <a:gd name="T51" fmla="*/ 89 h 318"/>
                  <a:gd name="T52" fmla="*/ 358 w 603"/>
                  <a:gd name="T53" fmla="*/ 91 h 318"/>
                  <a:gd name="T54" fmla="*/ 408 w 603"/>
                  <a:gd name="T55" fmla="*/ 87 h 318"/>
                  <a:gd name="T56" fmla="*/ 416 w 603"/>
                  <a:gd name="T57" fmla="*/ 78 h 318"/>
                  <a:gd name="T58" fmla="*/ 506 w 603"/>
                  <a:gd name="T59" fmla="*/ 112 h 318"/>
                  <a:gd name="T60" fmla="*/ 506 w 603"/>
                  <a:gd name="T61" fmla="*/ 115 h 318"/>
                  <a:gd name="T62" fmla="*/ 536 w 603"/>
                  <a:gd name="T63" fmla="*/ 155 h 318"/>
                  <a:gd name="T64" fmla="*/ 594 w 603"/>
                  <a:gd name="T65" fmla="*/ 128 h 318"/>
                  <a:gd name="T66" fmla="*/ 567 w 603"/>
                  <a:gd name="T67" fmla="*/ 7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03" h="318">
                    <a:moveTo>
                      <a:pt x="567" y="70"/>
                    </a:moveTo>
                    <a:cubicBezTo>
                      <a:pt x="550" y="63"/>
                      <a:pt x="530" y="69"/>
                      <a:pt x="518" y="81"/>
                    </a:cubicBezTo>
                    <a:cubicBezTo>
                      <a:pt x="517" y="84"/>
                      <a:pt x="517" y="84"/>
                      <a:pt x="517" y="84"/>
                    </a:cubicBezTo>
                    <a:cubicBezTo>
                      <a:pt x="425" y="50"/>
                      <a:pt x="425" y="50"/>
                      <a:pt x="425" y="50"/>
                    </a:cubicBezTo>
                    <a:cubicBezTo>
                      <a:pt x="425" y="40"/>
                      <a:pt x="421" y="31"/>
                      <a:pt x="415" y="23"/>
                    </a:cubicBezTo>
                    <a:cubicBezTo>
                      <a:pt x="400" y="3"/>
                      <a:pt x="371" y="0"/>
                      <a:pt x="351" y="16"/>
                    </a:cubicBezTo>
                    <a:cubicBezTo>
                      <a:pt x="337" y="27"/>
                      <a:pt x="331" y="46"/>
                      <a:pt x="336" y="63"/>
                    </a:cubicBezTo>
                    <a:cubicBezTo>
                      <a:pt x="337" y="66"/>
                      <a:pt x="337" y="66"/>
                      <a:pt x="337" y="66"/>
                    </a:cubicBezTo>
                    <a:cubicBezTo>
                      <a:pt x="232" y="149"/>
                      <a:pt x="232" y="149"/>
                      <a:pt x="232" y="149"/>
                    </a:cubicBezTo>
                    <a:cubicBezTo>
                      <a:pt x="221" y="146"/>
                      <a:pt x="209" y="146"/>
                      <a:pt x="198" y="152"/>
                    </a:cubicBezTo>
                    <a:cubicBezTo>
                      <a:pt x="181" y="160"/>
                      <a:pt x="172" y="177"/>
                      <a:pt x="172" y="195"/>
                    </a:cubicBezTo>
                    <a:cubicBezTo>
                      <a:pt x="173" y="197"/>
                      <a:pt x="173" y="197"/>
                      <a:pt x="173" y="197"/>
                    </a:cubicBezTo>
                    <a:cubicBezTo>
                      <a:pt x="84" y="240"/>
                      <a:pt x="84" y="240"/>
                      <a:pt x="84" y="240"/>
                    </a:cubicBezTo>
                    <a:cubicBezTo>
                      <a:pt x="82" y="238"/>
                      <a:pt x="82" y="238"/>
                      <a:pt x="82" y="238"/>
                    </a:cubicBezTo>
                    <a:cubicBezTo>
                      <a:pt x="69" y="226"/>
                      <a:pt x="50" y="223"/>
                      <a:pt x="33" y="231"/>
                    </a:cubicBezTo>
                    <a:cubicBezTo>
                      <a:pt x="10" y="242"/>
                      <a:pt x="0" y="269"/>
                      <a:pt x="11" y="292"/>
                    </a:cubicBezTo>
                    <a:cubicBezTo>
                      <a:pt x="19" y="309"/>
                      <a:pt x="37" y="318"/>
                      <a:pt x="54" y="317"/>
                    </a:cubicBezTo>
                    <a:cubicBezTo>
                      <a:pt x="60" y="317"/>
                      <a:pt x="66" y="316"/>
                      <a:pt x="72" y="313"/>
                    </a:cubicBezTo>
                    <a:cubicBezTo>
                      <a:pt x="89" y="305"/>
                      <a:pt x="98" y="288"/>
                      <a:pt x="98" y="270"/>
                    </a:cubicBezTo>
                    <a:cubicBezTo>
                      <a:pt x="97" y="267"/>
                      <a:pt x="97" y="267"/>
                      <a:pt x="97" y="267"/>
                    </a:cubicBezTo>
                    <a:cubicBezTo>
                      <a:pt x="186" y="225"/>
                      <a:pt x="186" y="225"/>
                      <a:pt x="186" y="225"/>
                    </a:cubicBezTo>
                    <a:cubicBezTo>
                      <a:pt x="188" y="227"/>
                      <a:pt x="188" y="227"/>
                      <a:pt x="188" y="227"/>
                    </a:cubicBezTo>
                    <a:cubicBezTo>
                      <a:pt x="201" y="238"/>
                      <a:pt x="220" y="242"/>
                      <a:pt x="237" y="234"/>
                    </a:cubicBezTo>
                    <a:cubicBezTo>
                      <a:pt x="260" y="223"/>
                      <a:pt x="270" y="196"/>
                      <a:pt x="259" y="173"/>
                    </a:cubicBezTo>
                    <a:cubicBezTo>
                      <a:pt x="258" y="171"/>
                      <a:pt x="257" y="170"/>
                      <a:pt x="256" y="168"/>
                    </a:cubicBezTo>
                    <a:cubicBezTo>
                      <a:pt x="356" y="89"/>
                      <a:pt x="356" y="89"/>
                      <a:pt x="356" y="89"/>
                    </a:cubicBezTo>
                    <a:cubicBezTo>
                      <a:pt x="358" y="91"/>
                      <a:pt x="358" y="91"/>
                      <a:pt x="358" y="91"/>
                    </a:cubicBezTo>
                    <a:cubicBezTo>
                      <a:pt x="373" y="100"/>
                      <a:pt x="393" y="98"/>
                      <a:pt x="408" y="87"/>
                    </a:cubicBezTo>
                    <a:cubicBezTo>
                      <a:pt x="411" y="84"/>
                      <a:pt x="414" y="81"/>
                      <a:pt x="416" y="78"/>
                    </a:cubicBezTo>
                    <a:cubicBezTo>
                      <a:pt x="506" y="112"/>
                      <a:pt x="506" y="112"/>
                      <a:pt x="506" y="112"/>
                    </a:cubicBezTo>
                    <a:cubicBezTo>
                      <a:pt x="506" y="115"/>
                      <a:pt x="506" y="115"/>
                      <a:pt x="506" y="115"/>
                    </a:cubicBezTo>
                    <a:cubicBezTo>
                      <a:pt x="507" y="132"/>
                      <a:pt x="518" y="149"/>
                      <a:pt x="536" y="155"/>
                    </a:cubicBezTo>
                    <a:cubicBezTo>
                      <a:pt x="559" y="164"/>
                      <a:pt x="585" y="152"/>
                      <a:pt x="594" y="128"/>
                    </a:cubicBezTo>
                    <a:cubicBezTo>
                      <a:pt x="603" y="105"/>
                      <a:pt x="591" y="79"/>
                      <a:pt x="567" y="70"/>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3" name="Group 92">
            <a:extLst>
              <a:ext uri="{FF2B5EF4-FFF2-40B4-BE49-F238E27FC236}">
                <a16:creationId xmlns:a16="http://schemas.microsoft.com/office/drawing/2014/main" id="{73B129FF-CB13-9653-65A7-A56B25C96CE9}"/>
              </a:ext>
            </a:extLst>
          </p:cNvPr>
          <p:cNvGrpSpPr/>
          <p:nvPr/>
        </p:nvGrpSpPr>
        <p:grpSpPr>
          <a:xfrm>
            <a:off x="9738103" y="938260"/>
            <a:ext cx="1422802" cy="1125986"/>
            <a:chOff x="9738103" y="917909"/>
            <a:chExt cx="1422802" cy="1125986"/>
          </a:xfrm>
        </p:grpSpPr>
        <p:grpSp>
          <p:nvGrpSpPr>
            <p:cNvPr id="75" name="Group 62">
              <a:extLst>
                <a:ext uri="{FF2B5EF4-FFF2-40B4-BE49-F238E27FC236}">
                  <a16:creationId xmlns:a16="http://schemas.microsoft.com/office/drawing/2014/main" id="{318B7CF3-0559-7E18-7007-A62AE9104D50}"/>
                </a:ext>
              </a:extLst>
            </p:cNvPr>
            <p:cNvGrpSpPr>
              <a:grpSpLocks noChangeAspect="1"/>
            </p:cNvGrpSpPr>
            <p:nvPr/>
          </p:nvGrpSpPr>
          <p:grpSpPr bwMode="auto">
            <a:xfrm>
              <a:off x="10103765" y="917909"/>
              <a:ext cx="691479" cy="679218"/>
              <a:chOff x="313" y="1967"/>
              <a:chExt cx="564" cy="554"/>
            </a:xfrm>
          </p:grpSpPr>
          <p:sp>
            <p:nvSpPr>
              <p:cNvPr id="76" name="Freeform 63">
                <a:extLst>
                  <a:ext uri="{FF2B5EF4-FFF2-40B4-BE49-F238E27FC236}">
                    <a16:creationId xmlns:a16="http://schemas.microsoft.com/office/drawing/2014/main" id="{9205D9C0-D1C2-C14D-2F67-245CB39E1774}"/>
                  </a:ext>
                </a:extLst>
              </p:cNvPr>
              <p:cNvSpPr>
                <a:spLocks noEditPoints="1"/>
              </p:cNvSpPr>
              <p:nvPr/>
            </p:nvSpPr>
            <p:spPr bwMode="auto">
              <a:xfrm>
                <a:off x="313" y="2303"/>
                <a:ext cx="139" cy="45"/>
              </a:xfrm>
              <a:custGeom>
                <a:avLst/>
                <a:gdLst>
                  <a:gd name="T0" fmla="*/ 213 w 213"/>
                  <a:gd name="T1" fmla="*/ 71 h 71"/>
                  <a:gd name="T2" fmla="*/ 186 w 213"/>
                  <a:gd name="T3" fmla="*/ 71 h 71"/>
                  <a:gd name="T4" fmla="*/ 184 w 213"/>
                  <a:gd name="T5" fmla="*/ 69 h 71"/>
                  <a:gd name="T6" fmla="*/ 176 w 213"/>
                  <a:gd name="T7" fmla="*/ 64 h 71"/>
                  <a:gd name="T8" fmla="*/ 38 w 213"/>
                  <a:gd name="T9" fmla="*/ 64 h 71"/>
                  <a:gd name="T10" fmla="*/ 29 w 213"/>
                  <a:gd name="T11" fmla="*/ 69 h 71"/>
                  <a:gd name="T12" fmla="*/ 27 w 213"/>
                  <a:gd name="T13" fmla="*/ 71 h 71"/>
                  <a:gd name="T14" fmla="*/ 0 w 213"/>
                  <a:gd name="T15" fmla="*/ 71 h 71"/>
                  <a:gd name="T16" fmla="*/ 48 w 213"/>
                  <a:gd name="T17" fmla="*/ 0 h 71"/>
                  <a:gd name="T18" fmla="*/ 165 w 213"/>
                  <a:gd name="T19" fmla="*/ 0 h 71"/>
                  <a:gd name="T20" fmla="*/ 187 w 213"/>
                  <a:gd name="T21" fmla="*/ 34 h 71"/>
                  <a:gd name="T22" fmla="*/ 213 w 213"/>
                  <a:gd name="T23" fmla="*/ 71 h 71"/>
                  <a:gd name="T24" fmla="*/ 47 w 213"/>
                  <a:gd name="T25" fmla="*/ 41 h 71"/>
                  <a:gd name="T26" fmla="*/ 166 w 213"/>
                  <a:gd name="T27" fmla="*/ 41 h 71"/>
                  <a:gd name="T28" fmla="*/ 157 w 213"/>
                  <a:gd name="T29" fmla="*/ 29 h 71"/>
                  <a:gd name="T30" fmla="*/ 146 w 213"/>
                  <a:gd name="T31" fmla="*/ 23 h 71"/>
                  <a:gd name="T32" fmla="*/ 66 w 213"/>
                  <a:gd name="T33" fmla="*/ 23 h 71"/>
                  <a:gd name="T34" fmla="*/ 54 w 213"/>
                  <a:gd name="T35" fmla="*/ 29 h 71"/>
                  <a:gd name="T36" fmla="*/ 47 w 213"/>
                  <a:gd name="T37" fmla="*/ 4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3" h="71">
                    <a:moveTo>
                      <a:pt x="213" y="71"/>
                    </a:moveTo>
                    <a:cubicBezTo>
                      <a:pt x="186" y="71"/>
                      <a:pt x="186" y="71"/>
                      <a:pt x="186" y="71"/>
                    </a:cubicBezTo>
                    <a:cubicBezTo>
                      <a:pt x="184" y="69"/>
                      <a:pt x="184" y="69"/>
                      <a:pt x="184" y="69"/>
                    </a:cubicBezTo>
                    <a:cubicBezTo>
                      <a:pt x="182" y="66"/>
                      <a:pt x="179" y="64"/>
                      <a:pt x="176" y="64"/>
                    </a:cubicBezTo>
                    <a:cubicBezTo>
                      <a:pt x="38" y="64"/>
                      <a:pt x="38" y="64"/>
                      <a:pt x="38" y="64"/>
                    </a:cubicBezTo>
                    <a:cubicBezTo>
                      <a:pt x="35" y="64"/>
                      <a:pt x="31" y="66"/>
                      <a:pt x="29" y="69"/>
                    </a:cubicBezTo>
                    <a:cubicBezTo>
                      <a:pt x="27" y="71"/>
                      <a:pt x="27" y="71"/>
                      <a:pt x="27" y="71"/>
                    </a:cubicBezTo>
                    <a:cubicBezTo>
                      <a:pt x="0" y="71"/>
                      <a:pt x="0" y="71"/>
                      <a:pt x="0" y="71"/>
                    </a:cubicBezTo>
                    <a:cubicBezTo>
                      <a:pt x="48" y="0"/>
                      <a:pt x="48" y="0"/>
                      <a:pt x="48" y="0"/>
                    </a:cubicBezTo>
                    <a:cubicBezTo>
                      <a:pt x="165" y="0"/>
                      <a:pt x="165" y="0"/>
                      <a:pt x="165" y="0"/>
                    </a:cubicBezTo>
                    <a:cubicBezTo>
                      <a:pt x="165" y="0"/>
                      <a:pt x="180" y="23"/>
                      <a:pt x="187" y="34"/>
                    </a:cubicBezTo>
                    <a:cubicBezTo>
                      <a:pt x="196" y="46"/>
                      <a:pt x="204" y="59"/>
                      <a:pt x="213" y="71"/>
                    </a:cubicBezTo>
                    <a:close/>
                    <a:moveTo>
                      <a:pt x="47" y="41"/>
                    </a:moveTo>
                    <a:cubicBezTo>
                      <a:pt x="166" y="41"/>
                      <a:pt x="166" y="41"/>
                      <a:pt x="166" y="41"/>
                    </a:cubicBezTo>
                    <a:cubicBezTo>
                      <a:pt x="157" y="29"/>
                      <a:pt x="157" y="29"/>
                      <a:pt x="157" y="29"/>
                    </a:cubicBezTo>
                    <a:cubicBezTo>
                      <a:pt x="155" y="25"/>
                      <a:pt x="150" y="23"/>
                      <a:pt x="146" y="23"/>
                    </a:cubicBezTo>
                    <a:cubicBezTo>
                      <a:pt x="66" y="23"/>
                      <a:pt x="66" y="23"/>
                      <a:pt x="66" y="23"/>
                    </a:cubicBezTo>
                    <a:cubicBezTo>
                      <a:pt x="61" y="23"/>
                      <a:pt x="56" y="25"/>
                      <a:pt x="54" y="29"/>
                    </a:cubicBezTo>
                    <a:lnTo>
                      <a:pt x="47" y="41"/>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64">
                <a:extLst>
                  <a:ext uri="{FF2B5EF4-FFF2-40B4-BE49-F238E27FC236}">
                    <a16:creationId xmlns:a16="http://schemas.microsoft.com/office/drawing/2014/main" id="{1FE21B26-965F-4A68-2E8A-C978DBDD4649}"/>
                  </a:ext>
                </a:extLst>
              </p:cNvPr>
              <p:cNvSpPr>
                <a:spLocks noEditPoints="1"/>
              </p:cNvSpPr>
              <p:nvPr/>
            </p:nvSpPr>
            <p:spPr bwMode="auto">
              <a:xfrm>
                <a:off x="325" y="2156"/>
                <a:ext cx="115" cy="134"/>
              </a:xfrm>
              <a:custGeom>
                <a:avLst/>
                <a:gdLst>
                  <a:gd name="T0" fmla="*/ 177 w 177"/>
                  <a:gd name="T1" fmla="*/ 18 h 211"/>
                  <a:gd name="T2" fmla="*/ 160 w 177"/>
                  <a:gd name="T3" fmla="*/ 0 h 211"/>
                  <a:gd name="T4" fmla="*/ 17 w 177"/>
                  <a:gd name="T5" fmla="*/ 0 h 211"/>
                  <a:gd name="T6" fmla="*/ 0 w 177"/>
                  <a:gd name="T7" fmla="*/ 18 h 211"/>
                  <a:gd name="T8" fmla="*/ 0 w 177"/>
                  <a:gd name="T9" fmla="*/ 193 h 211"/>
                  <a:gd name="T10" fmla="*/ 17 w 177"/>
                  <a:gd name="T11" fmla="*/ 211 h 211"/>
                  <a:gd name="T12" fmla="*/ 160 w 177"/>
                  <a:gd name="T13" fmla="*/ 211 h 211"/>
                  <a:gd name="T14" fmla="*/ 177 w 177"/>
                  <a:gd name="T15" fmla="*/ 193 h 211"/>
                  <a:gd name="T16" fmla="*/ 177 w 177"/>
                  <a:gd name="T17" fmla="*/ 18 h 211"/>
                  <a:gd name="T18" fmla="*/ 156 w 177"/>
                  <a:gd name="T19" fmla="*/ 64 h 211"/>
                  <a:gd name="T20" fmla="*/ 116 w 177"/>
                  <a:gd name="T21" fmla="*/ 104 h 211"/>
                  <a:gd name="T22" fmla="*/ 58 w 177"/>
                  <a:gd name="T23" fmla="*/ 104 h 211"/>
                  <a:gd name="T24" fmla="*/ 19 w 177"/>
                  <a:gd name="T25" fmla="*/ 64 h 211"/>
                  <a:gd name="T26" fmla="*/ 19 w 177"/>
                  <a:gd name="T27" fmla="*/ 64 h 211"/>
                  <a:gd name="T28" fmla="*/ 58 w 177"/>
                  <a:gd name="T29" fmla="*/ 25 h 211"/>
                  <a:gd name="T30" fmla="*/ 116 w 177"/>
                  <a:gd name="T31" fmla="*/ 25 h 211"/>
                  <a:gd name="T32" fmla="*/ 156 w 177"/>
                  <a:gd name="T33" fmla="*/ 64 h 211"/>
                  <a:gd name="T34" fmla="*/ 39 w 177"/>
                  <a:gd name="T35" fmla="*/ 186 h 211"/>
                  <a:gd name="T36" fmla="*/ 20 w 177"/>
                  <a:gd name="T37" fmla="*/ 168 h 211"/>
                  <a:gd name="T38" fmla="*/ 39 w 177"/>
                  <a:gd name="T39" fmla="*/ 149 h 211"/>
                  <a:gd name="T40" fmla="*/ 57 w 177"/>
                  <a:gd name="T41" fmla="*/ 168 h 211"/>
                  <a:gd name="T42" fmla="*/ 39 w 177"/>
                  <a:gd name="T43" fmla="*/ 186 h 211"/>
                  <a:gd name="T44" fmla="*/ 139 w 177"/>
                  <a:gd name="T45" fmla="*/ 186 h 211"/>
                  <a:gd name="T46" fmla="*/ 121 w 177"/>
                  <a:gd name="T47" fmla="*/ 168 h 211"/>
                  <a:gd name="T48" fmla="*/ 139 w 177"/>
                  <a:gd name="T49" fmla="*/ 149 h 211"/>
                  <a:gd name="T50" fmla="*/ 157 w 177"/>
                  <a:gd name="T51" fmla="*/ 168 h 211"/>
                  <a:gd name="T52" fmla="*/ 139 w 177"/>
                  <a:gd name="T53" fmla="*/ 18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7" h="211">
                    <a:moveTo>
                      <a:pt x="177" y="18"/>
                    </a:moveTo>
                    <a:cubicBezTo>
                      <a:pt x="177" y="8"/>
                      <a:pt x="170" y="0"/>
                      <a:pt x="160" y="0"/>
                    </a:cubicBezTo>
                    <a:cubicBezTo>
                      <a:pt x="17" y="0"/>
                      <a:pt x="17" y="0"/>
                      <a:pt x="17" y="0"/>
                    </a:cubicBezTo>
                    <a:cubicBezTo>
                      <a:pt x="7" y="0"/>
                      <a:pt x="0" y="8"/>
                      <a:pt x="0" y="18"/>
                    </a:cubicBezTo>
                    <a:cubicBezTo>
                      <a:pt x="0" y="193"/>
                      <a:pt x="0" y="193"/>
                      <a:pt x="0" y="193"/>
                    </a:cubicBezTo>
                    <a:cubicBezTo>
                      <a:pt x="0" y="203"/>
                      <a:pt x="7" y="211"/>
                      <a:pt x="17" y="211"/>
                    </a:cubicBezTo>
                    <a:cubicBezTo>
                      <a:pt x="160" y="211"/>
                      <a:pt x="160" y="211"/>
                      <a:pt x="160" y="211"/>
                    </a:cubicBezTo>
                    <a:cubicBezTo>
                      <a:pt x="170" y="211"/>
                      <a:pt x="177" y="203"/>
                      <a:pt x="177" y="193"/>
                    </a:cubicBezTo>
                    <a:lnTo>
                      <a:pt x="177" y="18"/>
                    </a:lnTo>
                    <a:close/>
                    <a:moveTo>
                      <a:pt x="156" y="64"/>
                    </a:moveTo>
                    <a:cubicBezTo>
                      <a:pt x="156" y="86"/>
                      <a:pt x="138" y="104"/>
                      <a:pt x="116" y="104"/>
                    </a:cubicBezTo>
                    <a:cubicBezTo>
                      <a:pt x="58" y="104"/>
                      <a:pt x="58" y="104"/>
                      <a:pt x="58" y="104"/>
                    </a:cubicBezTo>
                    <a:cubicBezTo>
                      <a:pt x="36" y="104"/>
                      <a:pt x="19" y="86"/>
                      <a:pt x="19" y="64"/>
                    </a:cubicBezTo>
                    <a:cubicBezTo>
                      <a:pt x="19" y="64"/>
                      <a:pt x="19" y="64"/>
                      <a:pt x="19" y="64"/>
                    </a:cubicBezTo>
                    <a:cubicBezTo>
                      <a:pt x="19" y="43"/>
                      <a:pt x="36" y="25"/>
                      <a:pt x="58" y="25"/>
                    </a:cubicBezTo>
                    <a:cubicBezTo>
                      <a:pt x="116" y="25"/>
                      <a:pt x="116" y="25"/>
                      <a:pt x="116" y="25"/>
                    </a:cubicBezTo>
                    <a:cubicBezTo>
                      <a:pt x="138" y="25"/>
                      <a:pt x="156" y="43"/>
                      <a:pt x="156" y="64"/>
                    </a:cubicBezTo>
                    <a:close/>
                    <a:moveTo>
                      <a:pt x="39" y="186"/>
                    </a:moveTo>
                    <a:cubicBezTo>
                      <a:pt x="28" y="186"/>
                      <a:pt x="20" y="178"/>
                      <a:pt x="20" y="168"/>
                    </a:cubicBezTo>
                    <a:cubicBezTo>
                      <a:pt x="20" y="158"/>
                      <a:pt x="28" y="149"/>
                      <a:pt x="39" y="149"/>
                    </a:cubicBezTo>
                    <a:cubicBezTo>
                      <a:pt x="49" y="149"/>
                      <a:pt x="57" y="158"/>
                      <a:pt x="57" y="168"/>
                    </a:cubicBezTo>
                    <a:cubicBezTo>
                      <a:pt x="57" y="178"/>
                      <a:pt x="49" y="186"/>
                      <a:pt x="39" y="186"/>
                    </a:cubicBezTo>
                    <a:close/>
                    <a:moveTo>
                      <a:pt x="139" y="186"/>
                    </a:moveTo>
                    <a:cubicBezTo>
                      <a:pt x="129" y="186"/>
                      <a:pt x="121" y="178"/>
                      <a:pt x="121" y="168"/>
                    </a:cubicBezTo>
                    <a:cubicBezTo>
                      <a:pt x="121" y="158"/>
                      <a:pt x="129" y="149"/>
                      <a:pt x="139" y="149"/>
                    </a:cubicBezTo>
                    <a:cubicBezTo>
                      <a:pt x="149" y="149"/>
                      <a:pt x="157" y="158"/>
                      <a:pt x="157" y="168"/>
                    </a:cubicBezTo>
                    <a:cubicBezTo>
                      <a:pt x="157" y="178"/>
                      <a:pt x="149" y="186"/>
                      <a:pt x="139" y="186"/>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65">
                <a:extLst>
                  <a:ext uri="{FF2B5EF4-FFF2-40B4-BE49-F238E27FC236}">
                    <a16:creationId xmlns:a16="http://schemas.microsoft.com/office/drawing/2014/main" id="{A5D8DCD2-4006-A6AB-D9D2-898E32AD2136}"/>
                  </a:ext>
                </a:extLst>
              </p:cNvPr>
              <p:cNvSpPr>
                <a:spLocks/>
              </p:cNvSpPr>
              <p:nvPr/>
            </p:nvSpPr>
            <p:spPr bwMode="auto">
              <a:xfrm>
                <a:off x="447" y="2048"/>
                <a:ext cx="22" cy="22"/>
              </a:xfrm>
              <a:custGeom>
                <a:avLst/>
                <a:gdLst>
                  <a:gd name="T0" fmla="*/ 1 w 34"/>
                  <a:gd name="T1" fmla="*/ 19 h 34"/>
                  <a:gd name="T2" fmla="*/ 20 w 34"/>
                  <a:gd name="T3" fmla="*/ 32 h 34"/>
                  <a:gd name="T4" fmla="*/ 33 w 34"/>
                  <a:gd name="T5" fmla="*/ 14 h 34"/>
                  <a:gd name="T6" fmla="*/ 15 w 34"/>
                  <a:gd name="T7" fmla="*/ 1 h 34"/>
                  <a:gd name="T8" fmla="*/ 1 w 34"/>
                  <a:gd name="T9" fmla="*/ 19 h 34"/>
                </a:gdLst>
                <a:ahLst/>
                <a:cxnLst>
                  <a:cxn ang="0">
                    <a:pos x="T0" y="T1"/>
                  </a:cxn>
                  <a:cxn ang="0">
                    <a:pos x="T2" y="T3"/>
                  </a:cxn>
                  <a:cxn ang="0">
                    <a:pos x="T4" y="T5"/>
                  </a:cxn>
                  <a:cxn ang="0">
                    <a:pos x="T6" y="T7"/>
                  </a:cxn>
                  <a:cxn ang="0">
                    <a:pos x="T8" y="T9"/>
                  </a:cxn>
                </a:cxnLst>
                <a:rect l="0" t="0" r="r" b="b"/>
                <a:pathLst>
                  <a:path w="34" h="34">
                    <a:moveTo>
                      <a:pt x="1" y="19"/>
                    </a:moveTo>
                    <a:cubicBezTo>
                      <a:pt x="3" y="28"/>
                      <a:pt x="11" y="34"/>
                      <a:pt x="20" y="32"/>
                    </a:cubicBezTo>
                    <a:cubicBezTo>
                      <a:pt x="28" y="31"/>
                      <a:pt x="34" y="23"/>
                      <a:pt x="33" y="14"/>
                    </a:cubicBezTo>
                    <a:cubicBezTo>
                      <a:pt x="31" y="6"/>
                      <a:pt x="23" y="0"/>
                      <a:pt x="15" y="1"/>
                    </a:cubicBezTo>
                    <a:cubicBezTo>
                      <a:pt x="6" y="3"/>
                      <a:pt x="0" y="11"/>
                      <a:pt x="1" y="19"/>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66">
                <a:extLst>
                  <a:ext uri="{FF2B5EF4-FFF2-40B4-BE49-F238E27FC236}">
                    <a16:creationId xmlns:a16="http://schemas.microsoft.com/office/drawing/2014/main" id="{A546932D-EDE5-002A-6019-0EDC7D4DDE5D}"/>
                  </a:ext>
                </a:extLst>
              </p:cNvPr>
              <p:cNvSpPr>
                <a:spLocks/>
              </p:cNvSpPr>
              <p:nvPr/>
            </p:nvSpPr>
            <p:spPr bwMode="auto">
              <a:xfrm>
                <a:off x="401" y="2090"/>
                <a:ext cx="23" cy="22"/>
              </a:xfrm>
              <a:custGeom>
                <a:avLst/>
                <a:gdLst>
                  <a:gd name="T0" fmla="*/ 2 w 35"/>
                  <a:gd name="T1" fmla="*/ 20 h 34"/>
                  <a:gd name="T2" fmla="*/ 20 w 35"/>
                  <a:gd name="T3" fmla="*/ 33 h 34"/>
                  <a:gd name="T4" fmla="*/ 33 w 35"/>
                  <a:gd name="T5" fmla="*/ 15 h 34"/>
                  <a:gd name="T6" fmla="*/ 15 w 35"/>
                  <a:gd name="T7" fmla="*/ 2 h 34"/>
                  <a:gd name="T8" fmla="*/ 2 w 35"/>
                  <a:gd name="T9" fmla="*/ 20 h 34"/>
                </a:gdLst>
                <a:ahLst/>
                <a:cxnLst>
                  <a:cxn ang="0">
                    <a:pos x="T0" y="T1"/>
                  </a:cxn>
                  <a:cxn ang="0">
                    <a:pos x="T2" y="T3"/>
                  </a:cxn>
                  <a:cxn ang="0">
                    <a:pos x="T4" y="T5"/>
                  </a:cxn>
                  <a:cxn ang="0">
                    <a:pos x="T6" y="T7"/>
                  </a:cxn>
                  <a:cxn ang="0">
                    <a:pos x="T8" y="T9"/>
                  </a:cxn>
                </a:cxnLst>
                <a:rect l="0" t="0" r="r" b="b"/>
                <a:pathLst>
                  <a:path w="35" h="34">
                    <a:moveTo>
                      <a:pt x="2" y="20"/>
                    </a:moveTo>
                    <a:cubicBezTo>
                      <a:pt x="3" y="28"/>
                      <a:pt x="11" y="34"/>
                      <a:pt x="20" y="33"/>
                    </a:cubicBezTo>
                    <a:cubicBezTo>
                      <a:pt x="29" y="31"/>
                      <a:pt x="35" y="23"/>
                      <a:pt x="33" y="15"/>
                    </a:cubicBezTo>
                    <a:cubicBezTo>
                      <a:pt x="32" y="6"/>
                      <a:pt x="24" y="0"/>
                      <a:pt x="15" y="2"/>
                    </a:cubicBezTo>
                    <a:cubicBezTo>
                      <a:pt x="6" y="3"/>
                      <a:pt x="0" y="11"/>
                      <a:pt x="2" y="20"/>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67">
                <a:extLst>
                  <a:ext uri="{FF2B5EF4-FFF2-40B4-BE49-F238E27FC236}">
                    <a16:creationId xmlns:a16="http://schemas.microsoft.com/office/drawing/2014/main" id="{165D000E-8981-F456-FF4A-415E0872A9F6}"/>
                  </a:ext>
                </a:extLst>
              </p:cNvPr>
              <p:cNvSpPr>
                <a:spLocks/>
              </p:cNvSpPr>
              <p:nvPr/>
            </p:nvSpPr>
            <p:spPr bwMode="auto">
              <a:xfrm>
                <a:off x="767" y="2096"/>
                <a:ext cx="22" cy="22"/>
              </a:xfrm>
              <a:custGeom>
                <a:avLst/>
                <a:gdLst>
                  <a:gd name="T0" fmla="*/ 14 w 34"/>
                  <a:gd name="T1" fmla="*/ 2 h 35"/>
                  <a:gd name="T2" fmla="*/ 1 w 34"/>
                  <a:gd name="T3" fmla="*/ 20 h 35"/>
                  <a:gd name="T4" fmla="*/ 19 w 34"/>
                  <a:gd name="T5" fmla="*/ 33 h 35"/>
                  <a:gd name="T6" fmla="*/ 32 w 34"/>
                  <a:gd name="T7" fmla="*/ 15 h 35"/>
                  <a:gd name="T8" fmla="*/ 14 w 34"/>
                  <a:gd name="T9" fmla="*/ 2 h 35"/>
                </a:gdLst>
                <a:ahLst/>
                <a:cxnLst>
                  <a:cxn ang="0">
                    <a:pos x="T0" y="T1"/>
                  </a:cxn>
                  <a:cxn ang="0">
                    <a:pos x="T2" y="T3"/>
                  </a:cxn>
                  <a:cxn ang="0">
                    <a:pos x="T4" y="T5"/>
                  </a:cxn>
                  <a:cxn ang="0">
                    <a:pos x="T6" y="T7"/>
                  </a:cxn>
                  <a:cxn ang="0">
                    <a:pos x="T8" y="T9"/>
                  </a:cxn>
                </a:cxnLst>
                <a:rect l="0" t="0" r="r" b="b"/>
                <a:pathLst>
                  <a:path w="34" h="35">
                    <a:moveTo>
                      <a:pt x="14" y="2"/>
                    </a:moveTo>
                    <a:cubicBezTo>
                      <a:pt x="6" y="3"/>
                      <a:pt x="0" y="11"/>
                      <a:pt x="1" y="20"/>
                    </a:cubicBezTo>
                    <a:cubicBezTo>
                      <a:pt x="2" y="29"/>
                      <a:pt x="11" y="35"/>
                      <a:pt x="19" y="33"/>
                    </a:cubicBezTo>
                    <a:cubicBezTo>
                      <a:pt x="28" y="32"/>
                      <a:pt x="34" y="24"/>
                      <a:pt x="32" y="15"/>
                    </a:cubicBezTo>
                    <a:cubicBezTo>
                      <a:pt x="31" y="6"/>
                      <a:pt x="23" y="0"/>
                      <a:pt x="14" y="2"/>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68">
                <a:extLst>
                  <a:ext uri="{FF2B5EF4-FFF2-40B4-BE49-F238E27FC236}">
                    <a16:creationId xmlns:a16="http://schemas.microsoft.com/office/drawing/2014/main" id="{AB6A3311-BD61-DDE7-5E2A-0E8B8B264DB3}"/>
                  </a:ext>
                </a:extLst>
              </p:cNvPr>
              <p:cNvSpPr>
                <a:spLocks/>
              </p:cNvSpPr>
              <p:nvPr/>
            </p:nvSpPr>
            <p:spPr bwMode="auto">
              <a:xfrm>
                <a:off x="718" y="2052"/>
                <a:ext cx="23" cy="22"/>
              </a:xfrm>
              <a:custGeom>
                <a:avLst/>
                <a:gdLst>
                  <a:gd name="T0" fmla="*/ 15 w 34"/>
                  <a:gd name="T1" fmla="*/ 2 h 34"/>
                  <a:gd name="T2" fmla="*/ 2 w 34"/>
                  <a:gd name="T3" fmla="*/ 20 h 34"/>
                  <a:gd name="T4" fmla="*/ 20 w 34"/>
                  <a:gd name="T5" fmla="*/ 33 h 34"/>
                  <a:gd name="T6" fmla="*/ 33 w 34"/>
                  <a:gd name="T7" fmla="*/ 15 h 34"/>
                  <a:gd name="T8" fmla="*/ 15 w 34"/>
                  <a:gd name="T9" fmla="*/ 2 h 34"/>
                </a:gdLst>
                <a:ahLst/>
                <a:cxnLst>
                  <a:cxn ang="0">
                    <a:pos x="T0" y="T1"/>
                  </a:cxn>
                  <a:cxn ang="0">
                    <a:pos x="T2" y="T3"/>
                  </a:cxn>
                  <a:cxn ang="0">
                    <a:pos x="T4" y="T5"/>
                  </a:cxn>
                  <a:cxn ang="0">
                    <a:pos x="T6" y="T7"/>
                  </a:cxn>
                  <a:cxn ang="0">
                    <a:pos x="T8" y="T9"/>
                  </a:cxn>
                </a:cxnLst>
                <a:rect l="0" t="0" r="r" b="b"/>
                <a:pathLst>
                  <a:path w="34" h="34">
                    <a:moveTo>
                      <a:pt x="15" y="2"/>
                    </a:moveTo>
                    <a:cubicBezTo>
                      <a:pt x="6" y="3"/>
                      <a:pt x="0" y="11"/>
                      <a:pt x="2" y="20"/>
                    </a:cubicBezTo>
                    <a:cubicBezTo>
                      <a:pt x="3" y="28"/>
                      <a:pt x="11" y="34"/>
                      <a:pt x="20" y="33"/>
                    </a:cubicBezTo>
                    <a:cubicBezTo>
                      <a:pt x="29" y="31"/>
                      <a:pt x="34" y="23"/>
                      <a:pt x="33" y="15"/>
                    </a:cubicBezTo>
                    <a:cubicBezTo>
                      <a:pt x="32" y="6"/>
                      <a:pt x="24" y="0"/>
                      <a:pt x="15" y="2"/>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69">
                <a:extLst>
                  <a:ext uri="{FF2B5EF4-FFF2-40B4-BE49-F238E27FC236}">
                    <a16:creationId xmlns:a16="http://schemas.microsoft.com/office/drawing/2014/main" id="{073718FC-F10C-D4E9-F11E-120D13161963}"/>
                  </a:ext>
                </a:extLst>
              </p:cNvPr>
              <p:cNvSpPr>
                <a:spLocks/>
              </p:cNvSpPr>
              <p:nvPr/>
            </p:nvSpPr>
            <p:spPr bwMode="auto">
              <a:xfrm>
                <a:off x="725" y="2422"/>
                <a:ext cx="22" cy="22"/>
              </a:xfrm>
              <a:custGeom>
                <a:avLst/>
                <a:gdLst>
                  <a:gd name="T0" fmla="*/ 33 w 34"/>
                  <a:gd name="T1" fmla="*/ 14 h 34"/>
                  <a:gd name="T2" fmla="*/ 14 w 34"/>
                  <a:gd name="T3" fmla="*/ 1 h 34"/>
                  <a:gd name="T4" fmla="*/ 1 w 34"/>
                  <a:gd name="T5" fmla="*/ 19 h 34"/>
                  <a:gd name="T6" fmla="*/ 19 w 34"/>
                  <a:gd name="T7" fmla="*/ 32 h 34"/>
                  <a:gd name="T8" fmla="*/ 33 w 34"/>
                  <a:gd name="T9" fmla="*/ 14 h 34"/>
                </a:gdLst>
                <a:ahLst/>
                <a:cxnLst>
                  <a:cxn ang="0">
                    <a:pos x="T0" y="T1"/>
                  </a:cxn>
                  <a:cxn ang="0">
                    <a:pos x="T2" y="T3"/>
                  </a:cxn>
                  <a:cxn ang="0">
                    <a:pos x="T4" y="T5"/>
                  </a:cxn>
                  <a:cxn ang="0">
                    <a:pos x="T6" y="T7"/>
                  </a:cxn>
                  <a:cxn ang="0">
                    <a:pos x="T8" y="T9"/>
                  </a:cxn>
                </a:cxnLst>
                <a:rect l="0" t="0" r="r" b="b"/>
                <a:pathLst>
                  <a:path w="34" h="34">
                    <a:moveTo>
                      <a:pt x="33" y="14"/>
                    </a:moveTo>
                    <a:cubicBezTo>
                      <a:pt x="31" y="5"/>
                      <a:pt x="23" y="0"/>
                      <a:pt x="14" y="1"/>
                    </a:cubicBezTo>
                    <a:cubicBezTo>
                      <a:pt x="6" y="2"/>
                      <a:pt x="0" y="10"/>
                      <a:pt x="1" y="19"/>
                    </a:cubicBezTo>
                    <a:cubicBezTo>
                      <a:pt x="3" y="28"/>
                      <a:pt x="11" y="34"/>
                      <a:pt x="19" y="32"/>
                    </a:cubicBezTo>
                    <a:cubicBezTo>
                      <a:pt x="28" y="31"/>
                      <a:pt x="34" y="23"/>
                      <a:pt x="33" y="14"/>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70">
                <a:extLst>
                  <a:ext uri="{FF2B5EF4-FFF2-40B4-BE49-F238E27FC236}">
                    <a16:creationId xmlns:a16="http://schemas.microsoft.com/office/drawing/2014/main" id="{4BBD722E-CEC5-9DEF-DA68-44FE66CE5064}"/>
                  </a:ext>
                </a:extLst>
              </p:cNvPr>
              <p:cNvSpPr>
                <a:spLocks/>
              </p:cNvSpPr>
              <p:nvPr/>
            </p:nvSpPr>
            <p:spPr bwMode="auto">
              <a:xfrm>
                <a:off x="771" y="2380"/>
                <a:ext cx="22" cy="21"/>
              </a:xfrm>
              <a:custGeom>
                <a:avLst/>
                <a:gdLst>
                  <a:gd name="T0" fmla="*/ 33 w 34"/>
                  <a:gd name="T1" fmla="*/ 15 h 34"/>
                  <a:gd name="T2" fmla="*/ 15 w 34"/>
                  <a:gd name="T3" fmla="*/ 1 h 34"/>
                  <a:gd name="T4" fmla="*/ 2 w 34"/>
                  <a:gd name="T5" fmla="*/ 20 h 34"/>
                  <a:gd name="T6" fmla="*/ 20 w 34"/>
                  <a:gd name="T7" fmla="*/ 33 h 34"/>
                  <a:gd name="T8" fmla="*/ 33 w 34"/>
                  <a:gd name="T9" fmla="*/ 15 h 34"/>
                </a:gdLst>
                <a:ahLst/>
                <a:cxnLst>
                  <a:cxn ang="0">
                    <a:pos x="T0" y="T1"/>
                  </a:cxn>
                  <a:cxn ang="0">
                    <a:pos x="T2" y="T3"/>
                  </a:cxn>
                  <a:cxn ang="0">
                    <a:pos x="T4" y="T5"/>
                  </a:cxn>
                  <a:cxn ang="0">
                    <a:pos x="T6" y="T7"/>
                  </a:cxn>
                  <a:cxn ang="0">
                    <a:pos x="T8" y="T9"/>
                  </a:cxn>
                </a:cxnLst>
                <a:rect l="0" t="0" r="r" b="b"/>
                <a:pathLst>
                  <a:path w="34" h="34">
                    <a:moveTo>
                      <a:pt x="33" y="15"/>
                    </a:moveTo>
                    <a:cubicBezTo>
                      <a:pt x="32" y="6"/>
                      <a:pt x="24" y="0"/>
                      <a:pt x="15" y="1"/>
                    </a:cubicBezTo>
                    <a:cubicBezTo>
                      <a:pt x="6" y="3"/>
                      <a:pt x="0" y="11"/>
                      <a:pt x="2" y="20"/>
                    </a:cubicBezTo>
                    <a:cubicBezTo>
                      <a:pt x="3" y="28"/>
                      <a:pt x="11" y="34"/>
                      <a:pt x="20" y="33"/>
                    </a:cubicBezTo>
                    <a:cubicBezTo>
                      <a:pt x="29" y="31"/>
                      <a:pt x="34" y="23"/>
                      <a:pt x="33" y="15"/>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71">
                <a:extLst>
                  <a:ext uri="{FF2B5EF4-FFF2-40B4-BE49-F238E27FC236}">
                    <a16:creationId xmlns:a16="http://schemas.microsoft.com/office/drawing/2014/main" id="{915065BD-5A89-6603-3DC1-EE8C1F7171A5}"/>
                  </a:ext>
                </a:extLst>
              </p:cNvPr>
              <p:cNvSpPr>
                <a:spLocks/>
              </p:cNvSpPr>
              <p:nvPr/>
            </p:nvSpPr>
            <p:spPr bwMode="auto">
              <a:xfrm>
                <a:off x="398" y="2385"/>
                <a:ext cx="22" cy="21"/>
              </a:xfrm>
              <a:custGeom>
                <a:avLst/>
                <a:gdLst>
                  <a:gd name="T0" fmla="*/ 14 w 34"/>
                  <a:gd name="T1" fmla="*/ 33 h 34"/>
                  <a:gd name="T2" fmla="*/ 32 w 34"/>
                  <a:gd name="T3" fmla="*/ 20 h 34"/>
                  <a:gd name="T4" fmla="*/ 19 w 34"/>
                  <a:gd name="T5" fmla="*/ 2 h 34"/>
                  <a:gd name="T6" fmla="*/ 1 w 34"/>
                  <a:gd name="T7" fmla="*/ 15 h 34"/>
                  <a:gd name="T8" fmla="*/ 14 w 34"/>
                  <a:gd name="T9" fmla="*/ 33 h 34"/>
                </a:gdLst>
                <a:ahLst/>
                <a:cxnLst>
                  <a:cxn ang="0">
                    <a:pos x="T0" y="T1"/>
                  </a:cxn>
                  <a:cxn ang="0">
                    <a:pos x="T2" y="T3"/>
                  </a:cxn>
                  <a:cxn ang="0">
                    <a:pos x="T4" y="T5"/>
                  </a:cxn>
                  <a:cxn ang="0">
                    <a:pos x="T6" y="T7"/>
                  </a:cxn>
                  <a:cxn ang="0">
                    <a:pos x="T8" y="T9"/>
                  </a:cxn>
                </a:cxnLst>
                <a:rect l="0" t="0" r="r" b="b"/>
                <a:pathLst>
                  <a:path w="34" h="34">
                    <a:moveTo>
                      <a:pt x="14" y="33"/>
                    </a:moveTo>
                    <a:cubicBezTo>
                      <a:pt x="23" y="34"/>
                      <a:pt x="31" y="28"/>
                      <a:pt x="32" y="20"/>
                    </a:cubicBezTo>
                    <a:cubicBezTo>
                      <a:pt x="34" y="11"/>
                      <a:pt x="28" y="3"/>
                      <a:pt x="19" y="2"/>
                    </a:cubicBezTo>
                    <a:cubicBezTo>
                      <a:pt x="11" y="0"/>
                      <a:pt x="3" y="6"/>
                      <a:pt x="1" y="15"/>
                    </a:cubicBezTo>
                    <a:cubicBezTo>
                      <a:pt x="0" y="23"/>
                      <a:pt x="6" y="31"/>
                      <a:pt x="14" y="33"/>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72">
                <a:extLst>
                  <a:ext uri="{FF2B5EF4-FFF2-40B4-BE49-F238E27FC236}">
                    <a16:creationId xmlns:a16="http://schemas.microsoft.com/office/drawing/2014/main" id="{A1015100-74E1-F1AD-37D2-C74BA4A868E6}"/>
                  </a:ext>
                </a:extLst>
              </p:cNvPr>
              <p:cNvSpPr>
                <a:spLocks/>
              </p:cNvSpPr>
              <p:nvPr/>
            </p:nvSpPr>
            <p:spPr bwMode="auto">
              <a:xfrm>
                <a:off x="441" y="2423"/>
                <a:ext cx="22" cy="21"/>
              </a:xfrm>
              <a:custGeom>
                <a:avLst/>
                <a:gdLst>
                  <a:gd name="T0" fmla="*/ 14 w 34"/>
                  <a:gd name="T1" fmla="*/ 32 h 34"/>
                  <a:gd name="T2" fmla="*/ 32 w 34"/>
                  <a:gd name="T3" fmla="*/ 19 h 34"/>
                  <a:gd name="T4" fmla="*/ 19 w 34"/>
                  <a:gd name="T5" fmla="*/ 1 h 34"/>
                  <a:gd name="T6" fmla="*/ 1 w 34"/>
                  <a:gd name="T7" fmla="*/ 14 h 34"/>
                  <a:gd name="T8" fmla="*/ 14 w 34"/>
                  <a:gd name="T9" fmla="*/ 32 h 34"/>
                </a:gdLst>
                <a:ahLst/>
                <a:cxnLst>
                  <a:cxn ang="0">
                    <a:pos x="T0" y="T1"/>
                  </a:cxn>
                  <a:cxn ang="0">
                    <a:pos x="T2" y="T3"/>
                  </a:cxn>
                  <a:cxn ang="0">
                    <a:pos x="T4" y="T5"/>
                  </a:cxn>
                  <a:cxn ang="0">
                    <a:pos x="T6" y="T7"/>
                  </a:cxn>
                  <a:cxn ang="0">
                    <a:pos x="T8" y="T9"/>
                  </a:cxn>
                </a:cxnLst>
                <a:rect l="0" t="0" r="r" b="b"/>
                <a:pathLst>
                  <a:path w="34" h="34">
                    <a:moveTo>
                      <a:pt x="14" y="32"/>
                    </a:moveTo>
                    <a:cubicBezTo>
                      <a:pt x="23" y="34"/>
                      <a:pt x="31" y="28"/>
                      <a:pt x="32" y="19"/>
                    </a:cubicBezTo>
                    <a:cubicBezTo>
                      <a:pt x="34" y="10"/>
                      <a:pt x="28" y="2"/>
                      <a:pt x="19" y="1"/>
                    </a:cubicBezTo>
                    <a:cubicBezTo>
                      <a:pt x="11" y="0"/>
                      <a:pt x="2" y="5"/>
                      <a:pt x="1" y="14"/>
                    </a:cubicBezTo>
                    <a:cubicBezTo>
                      <a:pt x="0" y="23"/>
                      <a:pt x="6" y="31"/>
                      <a:pt x="14" y="32"/>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73">
                <a:extLst>
                  <a:ext uri="{FF2B5EF4-FFF2-40B4-BE49-F238E27FC236}">
                    <a16:creationId xmlns:a16="http://schemas.microsoft.com/office/drawing/2014/main" id="{DC42ACDD-A4E7-8882-2628-2BA1F72045A3}"/>
                  </a:ext>
                </a:extLst>
              </p:cNvPr>
              <p:cNvSpPr>
                <a:spLocks/>
              </p:cNvSpPr>
              <p:nvPr/>
            </p:nvSpPr>
            <p:spPr bwMode="auto">
              <a:xfrm>
                <a:off x="541" y="1967"/>
                <a:ext cx="106" cy="112"/>
              </a:xfrm>
              <a:custGeom>
                <a:avLst/>
                <a:gdLst>
                  <a:gd name="T0" fmla="*/ 9 w 163"/>
                  <a:gd name="T1" fmla="*/ 167 h 176"/>
                  <a:gd name="T2" fmla="*/ 60 w 163"/>
                  <a:gd name="T3" fmla="*/ 123 h 176"/>
                  <a:gd name="T4" fmla="*/ 105 w 163"/>
                  <a:gd name="T5" fmla="*/ 122 h 176"/>
                  <a:gd name="T6" fmla="*/ 150 w 163"/>
                  <a:gd name="T7" fmla="*/ 161 h 176"/>
                  <a:gd name="T8" fmla="*/ 162 w 163"/>
                  <a:gd name="T9" fmla="*/ 172 h 176"/>
                  <a:gd name="T10" fmla="*/ 162 w 163"/>
                  <a:gd name="T11" fmla="*/ 101 h 176"/>
                  <a:gd name="T12" fmla="*/ 157 w 163"/>
                  <a:gd name="T13" fmla="*/ 89 h 176"/>
                  <a:gd name="T14" fmla="*/ 144 w 163"/>
                  <a:gd name="T15" fmla="*/ 83 h 176"/>
                  <a:gd name="T16" fmla="*/ 122 w 163"/>
                  <a:gd name="T17" fmla="*/ 83 h 176"/>
                  <a:gd name="T18" fmla="*/ 122 w 163"/>
                  <a:gd name="T19" fmla="*/ 69 h 176"/>
                  <a:gd name="T20" fmla="*/ 104 w 163"/>
                  <a:gd name="T21" fmla="*/ 50 h 176"/>
                  <a:gd name="T22" fmla="*/ 91 w 163"/>
                  <a:gd name="T23" fmla="*/ 49 h 176"/>
                  <a:gd name="T24" fmla="*/ 91 w 163"/>
                  <a:gd name="T25" fmla="*/ 0 h 176"/>
                  <a:gd name="T26" fmla="*/ 70 w 163"/>
                  <a:gd name="T27" fmla="*/ 0 h 176"/>
                  <a:gd name="T28" fmla="*/ 70 w 163"/>
                  <a:gd name="T29" fmla="*/ 49 h 176"/>
                  <a:gd name="T30" fmla="*/ 58 w 163"/>
                  <a:gd name="T31" fmla="*/ 49 h 176"/>
                  <a:gd name="T32" fmla="*/ 40 w 163"/>
                  <a:gd name="T33" fmla="*/ 71 h 176"/>
                  <a:gd name="T34" fmla="*/ 41 w 163"/>
                  <a:gd name="T35" fmla="*/ 83 h 176"/>
                  <a:gd name="T36" fmla="*/ 17 w 163"/>
                  <a:gd name="T37" fmla="*/ 83 h 176"/>
                  <a:gd name="T38" fmla="*/ 4 w 163"/>
                  <a:gd name="T39" fmla="*/ 90 h 176"/>
                  <a:gd name="T40" fmla="*/ 0 w 163"/>
                  <a:gd name="T41" fmla="*/ 101 h 176"/>
                  <a:gd name="T42" fmla="*/ 0 w 163"/>
                  <a:gd name="T43" fmla="*/ 176 h 176"/>
                  <a:gd name="T44" fmla="*/ 9 w 163"/>
                  <a:gd name="T45" fmla="*/ 167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3" h="176">
                    <a:moveTo>
                      <a:pt x="9" y="167"/>
                    </a:moveTo>
                    <a:cubicBezTo>
                      <a:pt x="29" y="150"/>
                      <a:pt x="40" y="139"/>
                      <a:pt x="60" y="123"/>
                    </a:cubicBezTo>
                    <a:cubicBezTo>
                      <a:pt x="73" y="112"/>
                      <a:pt x="92" y="112"/>
                      <a:pt x="105" y="122"/>
                    </a:cubicBezTo>
                    <a:cubicBezTo>
                      <a:pt x="120" y="135"/>
                      <a:pt x="135" y="148"/>
                      <a:pt x="150" y="161"/>
                    </a:cubicBezTo>
                    <a:cubicBezTo>
                      <a:pt x="156" y="166"/>
                      <a:pt x="157" y="167"/>
                      <a:pt x="162" y="172"/>
                    </a:cubicBezTo>
                    <a:cubicBezTo>
                      <a:pt x="162" y="172"/>
                      <a:pt x="162" y="105"/>
                      <a:pt x="162" y="101"/>
                    </a:cubicBezTo>
                    <a:cubicBezTo>
                      <a:pt x="163" y="97"/>
                      <a:pt x="160" y="93"/>
                      <a:pt x="157" y="89"/>
                    </a:cubicBezTo>
                    <a:cubicBezTo>
                      <a:pt x="154" y="86"/>
                      <a:pt x="148" y="83"/>
                      <a:pt x="144" y="83"/>
                    </a:cubicBezTo>
                    <a:cubicBezTo>
                      <a:pt x="140" y="82"/>
                      <a:pt x="122" y="83"/>
                      <a:pt x="122" y="83"/>
                    </a:cubicBezTo>
                    <a:cubicBezTo>
                      <a:pt x="122" y="77"/>
                      <a:pt x="122" y="71"/>
                      <a:pt x="122" y="69"/>
                    </a:cubicBezTo>
                    <a:cubicBezTo>
                      <a:pt x="123" y="58"/>
                      <a:pt x="115" y="51"/>
                      <a:pt x="104" y="50"/>
                    </a:cubicBezTo>
                    <a:cubicBezTo>
                      <a:pt x="100" y="49"/>
                      <a:pt x="93" y="49"/>
                      <a:pt x="91" y="49"/>
                    </a:cubicBezTo>
                    <a:cubicBezTo>
                      <a:pt x="91" y="0"/>
                      <a:pt x="91" y="0"/>
                      <a:pt x="91" y="0"/>
                    </a:cubicBezTo>
                    <a:cubicBezTo>
                      <a:pt x="70" y="0"/>
                      <a:pt x="70" y="0"/>
                      <a:pt x="70" y="0"/>
                    </a:cubicBezTo>
                    <a:cubicBezTo>
                      <a:pt x="70" y="49"/>
                      <a:pt x="70" y="49"/>
                      <a:pt x="70" y="49"/>
                    </a:cubicBezTo>
                    <a:cubicBezTo>
                      <a:pt x="63" y="49"/>
                      <a:pt x="62" y="49"/>
                      <a:pt x="58" y="49"/>
                    </a:cubicBezTo>
                    <a:cubicBezTo>
                      <a:pt x="47" y="50"/>
                      <a:pt x="41" y="60"/>
                      <a:pt x="40" y="71"/>
                    </a:cubicBezTo>
                    <a:cubicBezTo>
                      <a:pt x="40" y="74"/>
                      <a:pt x="41" y="77"/>
                      <a:pt x="41" y="83"/>
                    </a:cubicBezTo>
                    <a:cubicBezTo>
                      <a:pt x="41" y="83"/>
                      <a:pt x="22" y="83"/>
                      <a:pt x="17" y="83"/>
                    </a:cubicBezTo>
                    <a:cubicBezTo>
                      <a:pt x="12" y="83"/>
                      <a:pt x="7" y="86"/>
                      <a:pt x="4" y="90"/>
                    </a:cubicBezTo>
                    <a:cubicBezTo>
                      <a:pt x="2" y="93"/>
                      <a:pt x="0" y="97"/>
                      <a:pt x="0" y="101"/>
                    </a:cubicBezTo>
                    <a:cubicBezTo>
                      <a:pt x="0" y="104"/>
                      <a:pt x="0" y="176"/>
                      <a:pt x="0" y="176"/>
                    </a:cubicBezTo>
                    <a:cubicBezTo>
                      <a:pt x="0" y="174"/>
                      <a:pt x="8" y="169"/>
                      <a:pt x="9" y="16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74">
                <a:extLst>
                  <a:ext uri="{FF2B5EF4-FFF2-40B4-BE49-F238E27FC236}">
                    <a16:creationId xmlns:a16="http://schemas.microsoft.com/office/drawing/2014/main" id="{927CF2A3-8E1B-1646-481B-B2B34098B15B}"/>
                  </a:ext>
                </a:extLst>
              </p:cNvPr>
              <p:cNvSpPr>
                <a:spLocks/>
              </p:cNvSpPr>
              <p:nvPr/>
            </p:nvSpPr>
            <p:spPr bwMode="auto">
              <a:xfrm>
                <a:off x="519" y="2055"/>
                <a:ext cx="152" cy="139"/>
              </a:xfrm>
              <a:custGeom>
                <a:avLst/>
                <a:gdLst>
                  <a:gd name="T0" fmla="*/ 221 w 234"/>
                  <a:gd name="T1" fmla="*/ 80 h 219"/>
                  <a:gd name="T2" fmla="*/ 144 w 234"/>
                  <a:gd name="T3" fmla="*/ 16 h 219"/>
                  <a:gd name="T4" fmla="*/ 123 w 234"/>
                  <a:gd name="T5" fmla="*/ 0 h 219"/>
                  <a:gd name="T6" fmla="*/ 123 w 234"/>
                  <a:gd name="T7" fmla="*/ 4 h 219"/>
                  <a:gd name="T8" fmla="*/ 125 w 234"/>
                  <a:gd name="T9" fmla="*/ 66 h 219"/>
                  <a:gd name="T10" fmla="*/ 126 w 234"/>
                  <a:gd name="T11" fmla="*/ 124 h 219"/>
                  <a:gd name="T12" fmla="*/ 115 w 234"/>
                  <a:gd name="T13" fmla="*/ 135 h 219"/>
                  <a:gd name="T14" fmla="*/ 108 w 234"/>
                  <a:gd name="T15" fmla="*/ 123 h 219"/>
                  <a:gd name="T16" fmla="*/ 108 w 234"/>
                  <a:gd name="T17" fmla="*/ 29 h 219"/>
                  <a:gd name="T18" fmla="*/ 108 w 234"/>
                  <a:gd name="T19" fmla="*/ 0 h 219"/>
                  <a:gd name="T20" fmla="*/ 104 w 234"/>
                  <a:gd name="T21" fmla="*/ 3 h 219"/>
                  <a:gd name="T22" fmla="*/ 11 w 234"/>
                  <a:gd name="T23" fmla="*/ 81 h 219"/>
                  <a:gd name="T24" fmla="*/ 4 w 234"/>
                  <a:gd name="T25" fmla="*/ 108 h 219"/>
                  <a:gd name="T26" fmla="*/ 43 w 234"/>
                  <a:gd name="T27" fmla="*/ 216 h 219"/>
                  <a:gd name="T28" fmla="*/ 47 w 234"/>
                  <a:gd name="T29" fmla="*/ 219 h 219"/>
                  <a:gd name="T30" fmla="*/ 186 w 234"/>
                  <a:gd name="T31" fmla="*/ 219 h 219"/>
                  <a:gd name="T32" fmla="*/ 190 w 234"/>
                  <a:gd name="T33" fmla="*/ 216 h 219"/>
                  <a:gd name="T34" fmla="*/ 229 w 234"/>
                  <a:gd name="T35" fmla="*/ 110 h 219"/>
                  <a:gd name="T36" fmla="*/ 221 w 234"/>
                  <a:gd name="T37" fmla="*/ 8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4" h="219">
                    <a:moveTo>
                      <a:pt x="221" y="80"/>
                    </a:moveTo>
                    <a:cubicBezTo>
                      <a:pt x="196" y="59"/>
                      <a:pt x="169" y="38"/>
                      <a:pt x="144" y="16"/>
                    </a:cubicBezTo>
                    <a:cubicBezTo>
                      <a:pt x="138" y="11"/>
                      <a:pt x="135" y="6"/>
                      <a:pt x="123" y="0"/>
                    </a:cubicBezTo>
                    <a:cubicBezTo>
                      <a:pt x="123" y="2"/>
                      <a:pt x="123" y="3"/>
                      <a:pt x="123" y="4"/>
                    </a:cubicBezTo>
                    <a:cubicBezTo>
                      <a:pt x="123" y="25"/>
                      <a:pt x="125" y="46"/>
                      <a:pt x="125" y="66"/>
                    </a:cubicBezTo>
                    <a:cubicBezTo>
                      <a:pt x="125" y="86"/>
                      <a:pt x="126" y="105"/>
                      <a:pt x="126" y="124"/>
                    </a:cubicBezTo>
                    <a:cubicBezTo>
                      <a:pt x="126" y="131"/>
                      <a:pt x="121" y="136"/>
                      <a:pt x="115" y="135"/>
                    </a:cubicBezTo>
                    <a:cubicBezTo>
                      <a:pt x="110" y="134"/>
                      <a:pt x="108" y="130"/>
                      <a:pt x="108" y="123"/>
                    </a:cubicBezTo>
                    <a:cubicBezTo>
                      <a:pt x="108" y="92"/>
                      <a:pt x="108" y="60"/>
                      <a:pt x="108" y="29"/>
                    </a:cubicBezTo>
                    <a:cubicBezTo>
                      <a:pt x="108" y="19"/>
                      <a:pt x="108" y="10"/>
                      <a:pt x="108" y="0"/>
                    </a:cubicBezTo>
                    <a:cubicBezTo>
                      <a:pt x="106" y="2"/>
                      <a:pt x="105" y="2"/>
                      <a:pt x="104" y="3"/>
                    </a:cubicBezTo>
                    <a:cubicBezTo>
                      <a:pt x="73" y="29"/>
                      <a:pt x="42" y="55"/>
                      <a:pt x="11" y="81"/>
                    </a:cubicBezTo>
                    <a:cubicBezTo>
                      <a:pt x="1" y="89"/>
                      <a:pt x="0" y="100"/>
                      <a:pt x="4" y="108"/>
                    </a:cubicBezTo>
                    <a:cubicBezTo>
                      <a:pt x="17" y="144"/>
                      <a:pt x="30" y="180"/>
                      <a:pt x="43" y="216"/>
                    </a:cubicBezTo>
                    <a:cubicBezTo>
                      <a:pt x="44" y="218"/>
                      <a:pt x="45" y="219"/>
                      <a:pt x="47" y="219"/>
                    </a:cubicBezTo>
                    <a:cubicBezTo>
                      <a:pt x="93" y="219"/>
                      <a:pt x="140" y="219"/>
                      <a:pt x="186" y="219"/>
                    </a:cubicBezTo>
                    <a:cubicBezTo>
                      <a:pt x="188" y="219"/>
                      <a:pt x="190" y="218"/>
                      <a:pt x="190" y="216"/>
                    </a:cubicBezTo>
                    <a:cubicBezTo>
                      <a:pt x="203" y="180"/>
                      <a:pt x="216" y="145"/>
                      <a:pt x="229" y="110"/>
                    </a:cubicBezTo>
                    <a:cubicBezTo>
                      <a:pt x="234" y="97"/>
                      <a:pt x="231" y="89"/>
                      <a:pt x="221" y="8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Line 75">
                <a:extLst>
                  <a:ext uri="{FF2B5EF4-FFF2-40B4-BE49-F238E27FC236}">
                    <a16:creationId xmlns:a16="http://schemas.microsoft.com/office/drawing/2014/main" id="{54493004-23D5-F6E5-287E-B26870D7C12C}"/>
                  </a:ext>
                </a:extLst>
              </p:cNvPr>
              <p:cNvSpPr>
                <a:spLocks noChangeShapeType="1"/>
              </p:cNvSpPr>
              <p:nvPr/>
            </p:nvSpPr>
            <p:spPr bwMode="auto">
              <a:xfrm>
                <a:off x="646" y="2026"/>
                <a:ext cx="0" cy="0"/>
              </a:xfrm>
              <a:prstGeom prst="line">
                <a:avLst/>
              </a:prstGeom>
              <a:noFill/>
              <a:ln w="4763"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76">
                <a:extLst>
                  <a:ext uri="{FF2B5EF4-FFF2-40B4-BE49-F238E27FC236}">
                    <a16:creationId xmlns:a16="http://schemas.microsoft.com/office/drawing/2014/main" id="{E0E126F2-98EA-33C4-0F2A-4851A7CDCBA3}"/>
                  </a:ext>
                </a:extLst>
              </p:cNvPr>
              <p:cNvSpPr>
                <a:spLocks noChangeShapeType="1"/>
              </p:cNvSpPr>
              <p:nvPr/>
            </p:nvSpPr>
            <p:spPr bwMode="auto">
              <a:xfrm>
                <a:off x="542" y="2026"/>
                <a:ext cx="0" cy="0"/>
              </a:xfrm>
              <a:prstGeom prst="line">
                <a:avLst/>
              </a:prstGeom>
              <a:noFill/>
              <a:ln w="4763"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Freeform 77">
                <a:extLst>
                  <a:ext uri="{FF2B5EF4-FFF2-40B4-BE49-F238E27FC236}">
                    <a16:creationId xmlns:a16="http://schemas.microsoft.com/office/drawing/2014/main" id="{AB8C967B-4F71-D48B-3A09-B28C060C82C9}"/>
                  </a:ext>
                </a:extLst>
              </p:cNvPr>
              <p:cNvSpPr>
                <a:spLocks noEditPoints="1"/>
              </p:cNvSpPr>
              <p:nvPr/>
            </p:nvSpPr>
            <p:spPr bwMode="auto">
              <a:xfrm>
                <a:off x="432" y="2348"/>
                <a:ext cx="325" cy="173"/>
              </a:xfrm>
              <a:custGeom>
                <a:avLst/>
                <a:gdLst>
                  <a:gd name="T0" fmla="*/ 493 w 499"/>
                  <a:gd name="T1" fmla="*/ 190 h 272"/>
                  <a:gd name="T2" fmla="*/ 335 w 499"/>
                  <a:gd name="T3" fmla="*/ 164 h 272"/>
                  <a:gd name="T4" fmla="*/ 261 w 499"/>
                  <a:gd name="T5" fmla="*/ 99 h 272"/>
                  <a:gd name="T6" fmla="*/ 261 w 499"/>
                  <a:gd name="T7" fmla="*/ 99 h 272"/>
                  <a:gd name="T8" fmla="*/ 261 w 499"/>
                  <a:gd name="T9" fmla="*/ 11 h 272"/>
                  <a:gd name="T10" fmla="*/ 250 w 499"/>
                  <a:gd name="T11" fmla="*/ 0 h 272"/>
                  <a:gd name="T12" fmla="*/ 238 w 499"/>
                  <a:gd name="T13" fmla="*/ 11 h 272"/>
                  <a:gd name="T14" fmla="*/ 238 w 499"/>
                  <a:gd name="T15" fmla="*/ 99 h 272"/>
                  <a:gd name="T16" fmla="*/ 239 w 499"/>
                  <a:gd name="T17" fmla="*/ 99 h 272"/>
                  <a:gd name="T18" fmla="*/ 166 w 499"/>
                  <a:gd name="T19" fmla="*/ 164 h 272"/>
                  <a:gd name="T20" fmla="*/ 6 w 499"/>
                  <a:gd name="T21" fmla="*/ 190 h 272"/>
                  <a:gd name="T22" fmla="*/ 0 w 499"/>
                  <a:gd name="T23" fmla="*/ 197 h 272"/>
                  <a:gd name="T24" fmla="*/ 8 w 499"/>
                  <a:gd name="T25" fmla="*/ 205 h 272"/>
                  <a:gd name="T26" fmla="*/ 48 w 499"/>
                  <a:gd name="T27" fmla="*/ 205 h 272"/>
                  <a:gd name="T28" fmla="*/ 46 w 499"/>
                  <a:gd name="T29" fmla="*/ 218 h 272"/>
                  <a:gd name="T30" fmla="*/ 86 w 499"/>
                  <a:gd name="T31" fmla="*/ 259 h 272"/>
                  <a:gd name="T32" fmla="*/ 126 w 499"/>
                  <a:gd name="T33" fmla="*/ 218 h 272"/>
                  <a:gd name="T34" fmla="*/ 124 w 499"/>
                  <a:gd name="T35" fmla="*/ 205 h 272"/>
                  <a:gd name="T36" fmla="*/ 166 w 499"/>
                  <a:gd name="T37" fmla="*/ 205 h 272"/>
                  <a:gd name="T38" fmla="*/ 250 w 499"/>
                  <a:gd name="T39" fmla="*/ 272 h 272"/>
                  <a:gd name="T40" fmla="*/ 335 w 499"/>
                  <a:gd name="T41" fmla="*/ 205 h 272"/>
                  <a:gd name="T42" fmla="*/ 377 w 499"/>
                  <a:gd name="T43" fmla="*/ 205 h 272"/>
                  <a:gd name="T44" fmla="*/ 374 w 499"/>
                  <a:gd name="T45" fmla="*/ 218 h 272"/>
                  <a:gd name="T46" fmla="*/ 414 w 499"/>
                  <a:gd name="T47" fmla="*/ 259 h 272"/>
                  <a:gd name="T48" fmla="*/ 455 w 499"/>
                  <a:gd name="T49" fmla="*/ 218 h 272"/>
                  <a:gd name="T50" fmla="*/ 452 w 499"/>
                  <a:gd name="T51" fmla="*/ 205 h 272"/>
                  <a:gd name="T52" fmla="*/ 492 w 499"/>
                  <a:gd name="T53" fmla="*/ 205 h 272"/>
                  <a:gd name="T54" fmla="*/ 499 w 499"/>
                  <a:gd name="T55" fmla="*/ 197 h 272"/>
                  <a:gd name="T56" fmla="*/ 499 w 499"/>
                  <a:gd name="T57" fmla="*/ 197 h 272"/>
                  <a:gd name="T58" fmla="*/ 493 w 499"/>
                  <a:gd name="T59" fmla="*/ 190 h 272"/>
                  <a:gd name="T60" fmla="*/ 284 w 499"/>
                  <a:gd name="T61" fmla="*/ 174 h 272"/>
                  <a:gd name="T62" fmla="*/ 216 w 499"/>
                  <a:gd name="T63" fmla="*/ 174 h 272"/>
                  <a:gd name="T64" fmla="*/ 204 w 499"/>
                  <a:gd name="T65" fmla="*/ 163 h 272"/>
                  <a:gd name="T66" fmla="*/ 216 w 499"/>
                  <a:gd name="T67" fmla="*/ 152 h 272"/>
                  <a:gd name="T68" fmla="*/ 284 w 499"/>
                  <a:gd name="T69" fmla="*/ 152 h 272"/>
                  <a:gd name="T70" fmla="*/ 296 w 499"/>
                  <a:gd name="T71" fmla="*/ 163 h 272"/>
                  <a:gd name="T72" fmla="*/ 284 w 499"/>
                  <a:gd name="T73" fmla="*/ 174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99" h="272">
                    <a:moveTo>
                      <a:pt x="493" y="190"/>
                    </a:moveTo>
                    <a:cubicBezTo>
                      <a:pt x="335" y="164"/>
                      <a:pt x="335" y="164"/>
                      <a:pt x="335" y="164"/>
                    </a:cubicBezTo>
                    <a:cubicBezTo>
                      <a:pt x="326" y="130"/>
                      <a:pt x="297" y="103"/>
                      <a:pt x="261" y="99"/>
                    </a:cubicBezTo>
                    <a:cubicBezTo>
                      <a:pt x="261" y="99"/>
                      <a:pt x="261" y="99"/>
                      <a:pt x="261" y="99"/>
                    </a:cubicBezTo>
                    <a:cubicBezTo>
                      <a:pt x="261" y="11"/>
                      <a:pt x="261" y="11"/>
                      <a:pt x="261" y="11"/>
                    </a:cubicBezTo>
                    <a:cubicBezTo>
                      <a:pt x="261" y="5"/>
                      <a:pt x="256" y="0"/>
                      <a:pt x="250" y="0"/>
                    </a:cubicBezTo>
                    <a:cubicBezTo>
                      <a:pt x="244" y="0"/>
                      <a:pt x="238" y="5"/>
                      <a:pt x="238" y="11"/>
                    </a:cubicBezTo>
                    <a:cubicBezTo>
                      <a:pt x="238" y="99"/>
                      <a:pt x="238" y="99"/>
                      <a:pt x="238" y="99"/>
                    </a:cubicBezTo>
                    <a:cubicBezTo>
                      <a:pt x="239" y="99"/>
                      <a:pt x="239" y="99"/>
                      <a:pt x="239" y="99"/>
                    </a:cubicBezTo>
                    <a:cubicBezTo>
                      <a:pt x="203" y="104"/>
                      <a:pt x="174" y="130"/>
                      <a:pt x="166" y="164"/>
                    </a:cubicBezTo>
                    <a:cubicBezTo>
                      <a:pt x="6" y="190"/>
                      <a:pt x="6" y="190"/>
                      <a:pt x="6" y="190"/>
                    </a:cubicBezTo>
                    <a:cubicBezTo>
                      <a:pt x="3" y="190"/>
                      <a:pt x="0" y="194"/>
                      <a:pt x="0" y="197"/>
                    </a:cubicBezTo>
                    <a:cubicBezTo>
                      <a:pt x="0" y="201"/>
                      <a:pt x="4" y="205"/>
                      <a:pt x="8" y="205"/>
                    </a:cubicBezTo>
                    <a:cubicBezTo>
                      <a:pt x="48" y="205"/>
                      <a:pt x="48" y="205"/>
                      <a:pt x="48" y="205"/>
                    </a:cubicBezTo>
                    <a:cubicBezTo>
                      <a:pt x="47" y="209"/>
                      <a:pt x="46" y="214"/>
                      <a:pt x="46" y="218"/>
                    </a:cubicBezTo>
                    <a:cubicBezTo>
                      <a:pt x="46" y="241"/>
                      <a:pt x="64" y="259"/>
                      <a:pt x="86" y="259"/>
                    </a:cubicBezTo>
                    <a:cubicBezTo>
                      <a:pt x="108" y="259"/>
                      <a:pt x="126" y="241"/>
                      <a:pt x="126" y="218"/>
                    </a:cubicBezTo>
                    <a:cubicBezTo>
                      <a:pt x="126" y="214"/>
                      <a:pt x="125" y="209"/>
                      <a:pt x="124" y="205"/>
                    </a:cubicBezTo>
                    <a:cubicBezTo>
                      <a:pt x="166" y="205"/>
                      <a:pt x="166" y="205"/>
                      <a:pt x="166" y="205"/>
                    </a:cubicBezTo>
                    <a:cubicBezTo>
                      <a:pt x="175" y="243"/>
                      <a:pt x="209" y="272"/>
                      <a:pt x="250" y="272"/>
                    </a:cubicBezTo>
                    <a:cubicBezTo>
                      <a:pt x="292" y="272"/>
                      <a:pt x="326" y="243"/>
                      <a:pt x="335" y="205"/>
                    </a:cubicBezTo>
                    <a:cubicBezTo>
                      <a:pt x="377" y="205"/>
                      <a:pt x="377" y="205"/>
                      <a:pt x="377" y="205"/>
                    </a:cubicBezTo>
                    <a:cubicBezTo>
                      <a:pt x="375" y="209"/>
                      <a:pt x="374" y="214"/>
                      <a:pt x="374" y="218"/>
                    </a:cubicBezTo>
                    <a:cubicBezTo>
                      <a:pt x="374" y="241"/>
                      <a:pt x="392" y="259"/>
                      <a:pt x="414" y="259"/>
                    </a:cubicBezTo>
                    <a:cubicBezTo>
                      <a:pt x="437" y="259"/>
                      <a:pt x="455" y="241"/>
                      <a:pt x="455" y="218"/>
                    </a:cubicBezTo>
                    <a:cubicBezTo>
                      <a:pt x="455" y="214"/>
                      <a:pt x="454" y="209"/>
                      <a:pt x="452" y="205"/>
                    </a:cubicBezTo>
                    <a:cubicBezTo>
                      <a:pt x="492" y="205"/>
                      <a:pt x="492" y="205"/>
                      <a:pt x="492" y="205"/>
                    </a:cubicBezTo>
                    <a:cubicBezTo>
                      <a:pt x="496" y="205"/>
                      <a:pt x="499" y="201"/>
                      <a:pt x="499" y="197"/>
                    </a:cubicBezTo>
                    <a:cubicBezTo>
                      <a:pt x="499" y="197"/>
                      <a:pt x="499" y="197"/>
                      <a:pt x="499" y="197"/>
                    </a:cubicBezTo>
                    <a:cubicBezTo>
                      <a:pt x="499" y="194"/>
                      <a:pt x="496" y="190"/>
                      <a:pt x="493" y="190"/>
                    </a:cubicBezTo>
                    <a:close/>
                    <a:moveTo>
                      <a:pt x="284" y="174"/>
                    </a:moveTo>
                    <a:cubicBezTo>
                      <a:pt x="216" y="174"/>
                      <a:pt x="216" y="174"/>
                      <a:pt x="216" y="174"/>
                    </a:cubicBezTo>
                    <a:cubicBezTo>
                      <a:pt x="209" y="174"/>
                      <a:pt x="204" y="170"/>
                      <a:pt x="204" y="163"/>
                    </a:cubicBezTo>
                    <a:cubicBezTo>
                      <a:pt x="204" y="156"/>
                      <a:pt x="209" y="152"/>
                      <a:pt x="216" y="152"/>
                    </a:cubicBezTo>
                    <a:cubicBezTo>
                      <a:pt x="284" y="152"/>
                      <a:pt x="284" y="152"/>
                      <a:pt x="284" y="152"/>
                    </a:cubicBezTo>
                    <a:cubicBezTo>
                      <a:pt x="290" y="152"/>
                      <a:pt x="296" y="156"/>
                      <a:pt x="296" y="163"/>
                    </a:cubicBezTo>
                    <a:cubicBezTo>
                      <a:pt x="296" y="170"/>
                      <a:pt x="290" y="174"/>
                      <a:pt x="284" y="174"/>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78">
                <a:extLst>
                  <a:ext uri="{FF2B5EF4-FFF2-40B4-BE49-F238E27FC236}">
                    <a16:creationId xmlns:a16="http://schemas.microsoft.com/office/drawing/2014/main" id="{330DCE4C-C955-8487-8CCD-D914A14ACAC1}"/>
                  </a:ext>
                </a:extLst>
              </p:cNvPr>
              <p:cNvSpPr>
                <a:spLocks noEditPoints="1"/>
              </p:cNvSpPr>
              <p:nvPr/>
            </p:nvSpPr>
            <p:spPr bwMode="auto">
              <a:xfrm>
                <a:off x="714" y="2151"/>
                <a:ext cx="163" cy="192"/>
              </a:xfrm>
              <a:custGeom>
                <a:avLst/>
                <a:gdLst>
                  <a:gd name="T0" fmla="*/ 239 w 251"/>
                  <a:gd name="T1" fmla="*/ 249 h 302"/>
                  <a:gd name="T2" fmla="*/ 221 w 251"/>
                  <a:gd name="T3" fmla="*/ 185 h 302"/>
                  <a:gd name="T4" fmla="*/ 217 w 251"/>
                  <a:gd name="T5" fmla="*/ 10 h 302"/>
                  <a:gd name="T6" fmla="*/ 196 w 251"/>
                  <a:gd name="T7" fmla="*/ 10 h 302"/>
                  <a:gd name="T8" fmla="*/ 168 w 251"/>
                  <a:gd name="T9" fmla="*/ 37 h 302"/>
                  <a:gd name="T10" fmla="*/ 58 w 251"/>
                  <a:gd name="T11" fmla="*/ 60 h 302"/>
                  <a:gd name="T12" fmla="*/ 47 w 251"/>
                  <a:gd name="T13" fmla="*/ 0 h 302"/>
                  <a:gd name="T14" fmla="*/ 37 w 251"/>
                  <a:gd name="T15" fmla="*/ 185 h 302"/>
                  <a:gd name="T16" fmla="*/ 13 w 251"/>
                  <a:gd name="T17" fmla="*/ 203 h 302"/>
                  <a:gd name="T18" fmla="*/ 3 w 251"/>
                  <a:gd name="T19" fmla="*/ 249 h 302"/>
                  <a:gd name="T20" fmla="*/ 0 w 251"/>
                  <a:gd name="T21" fmla="*/ 277 h 302"/>
                  <a:gd name="T22" fmla="*/ 24 w 251"/>
                  <a:gd name="T23" fmla="*/ 279 h 302"/>
                  <a:gd name="T24" fmla="*/ 32 w 251"/>
                  <a:gd name="T25" fmla="*/ 302 h 302"/>
                  <a:gd name="T26" fmla="*/ 66 w 251"/>
                  <a:gd name="T27" fmla="*/ 293 h 302"/>
                  <a:gd name="T28" fmla="*/ 186 w 251"/>
                  <a:gd name="T29" fmla="*/ 279 h 302"/>
                  <a:gd name="T30" fmla="*/ 195 w 251"/>
                  <a:gd name="T31" fmla="*/ 302 h 302"/>
                  <a:gd name="T32" fmla="*/ 228 w 251"/>
                  <a:gd name="T33" fmla="*/ 293 h 302"/>
                  <a:gd name="T34" fmla="*/ 248 w 251"/>
                  <a:gd name="T35" fmla="*/ 279 h 302"/>
                  <a:gd name="T36" fmla="*/ 251 w 251"/>
                  <a:gd name="T37" fmla="*/ 252 h 302"/>
                  <a:gd name="T38" fmla="*/ 50 w 251"/>
                  <a:gd name="T39" fmla="*/ 239 h 302"/>
                  <a:gd name="T40" fmla="*/ 50 w 251"/>
                  <a:gd name="T41" fmla="*/ 211 h 302"/>
                  <a:gd name="T42" fmla="*/ 50 w 251"/>
                  <a:gd name="T43" fmla="*/ 239 h 302"/>
                  <a:gd name="T44" fmla="*/ 94 w 251"/>
                  <a:gd name="T45" fmla="*/ 238 h 302"/>
                  <a:gd name="T46" fmla="*/ 87 w 251"/>
                  <a:gd name="T47" fmla="*/ 214 h 302"/>
                  <a:gd name="T48" fmla="*/ 164 w 251"/>
                  <a:gd name="T49" fmla="*/ 230 h 302"/>
                  <a:gd name="T50" fmla="*/ 168 w 251"/>
                  <a:gd name="T51" fmla="*/ 133 h 302"/>
                  <a:gd name="T52" fmla="*/ 61 w 251"/>
                  <a:gd name="T53" fmla="*/ 112 h 302"/>
                  <a:gd name="T54" fmla="*/ 82 w 251"/>
                  <a:gd name="T55" fmla="*/ 90 h 302"/>
                  <a:gd name="T56" fmla="*/ 190 w 251"/>
                  <a:gd name="T57" fmla="*/ 111 h 302"/>
                  <a:gd name="T58" fmla="*/ 168 w 251"/>
                  <a:gd name="T59" fmla="*/ 133 h 302"/>
                  <a:gd name="T60" fmla="*/ 187 w 251"/>
                  <a:gd name="T61" fmla="*/ 225 h 302"/>
                  <a:gd name="T62" fmla="*/ 215 w 251"/>
                  <a:gd name="T63" fmla="*/ 225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1" h="302">
                    <a:moveTo>
                      <a:pt x="248" y="249"/>
                    </a:moveTo>
                    <a:cubicBezTo>
                      <a:pt x="239" y="249"/>
                      <a:pt x="239" y="249"/>
                      <a:pt x="239" y="249"/>
                    </a:cubicBezTo>
                    <a:cubicBezTo>
                      <a:pt x="239" y="203"/>
                      <a:pt x="239" y="203"/>
                      <a:pt x="239" y="203"/>
                    </a:cubicBezTo>
                    <a:cubicBezTo>
                      <a:pt x="239" y="193"/>
                      <a:pt x="231" y="185"/>
                      <a:pt x="221" y="185"/>
                    </a:cubicBezTo>
                    <a:cubicBezTo>
                      <a:pt x="217" y="185"/>
                      <a:pt x="217" y="185"/>
                      <a:pt x="217" y="185"/>
                    </a:cubicBezTo>
                    <a:cubicBezTo>
                      <a:pt x="217" y="10"/>
                      <a:pt x="217" y="10"/>
                      <a:pt x="217" y="10"/>
                    </a:cubicBezTo>
                    <a:cubicBezTo>
                      <a:pt x="217" y="4"/>
                      <a:pt x="212" y="0"/>
                      <a:pt x="206" y="0"/>
                    </a:cubicBezTo>
                    <a:cubicBezTo>
                      <a:pt x="201" y="0"/>
                      <a:pt x="196" y="4"/>
                      <a:pt x="196" y="10"/>
                    </a:cubicBezTo>
                    <a:cubicBezTo>
                      <a:pt x="196" y="65"/>
                      <a:pt x="196" y="65"/>
                      <a:pt x="196" y="65"/>
                    </a:cubicBezTo>
                    <a:cubicBezTo>
                      <a:pt x="196" y="49"/>
                      <a:pt x="184" y="37"/>
                      <a:pt x="168" y="37"/>
                    </a:cubicBezTo>
                    <a:cubicBezTo>
                      <a:pt x="85" y="37"/>
                      <a:pt x="85" y="37"/>
                      <a:pt x="85" y="37"/>
                    </a:cubicBezTo>
                    <a:cubicBezTo>
                      <a:pt x="71" y="37"/>
                      <a:pt x="59" y="47"/>
                      <a:pt x="58" y="60"/>
                    </a:cubicBezTo>
                    <a:cubicBezTo>
                      <a:pt x="58" y="10"/>
                      <a:pt x="58" y="10"/>
                      <a:pt x="58" y="10"/>
                    </a:cubicBezTo>
                    <a:cubicBezTo>
                      <a:pt x="58" y="4"/>
                      <a:pt x="53" y="0"/>
                      <a:pt x="47" y="0"/>
                    </a:cubicBezTo>
                    <a:cubicBezTo>
                      <a:pt x="42" y="0"/>
                      <a:pt x="37" y="4"/>
                      <a:pt x="37" y="10"/>
                    </a:cubicBezTo>
                    <a:cubicBezTo>
                      <a:pt x="37" y="185"/>
                      <a:pt x="37" y="185"/>
                      <a:pt x="37" y="185"/>
                    </a:cubicBezTo>
                    <a:cubicBezTo>
                      <a:pt x="30" y="185"/>
                      <a:pt x="30" y="185"/>
                      <a:pt x="30" y="185"/>
                    </a:cubicBezTo>
                    <a:cubicBezTo>
                      <a:pt x="20" y="185"/>
                      <a:pt x="13" y="193"/>
                      <a:pt x="13" y="203"/>
                    </a:cubicBezTo>
                    <a:cubicBezTo>
                      <a:pt x="13" y="249"/>
                      <a:pt x="13" y="249"/>
                      <a:pt x="13" y="249"/>
                    </a:cubicBezTo>
                    <a:cubicBezTo>
                      <a:pt x="3" y="249"/>
                      <a:pt x="3" y="249"/>
                      <a:pt x="3" y="249"/>
                    </a:cubicBezTo>
                    <a:cubicBezTo>
                      <a:pt x="2" y="249"/>
                      <a:pt x="0" y="250"/>
                      <a:pt x="0" y="252"/>
                    </a:cubicBezTo>
                    <a:cubicBezTo>
                      <a:pt x="0" y="277"/>
                      <a:pt x="0" y="277"/>
                      <a:pt x="0" y="277"/>
                    </a:cubicBezTo>
                    <a:cubicBezTo>
                      <a:pt x="0" y="279"/>
                      <a:pt x="2" y="279"/>
                      <a:pt x="3" y="279"/>
                    </a:cubicBezTo>
                    <a:cubicBezTo>
                      <a:pt x="24" y="279"/>
                      <a:pt x="24" y="279"/>
                      <a:pt x="24" y="279"/>
                    </a:cubicBezTo>
                    <a:cubicBezTo>
                      <a:pt x="24" y="293"/>
                      <a:pt x="24" y="293"/>
                      <a:pt x="24" y="293"/>
                    </a:cubicBezTo>
                    <a:cubicBezTo>
                      <a:pt x="24" y="297"/>
                      <a:pt x="28" y="302"/>
                      <a:pt x="32" y="302"/>
                    </a:cubicBezTo>
                    <a:cubicBezTo>
                      <a:pt x="57" y="302"/>
                      <a:pt x="57" y="302"/>
                      <a:pt x="57" y="302"/>
                    </a:cubicBezTo>
                    <a:cubicBezTo>
                      <a:pt x="61" y="302"/>
                      <a:pt x="66" y="297"/>
                      <a:pt x="66" y="293"/>
                    </a:cubicBezTo>
                    <a:cubicBezTo>
                      <a:pt x="66" y="279"/>
                      <a:pt x="66" y="279"/>
                      <a:pt x="66" y="279"/>
                    </a:cubicBezTo>
                    <a:cubicBezTo>
                      <a:pt x="186" y="279"/>
                      <a:pt x="186" y="279"/>
                      <a:pt x="186" y="279"/>
                    </a:cubicBezTo>
                    <a:cubicBezTo>
                      <a:pt x="186" y="293"/>
                      <a:pt x="186" y="293"/>
                      <a:pt x="186" y="293"/>
                    </a:cubicBezTo>
                    <a:cubicBezTo>
                      <a:pt x="186" y="297"/>
                      <a:pt x="191" y="302"/>
                      <a:pt x="195" y="302"/>
                    </a:cubicBezTo>
                    <a:cubicBezTo>
                      <a:pt x="220" y="302"/>
                      <a:pt x="220" y="302"/>
                      <a:pt x="220" y="302"/>
                    </a:cubicBezTo>
                    <a:cubicBezTo>
                      <a:pt x="224" y="302"/>
                      <a:pt x="228" y="297"/>
                      <a:pt x="228" y="293"/>
                    </a:cubicBezTo>
                    <a:cubicBezTo>
                      <a:pt x="228" y="279"/>
                      <a:pt x="228" y="279"/>
                      <a:pt x="228" y="279"/>
                    </a:cubicBezTo>
                    <a:cubicBezTo>
                      <a:pt x="248" y="279"/>
                      <a:pt x="248" y="279"/>
                      <a:pt x="248" y="279"/>
                    </a:cubicBezTo>
                    <a:cubicBezTo>
                      <a:pt x="250" y="279"/>
                      <a:pt x="251" y="279"/>
                      <a:pt x="251" y="277"/>
                    </a:cubicBezTo>
                    <a:cubicBezTo>
                      <a:pt x="251" y="252"/>
                      <a:pt x="251" y="252"/>
                      <a:pt x="251" y="252"/>
                    </a:cubicBezTo>
                    <a:cubicBezTo>
                      <a:pt x="251" y="250"/>
                      <a:pt x="250" y="249"/>
                      <a:pt x="248" y="249"/>
                    </a:cubicBezTo>
                    <a:close/>
                    <a:moveTo>
                      <a:pt x="50" y="239"/>
                    </a:moveTo>
                    <a:cubicBezTo>
                      <a:pt x="42" y="239"/>
                      <a:pt x="35" y="233"/>
                      <a:pt x="35" y="225"/>
                    </a:cubicBezTo>
                    <a:cubicBezTo>
                      <a:pt x="35" y="217"/>
                      <a:pt x="42" y="211"/>
                      <a:pt x="50" y="211"/>
                    </a:cubicBezTo>
                    <a:cubicBezTo>
                      <a:pt x="57" y="211"/>
                      <a:pt x="64" y="217"/>
                      <a:pt x="64" y="225"/>
                    </a:cubicBezTo>
                    <a:cubicBezTo>
                      <a:pt x="64" y="233"/>
                      <a:pt x="57" y="239"/>
                      <a:pt x="50" y="239"/>
                    </a:cubicBezTo>
                    <a:close/>
                    <a:moveTo>
                      <a:pt x="157" y="238"/>
                    </a:moveTo>
                    <a:cubicBezTo>
                      <a:pt x="94" y="238"/>
                      <a:pt x="94" y="238"/>
                      <a:pt x="94" y="238"/>
                    </a:cubicBezTo>
                    <a:cubicBezTo>
                      <a:pt x="90" y="238"/>
                      <a:pt x="87" y="234"/>
                      <a:pt x="87" y="230"/>
                    </a:cubicBezTo>
                    <a:cubicBezTo>
                      <a:pt x="87" y="214"/>
                      <a:pt x="87" y="214"/>
                      <a:pt x="87" y="214"/>
                    </a:cubicBezTo>
                    <a:cubicBezTo>
                      <a:pt x="164" y="214"/>
                      <a:pt x="164" y="214"/>
                      <a:pt x="164" y="214"/>
                    </a:cubicBezTo>
                    <a:cubicBezTo>
                      <a:pt x="164" y="230"/>
                      <a:pt x="164" y="230"/>
                      <a:pt x="164" y="230"/>
                    </a:cubicBezTo>
                    <a:cubicBezTo>
                      <a:pt x="164" y="234"/>
                      <a:pt x="161" y="238"/>
                      <a:pt x="157" y="238"/>
                    </a:cubicBezTo>
                    <a:close/>
                    <a:moveTo>
                      <a:pt x="168" y="133"/>
                    </a:moveTo>
                    <a:cubicBezTo>
                      <a:pt x="82" y="133"/>
                      <a:pt x="82" y="133"/>
                      <a:pt x="82" y="133"/>
                    </a:cubicBezTo>
                    <a:cubicBezTo>
                      <a:pt x="70" y="133"/>
                      <a:pt x="61" y="124"/>
                      <a:pt x="61" y="112"/>
                    </a:cubicBezTo>
                    <a:cubicBezTo>
                      <a:pt x="61" y="111"/>
                      <a:pt x="61" y="111"/>
                      <a:pt x="61" y="111"/>
                    </a:cubicBezTo>
                    <a:cubicBezTo>
                      <a:pt x="61" y="99"/>
                      <a:pt x="70" y="90"/>
                      <a:pt x="82" y="90"/>
                    </a:cubicBezTo>
                    <a:cubicBezTo>
                      <a:pt x="168" y="90"/>
                      <a:pt x="168" y="90"/>
                      <a:pt x="168" y="90"/>
                    </a:cubicBezTo>
                    <a:cubicBezTo>
                      <a:pt x="180" y="90"/>
                      <a:pt x="190" y="99"/>
                      <a:pt x="190" y="111"/>
                    </a:cubicBezTo>
                    <a:cubicBezTo>
                      <a:pt x="190" y="112"/>
                      <a:pt x="190" y="112"/>
                      <a:pt x="190" y="112"/>
                    </a:cubicBezTo>
                    <a:cubicBezTo>
                      <a:pt x="190" y="124"/>
                      <a:pt x="180" y="133"/>
                      <a:pt x="168" y="133"/>
                    </a:cubicBezTo>
                    <a:close/>
                    <a:moveTo>
                      <a:pt x="201" y="239"/>
                    </a:moveTo>
                    <a:cubicBezTo>
                      <a:pt x="193" y="239"/>
                      <a:pt x="187" y="233"/>
                      <a:pt x="187" y="225"/>
                    </a:cubicBezTo>
                    <a:cubicBezTo>
                      <a:pt x="187" y="217"/>
                      <a:pt x="193" y="211"/>
                      <a:pt x="201" y="211"/>
                    </a:cubicBezTo>
                    <a:cubicBezTo>
                      <a:pt x="209" y="211"/>
                      <a:pt x="215" y="217"/>
                      <a:pt x="215" y="225"/>
                    </a:cubicBezTo>
                    <a:cubicBezTo>
                      <a:pt x="215" y="233"/>
                      <a:pt x="209" y="239"/>
                      <a:pt x="201" y="239"/>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92" name="TextBox 91">
              <a:extLst>
                <a:ext uri="{FF2B5EF4-FFF2-40B4-BE49-F238E27FC236}">
                  <a16:creationId xmlns:a16="http://schemas.microsoft.com/office/drawing/2014/main" id="{6A1E3740-CA1F-B63E-1E1F-3825B861D2EC}"/>
                </a:ext>
              </a:extLst>
            </p:cNvPr>
            <p:cNvSpPr txBox="1"/>
            <p:nvPr/>
          </p:nvSpPr>
          <p:spPr>
            <a:xfrm>
              <a:off x="9738103" y="1674563"/>
              <a:ext cx="1422802" cy="369332"/>
            </a:xfrm>
            <a:prstGeom prst="rect">
              <a:avLst/>
            </a:prstGeom>
            <a:noFill/>
          </p:spPr>
          <p:txBody>
            <a:bodyPr wrap="square" rtlCol="0">
              <a:spAutoFit/>
            </a:bodyPr>
            <a:lstStyle/>
            <a:p>
              <a:pPr algn="ctr"/>
              <a:r>
                <a:rPr lang="en-GB" dirty="0">
                  <a:latin typeface="+mn-lt"/>
                </a:rPr>
                <a:t>Drive To ID</a:t>
              </a:r>
            </a:p>
          </p:txBody>
        </p:sp>
      </p:grpSp>
      <p:sp>
        <p:nvSpPr>
          <p:cNvPr id="94" name="TextBox 93">
            <a:extLst>
              <a:ext uri="{FF2B5EF4-FFF2-40B4-BE49-F238E27FC236}">
                <a16:creationId xmlns:a16="http://schemas.microsoft.com/office/drawing/2014/main" id="{52DC9FCB-BA5C-8020-7CDF-65356D54064A}"/>
              </a:ext>
            </a:extLst>
          </p:cNvPr>
          <p:cNvSpPr txBox="1"/>
          <p:nvPr/>
        </p:nvSpPr>
        <p:spPr>
          <a:xfrm>
            <a:off x="4754971" y="2149152"/>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Offer ID</a:t>
            </a:r>
          </a:p>
        </p:txBody>
      </p:sp>
      <p:sp>
        <p:nvSpPr>
          <p:cNvPr id="95" name="TextBox 94">
            <a:extLst>
              <a:ext uri="{FF2B5EF4-FFF2-40B4-BE49-F238E27FC236}">
                <a16:creationId xmlns:a16="http://schemas.microsoft.com/office/drawing/2014/main" id="{92CBCF54-8972-1424-617C-35CD582AC8C6}"/>
              </a:ext>
            </a:extLst>
          </p:cNvPr>
          <p:cNvSpPr txBox="1"/>
          <p:nvPr/>
        </p:nvSpPr>
        <p:spPr>
          <a:xfrm>
            <a:off x="4754971" y="262856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Offer Type</a:t>
            </a:r>
          </a:p>
        </p:txBody>
      </p:sp>
      <p:sp>
        <p:nvSpPr>
          <p:cNvPr id="96" name="TextBox 95">
            <a:extLst>
              <a:ext uri="{FF2B5EF4-FFF2-40B4-BE49-F238E27FC236}">
                <a16:creationId xmlns:a16="http://schemas.microsoft.com/office/drawing/2014/main" id="{1BCC6EBD-F494-3CB8-C73B-2FA8DC348D57}"/>
              </a:ext>
            </a:extLst>
          </p:cNvPr>
          <p:cNvSpPr txBox="1"/>
          <p:nvPr/>
        </p:nvSpPr>
        <p:spPr>
          <a:xfrm>
            <a:off x="4754971" y="3587388"/>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Offer Name</a:t>
            </a:r>
          </a:p>
        </p:txBody>
      </p:sp>
      <p:sp>
        <p:nvSpPr>
          <p:cNvPr id="97" name="TextBox 96">
            <a:extLst>
              <a:ext uri="{FF2B5EF4-FFF2-40B4-BE49-F238E27FC236}">
                <a16:creationId xmlns:a16="http://schemas.microsoft.com/office/drawing/2014/main" id="{4BF271F6-041C-90E2-727B-C0A32224C833}"/>
              </a:ext>
            </a:extLst>
          </p:cNvPr>
          <p:cNvSpPr txBox="1"/>
          <p:nvPr/>
        </p:nvSpPr>
        <p:spPr>
          <a:xfrm>
            <a:off x="4754971" y="4066800"/>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Description</a:t>
            </a:r>
          </a:p>
        </p:txBody>
      </p:sp>
      <p:sp>
        <p:nvSpPr>
          <p:cNvPr id="98" name="TextBox 97">
            <a:extLst>
              <a:ext uri="{FF2B5EF4-FFF2-40B4-BE49-F238E27FC236}">
                <a16:creationId xmlns:a16="http://schemas.microsoft.com/office/drawing/2014/main" id="{70EA7030-63AE-58A2-B711-0DCCB8C8A73D}"/>
              </a:ext>
            </a:extLst>
          </p:cNvPr>
          <p:cNvSpPr txBox="1"/>
          <p:nvPr/>
        </p:nvSpPr>
        <p:spPr>
          <a:xfrm>
            <a:off x="4754971" y="4546212"/>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Language</a:t>
            </a:r>
          </a:p>
        </p:txBody>
      </p:sp>
      <p:sp>
        <p:nvSpPr>
          <p:cNvPr id="99" name="TextBox 98">
            <a:extLst>
              <a:ext uri="{FF2B5EF4-FFF2-40B4-BE49-F238E27FC236}">
                <a16:creationId xmlns:a16="http://schemas.microsoft.com/office/drawing/2014/main" id="{97A5ACCD-161C-90F6-E272-F573DE1868E6}"/>
              </a:ext>
            </a:extLst>
          </p:cNvPr>
          <p:cNvSpPr txBox="1"/>
          <p:nvPr/>
        </p:nvSpPr>
        <p:spPr>
          <a:xfrm>
            <a:off x="4754971" y="502562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Intended Vertical</a:t>
            </a:r>
          </a:p>
        </p:txBody>
      </p:sp>
      <p:sp>
        <p:nvSpPr>
          <p:cNvPr id="100" name="TextBox 99">
            <a:extLst>
              <a:ext uri="{FF2B5EF4-FFF2-40B4-BE49-F238E27FC236}">
                <a16:creationId xmlns:a16="http://schemas.microsoft.com/office/drawing/2014/main" id="{4A3F2180-D120-2943-FE75-8068606264EB}"/>
              </a:ext>
            </a:extLst>
          </p:cNvPr>
          <p:cNvSpPr txBox="1"/>
          <p:nvPr/>
        </p:nvSpPr>
        <p:spPr>
          <a:xfrm>
            <a:off x="4754971" y="550503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Live Date	</a:t>
            </a:r>
          </a:p>
        </p:txBody>
      </p:sp>
      <p:sp>
        <p:nvSpPr>
          <p:cNvPr id="101" name="TextBox 100">
            <a:extLst>
              <a:ext uri="{FF2B5EF4-FFF2-40B4-BE49-F238E27FC236}">
                <a16:creationId xmlns:a16="http://schemas.microsoft.com/office/drawing/2014/main" id="{AF9D1E5E-C9ED-362D-B3B6-BF2B78188443}"/>
              </a:ext>
            </a:extLst>
          </p:cNvPr>
          <p:cNvSpPr txBox="1"/>
          <p:nvPr/>
        </p:nvSpPr>
        <p:spPr>
          <a:xfrm>
            <a:off x="4754971" y="5984445"/>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Expiration Date	</a:t>
            </a:r>
          </a:p>
        </p:txBody>
      </p:sp>
      <p:sp>
        <p:nvSpPr>
          <p:cNvPr id="102" name="TextBox 101">
            <a:extLst>
              <a:ext uri="{FF2B5EF4-FFF2-40B4-BE49-F238E27FC236}">
                <a16:creationId xmlns:a16="http://schemas.microsoft.com/office/drawing/2014/main" id="{15D9ABC8-62FD-BE3B-D326-663FEB64B58A}"/>
              </a:ext>
            </a:extLst>
          </p:cNvPr>
          <p:cNvSpPr txBox="1"/>
          <p:nvPr/>
        </p:nvSpPr>
        <p:spPr>
          <a:xfrm>
            <a:off x="4754971" y="3097873"/>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Business Entity</a:t>
            </a:r>
          </a:p>
        </p:txBody>
      </p:sp>
    </p:spTree>
    <p:extLst>
      <p:ext uri="{BB962C8B-B14F-4D97-AF65-F5344CB8AC3E}">
        <p14:creationId xmlns:p14="http://schemas.microsoft.com/office/powerpoint/2010/main" val="24843666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4F4B3DE-3EE5-D221-45E7-8B38613539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42230" y="2677208"/>
            <a:ext cx="1074237" cy="680068"/>
          </a:xfrm>
          <a:prstGeom prst="roundRect">
            <a:avLst>
              <a:gd name="adj" fmla="val 38889"/>
            </a:avLst>
          </a:prstGeom>
        </p:spPr>
      </p:pic>
      <p:pic>
        <p:nvPicPr>
          <p:cNvPr id="11" name="Picture 10" descr="Logo, company name&#10;&#10;Description automatically generated">
            <a:extLst>
              <a:ext uri="{FF2B5EF4-FFF2-40B4-BE49-F238E27FC236}">
                <a16:creationId xmlns:a16="http://schemas.microsoft.com/office/drawing/2014/main" id="{1EBB0614-0D95-0075-BA24-B59E1646E1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4047" y="2083569"/>
            <a:ext cx="908185" cy="623264"/>
          </a:xfrm>
          <a:prstGeom prst="roundRect">
            <a:avLst>
              <a:gd name="adj" fmla="val 50000"/>
            </a:avLst>
          </a:prstGeom>
        </p:spPr>
      </p:pic>
      <p:pic>
        <p:nvPicPr>
          <p:cNvPr id="8" name="Picture 7" descr="Logo, company name&#10;&#10;Description automatically generated">
            <a:extLst>
              <a:ext uri="{FF2B5EF4-FFF2-40B4-BE49-F238E27FC236}">
                <a16:creationId xmlns:a16="http://schemas.microsoft.com/office/drawing/2014/main" id="{C385EFD4-F4A8-9BD8-CF94-DF7B86342D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98863" y="1757379"/>
            <a:ext cx="807402" cy="715541"/>
          </a:xfrm>
          <a:prstGeom prst="rect">
            <a:avLst/>
          </a:prstGeom>
        </p:spPr>
      </p:pic>
      <p:pic>
        <p:nvPicPr>
          <p:cNvPr id="95" name="Picture 94">
            <a:extLst>
              <a:ext uri="{FF2B5EF4-FFF2-40B4-BE49-F238E27FC236}">
                <a16:creationId xmlns:a16="http://schemas.microsoft.com/office/drawing/2014/main" id="{485B0167-0FC4-7ACB-DBFA-0C508CEBA5C6}"/>
              </a:ext>
            </a:extLst>
          </p:cNvPr>
          <p:cNvPicPr>
            <a:picLocks noChangeAspect="1"/>
          </p:cNvPicPr>
          <p:nvPr/>
        </p:nvPicPr>
        <p:blipFill rotWithShape="1">
          <a:blip r:embed="rId5"/>
          <a:srcRect r="43340"/>
          <a:stretch/>
        </p:blipFill>
        <p:spPr>
          <a:xfrm>
            <a:off x="3289177" y="3447466"/>
            <a:ext cx="1277905" cy="926637"/>
          </a:xfrm>
          <a:prstGeom prst="roundRect">
            <a:avLst>
              <a:gd name="adj" fmla="val 50000"/>
            </a:avLst>
          </a:prstGeom>
        </p:spPr>
      </p:pic>
      <p:sp>
        <p:nvSpPr>
          <p:cNvPr id="83" name="Rectangle: Rounded Corners 82">
            <a:extLst>
              <a:ext uri="{FF2B5EF4-FFF2-40B4-BE49-F238E27FC236}">
                <a16:creationId xmlns:a16="http://schemas.microsoft.com/office/drawing/2014/main" id="{AE407EB2-4A6A-26E1-BD99-F7628DE37CA9}"/>
              </a:ext>
            </a:extLst>
          </p:cNvPr>
          <p:cNvSpPr/>
          <p:nvPr/>
        </p:nvSpPr>
        <p:spPr>
          <a:xfrm>
            <a:off x="10404766" y="35162"/>
            <a:ext cx="1584001" cy="1205692"/>
          </a:xfrm>
          <a:prstGeom prst="round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2" name="Picture 61">
            <a:extLst>
              <a:ext uri="{FF2B5EF4-FFF2-40B4-BE49-F238E27FC236}">
                <a16:creationId xmlns:a16="http://schemas.microsoft.com/office/drawing/2014/main" id="{BB153005-B79A-A6E5-0652-0654E41FEEBC}"/>
              </a:ext>
            </a:extLst>
          </p:cNvPr>
          <p:cNvPicPr>
            <a:picLocks noChangeAspect="1"/>
          </p:cNvPicPr>
          <p:nvPr/>
        </p:nvPicPr>
        <p:blipFill>
          <a:blip r:embed="rId6"/>
          <a:stretch>
            <a:fillRect/>
          </a:stretch>
        </p:blipFill>
        <p:spPr>
          <a:xfrm>
            <a:off x="348977" y="4155494"/>
            <a:ext cx="1503911" cy="510466"/>
          </a:xfrm>
          <a:prstGeom prst="roundRect">
            <a:avLst>
              <a:gd name="adj" fmla="val 50000"/>
            </a:avLst>
          </a:prstGeom>
        </p:spPr>
      </p:pic>
      <p:pic>
        <p:nvPicPr>
          <p:cNvPr id="54" name="Picture 53" descr="Graphical user interface, text, application, email&#10;&#10;Description automatically generated">
            <a:extLst>
              <a:ext uri="{FF2B5EF4-FFF2-40B4-BE49-F238E27FC236}">
                <a16:creationId xmlns:a16="http://schemas.microsoft.com/office/drawing/2014/main" id="{A596A143-FE41-1EC2-A984-5FFE224BA39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5208" y="2214288"/>
            <a:ext cx="1602945" cy="1605908"/>
          </a:xfrm>
          <a:prstGeom prst="roundRect">
            <a:avLst>
              <a:gd name="adj" fmla="val 50000"/>
            </a:avLst>
          </a:prstGeom>
        </p:spPr>
      </p:pic>
      <p:sp>
        <p:nvSpPr>
          <p:cNvPr id="2" name="Text Placeholder 1">
            <a:extLst>
              <a:ext uri="{FF2B5EF4-FFF2-40B4-BE49-F238E27FC236}">
                <a16:creationId xmlns:a16="http://schemas.microsoft.com/office/drawing/2014/main" id="{5037F400-F458-D7CA-746F-1939390CB3DC}"/>
              </a:ext>
            </a:extLst>
          </p:cNvPr>
          <p:cNvSpPr>
            <a:spLocks noGrp="1"/>
          </p:cNvSpPr>
          <p:nvPr>
            <p:ph type="body" sz="quarter" idx="82"/>
          </p:nvPr>
        </p:nvSpPr>
        <p:spPr/>
        <p:txBody>
          <a:bodyPr/>
          <a:lstStyle/>
          <a:p>
            <a:r>
              <a:rPr lang="en-US" dirty="0"/>
              <a:t>Activity ID Creation</a:t>
            </a:r>
            <a:endParaRPr lang="en-GB" dirty="0"/>
          </a:p>
        </p:txBody>
      </p:sp>
      <p:sp>
        <p:nvSpPr>
          <p:cNvPr id="3" name="Arrow: Chevron 2">
            <a:extLst>
              <a:ext uri="{FF2B5EF4-FFF2-40B4-BE49-F238E27FC236}">
                <a16:creationId xmlns:a16="http://schemas.microsoft.com/office/drawing/2014/main" id="{EB8EB2B2-1429-C10F-1E10-6F881976F838}"/>
              </a:ext>
            </a:extLst>
          </p:cNvPr>
          <p:cNvSpPr/>
          <p:nvPr/>
        </p:nvSpPr>
        <p:spPr>
          <a:xfrm>
            <a:off x="438836" y="1381070"/>
            <a:ext cx="3096000" cy="344053"/>
          </a:xfrm>
          <a:prstGeom prst="chevron">
            <a:avLst/>
          </a:prstGeom>
          <a:solidFill>
            <a:srgbClr val="0C274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CiscoSansTT ExtraLight"/>
                <a:ea typeface="+mn-ea"/>
                <a:cs typeface="+mn-cs"/>
              </a:rPr>
              <a:t>1 – CTT Request Tool</a:t>
            </a:r>
          </a:p>
        </p:txBody>
      </p:sp>
      <p:sp>
        <p:nvSpPr>
          <p:cNvPr id="4" name="Arrow: Chevron 3">
            <a:extLst>
              <a:ext uri="{FF2B5EF4-FFF2-40B4-BE49-F238E27FC236}">
                <a16:creationId xmlns:a16="http://schemas.microsoft.com/office/drawing/2014/main" id="{9CFDFF8D-407E-671A-6E13-234FF3DF6BEB}"/>
              </a:ext>
            </a:extLst>
          </p:cNvPr>
          <p:cNvSpPr/>
          <p:nvPr/>
        </p:nvSpPr>
        <p:spPr>
          <a:xfrm>
            <a:off x="5756552" y="1381070"/>
            <a:ext cx="1872000" cy="344053"/>
          </a:xfrm>
          <a:prstGeom prst="chevron">
            <a:avLst/>
          </a:prstGeom>
          <a:solidFill>
            <a:srgbClr val="0C274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CiscoSansTT ExtraLight"/>
                <a:ea typeface="+mn-ea"/>
                <a:cs typeface="+mn-cs"/>
              </a:rPr>
              <a:t>3 – Tray.io</a:t>
            </a:r>
          </a:p>
        </p:txBody>
      </p:sp>
      <p:sp>
        <p:nvSpPr>
          <p:cNvPr id="5" name="Arrow: Chevron 4">
            <a:extLst>
              <a:ext uri="{FF2B5EF4-FFF2-40B4-BE49-F238E27FC236}">
                <a16:creationId xmlns:a16="http://schemas.microsoft.com/office/drawing/2014/main" id="{1FB27298-82EE-8537-4F36-CF3E471B6419}"/>
              </a:ext>
            </a:extLst>
          </p:cNvPr>
          <p:cNvSpPr/>
          <p:nvPr/>
        </p:nvSpPr>
        <p:spPr>
          <a:xfrm>
            <a:off x="7623409" y="1381070"/>
            <a:ext cx="4392000" cy="344053"/>
          </a:xfrm>
          <a:prstGeom prst="chevron">
            <a:avLst/>
          </a:prstGeom>
          <a:solidFill>
            <a:srgbClr val="0C274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CiscoSansTT ExtraLight"/>
                <a:ea typeface="+mn-ea"/>
                <a:cs typeface="+mn-cs"/>
              </a:rPr>
              <a:t>4 - SFDC</a:t>
            </a:r>
          </a:p>
        </p:txBody>
      </p:sp>
      <p:sp>
        <p:nvSpPr>
          <p:cNvPr id="6" name="Arrow: Chevron 5">
            <a:extLst>
              <a:ext uri="{FF2B5EF4-FFF2-40B4-BE49-F238E27FC236}">
                <a16:creationId xmlns:a16="http://schemas.microsoft.com/office/drawing/2014/main" id="{F46FB630-0CF5-1CEC-D92B-6DB8D286BD0A}"/>
              </a:ext>
            </a:extLst>
          </p:cNvPr>
          <p:cNvSpPr/>
          <p:nvPr/>
        </p:nvSpPr>
        <p:spPr>
          <a:xfrm>
            <a:off x="3529694" y="1381070"/>
            <a:ext cx="2232000" cy="344053"/>
          </a:xfrm>
          <a:prstGeom prst="chevron">
            <a:avLst/>
          </a:prstGeom>
          <a:solidFill>
            <a:srgbClr val="0C274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CiscoSansTT ExtraLight"/>
                <a:ea typeface="+mn-ea"/>
                <a:cs typeface="+mn-cs"/>
              </a:rPr>
              <a:t>2 – CTTG</a:t>
            </a:r>
          </a:p>
        </p:txBody>
      </p:sp>
      <p:sp>
        <p:nvSpPr>
          <p:cNvPr id="10" name="TextBox 9">
            <a:extLst>
              <a:ext uri="{FF2B5EF4-FFF2-40B4-BE49-F238E27FC236}">
                <a16:creationId xmlns:a16="http://schemas.microsoft.com/office/drawing/2014/main" id="{5E863C79-C213-5807-DB89-BBD517BE19BE}"/>
              </a:ext>
            </a:extLst>
          </p:cNvPr>
          <p:cNvSpPr txBox="1"/>
          <p:nvPr/>
        </p:nvSpPr>
        <p:spPr>
          <a:xfrm>
            <a:off x="1831666" y="2458480"/>
            <a:ext cx="1045533" cy="861774"/>
          </a:xfrm>
          <a:prstGeom prst="rect">
            <a:avLst/>
          </a:prstGeom>
          <a:noFill/>
        </p:spPr>
        <p:txBody>
          <a:bodyPr wrap="square" rtlCol="0">
            <a:spAutoFit/>
          </a:bodyPr>
          <a:lstStyle/>
          <a:p>
            <a:pPr marL="171450" indent="-171450">
              <a:buFont typeface="Arial" panose="020B0604020202020204" pitchFamily="34" charset="0"/>
              <a:buChar char="•"/>
            </a:pPr>
            <a:r>
              <a:rPr lang="en-GB" sz="1000" dirty="0">
                <a:latin typeface="+mn-lt"/>
              </a:rPr>
              <a:t>Name</a:t>
            </a:r>
          </a:p>
          <a:p>
            <a:pPr marL="171450" indent="-171450">
              <a:buFont typeface="Arial" panose="020B0604020202020204" pitchFamily="34" charset="0"/>
              <a:buChar char="•"/>
            </a:pPr>
            <a:r>
              <a:rPr lang="en-GB" sz="1000" dirty="0">
                <a:latin typeface="+mn-lt"/>
              </a:rPr>
              <a:t>Description</a:t>
            </a:r>
          </a:p>
          <a:p>
            <a:pPr marL="171450" indent="-171450">
              <a:buFont typeface="Arial" panose="020B0604020202020204" pitchFamily="34" charset="0"/>
              <a:buChar char="•"/>
            </a:pPr>
            <a:r>
              <a:rPr lang="en-GB" sz="1000" dirty="0">
                <a:latin typeface="+mn-lt"/>
              </a:rPr>
              <a:t>Campaign</a:t>
            </a:r>
          </a:p>
          <a:p>
            <a:pPr marL="171450" indent="-171450">
              <a:buFont typeface="Arial" panose="020B0604020202020204" pitchFamily="34" charset="0"/>
              <a:buChar char="•"/>
            </a:pPr>
            <a:r>
              <a:rPr lang="en-GB" sz="1000" dirty="0">
                <a:latin typeface="+mn-lt"/>
              </a:rPr>
              <a:t>Program</a:t>
            </a:r>
          </a:p>
          <a:p>
            <a:pPr marL="171450" indent="-171450">
              <a:buFont typeface="Arial" panose="020B0604020202020204" pitchFamily="34" charset="0"/>
              <a:buChar char="•"/>
            </a:pPr>
            <a:r>
              <a:rPr lang="en-GB" sz="1000" dirty="0">
                <a:latin typeface="+mn-lt"/>
              </a:rPr>
              <a:t>Live Dates</a:t>
            </a:r>
          </a:p>
        </p:txBody>
      </p:sp>
      <p:grpSp>
        <p:nvGrpSpPr>
          <p:cNvPr id="85" name="Group 84">
            <a:extLst>
              <a:ext uri="{FF2B5EF4-FFF2-40B4-BE49-F238E27FC236}">
                <a16:creationId xmlns:a16="http://schemas.microsoft.com/office/drawing/2014/main" id="{DFDF4FAA-F2F8-7D8C-E113-022D9C1D667F}"/>
              </a:ext>
            </a:extLst>
          </p:cNvPr>
          <p:cNvGrpSpPr/>
          <p:nvPr/>
        </p:nvGrpSpPr>
        <p:grpSpPr>
          <a:xfrm>
            <a:off x="10804456" y="276311"/>
            <a:ext cx="925654" cy="189466"/>
            <a:chOff x="10804456" y="251897"/>
            <a:chExt cx="925654" cy="189466"/>
          </a:xfrm>
        </p:grpSpPr>
        <p:sp>
          <p:nvSpPr>
            <p:cNvPr id="22" name="TextBox 21">
              <a:extLst>
                <a:ext uri="{FF2B5EF4-FFF2-40B4-BE49-F238E27FC236}">
                  <a16:creationId xmlns:a16="http://schemas.microsoft.com/office/drawing/2014/main" id="{A0543436-FA67-E9E7-58F8-D930646137E1}"/>
                </a:ext>
              </a:extLst>
            </p:cNvPr>
            <p:cNvSpPr txBox="1"/>
            <p:nvPr/>
          </p:nvSpPr>
          <p:spPr>
            <a:xfrm>
              <a:off x="11102825" y="254297"/>
              <a:ext cx="627285" cy="184666"/>
            </a:xfrm>
            <a:prstGeom prst="rect">
              <a:avLst/>
            </a:prstGeom>
            <a:noFill/>
          </p:spPr>
          <p:txBody>
            <a:bodyPr wrap="square" rtlCol="0">
              <a:spAutoFit/>
            </a:bodyPr>
            <a:lstStyle/>
            <a:p>
              <a:r>
                <a:rPr lang="en-GB" sz="600" dirty="0">
                  <a:solidFill>
                    <a:schemeClr val="accent1"/>
                  </a:solidFill>
                  <a:latin typeface="+mn-lt"/>
                </a:rPr>
                <a:t>Manual</a:t>
              </a:r>
            </a:p>
          </p:txBody>
        </p:sp>
        <p:sp>
          <p:nvSpPr>
            <p:cNvPr id="48" name="Rectangle: Rounded Corners 47">
              <a:extLst>
                <a:ext uri="{FF2B5EF4-FFF2-40B4-BE49-F238E27FC236}">
                  <a16:creationId xmlns:a16="http://schemas.microsoft.com/office/drawing/2014/main" id="{334400B2-23D1-D47F-3FC8-DBEAB704DDEB}"/>
                </a:ext>
              </a:extLst>
            </p:cNvPr>
            <p:cNvSpPr/>
            <p:nvPr/>
          </p:nvSpPr>
          <p:spPr>
            <a:xfrm>
              <a:off x="10804456" y="251897"/>
              <a:ext cx="190800" cy="189466"/>
            </a:xfrm>
            <a:prstGeom prst="round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64" name="Picture 63">
            <a:extLst>
              <a:ext uri="{FF2B5EF4-FFF2-40B4-BE49-F238E27FC236}">
                <a16:creationId xmlns:a16="http://schemas.microsoft.com/office/drawing/2014/main" id="{207DC94D-955B-5503-5127-BF813FDE2F04}"/>
              </a:ext>
            </a:extLst>
          </p:cNvPr>
          <p:cNvPicPr>
            <a:picLocks noChangeAspect="1"/>
          </p:cNvPicPr>
          <p:nvPr/>
        </p:nvPicPr>
        <p:blipFill>
          <a:blip r:embed="rId8"/>
          <a:stretch>
            <a:fillRect/>
          </a:stretch>
        </p:blipFill>
        <p:spPr>
          <a:xfrm>
            <a:off x="161930" y="5301887"/>
            <a:ext cx="1669736" cy="849830"/>
          </a:xfrm>
          <a:prstGeom prst="roundRect">
            <a:avLst>
              <a:gd name="adj" fmla="val 50000"/>
            </a:avLst>
          </a:prstGeom>
        </p:spPr>
      </p:pic>
      <p:sp>
        <p:nvSpPr>
          <p:cNvPr id="72" name="Rectangle: Rounded Corners 71">
            <a:extLst>
              <a:ext uri="{FF2B5EF4-FFF2-40B4-BE49-F238E27FC236}">
                <a16:creationId xmlns:a16="http://schemas.microsoft.com/office/drawing/2014/main" id="{24E88035-B405-E936-0959-A1D0185F2964}"/>
              </a:ext>
            </a:extLst>
          </p:cNvPr>
          <p:cNvSpPr/>
          <p:nvPr/>
        </p:nvSpPr>
        <p:spPr>
          <a:xfrm>
            <a:off x="1401871" y="1797758"/>
            <a:ext cx="1198179" cy="641050"/>
          </a:xfrm>
          <a:prstGeom prst="roundRect">
            <a:avLst>
              <a:gd name="adj" fmla="val 34291"/>
            </a:avLst>
          </a:prstGeom>
          <a:solidFill>
            <a:schemeClr val="tx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Activity ID Created in CTT Request Tool</a:t>
            </a:r>
          </a:p>
        </p:txBody>
      </p:sp>
      <p:sp>
        <p:nvSpPr>
          <p:cNvPr id="73" name="Rectangle: Rounded Corners 72">
            <a:extLst>
              <a:ext uri="{FF2B5EF4-FFF2-40B4-BE49-F238E27FC236}">
                <a16:creationId xmlns:a16="http://schemas.microsoft.com/office/drawing/2014/main" id="{38A73C8F-C9A0-0325-412A-01A966BA8305}"/>
              </a:ext>
            </a:extLst>
          </p:cNvPr>
          <p:cNvSpPr/>
          <p:nvPr/>
        </p:nvSpPr>
        <p:spPr>
          <a:xfrm>
            <a:off x="1554517" y="3910785"/>
            <a:ext cx="1045533" cy="561826"/>
          </a:xfrm>
          <a:prstGeom prst="roundRect">
            <a:avLst>
              <a:gd name="adj" fmla="val 34291"/>
            </a:avLst>
          </a:prstGeom>
          <a:solidFill>
            <a:schemeClr val="tx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ID Request Sent for approval</a:t>
            </a:r>
          </a:p>
        </p:txBody>
      </p:sp>
      <p:sp>
        <p:nvSpPr>
          <p:cNvPr id="75" name="Rectangle: Rounded Corners 74">
            <a:extLst>
              <a:ext uri="{FF2B5EF4-FFF2-40B4-BE49-F238E27FC236}">
                <a16:creationId xmlns:a16="http://schemas.microsoft.com/office/drawing/2014/main" id="{DB12BF68-57CB-7718-D667-5859FEE2C269}"/>
              </a:ext>
            </a:extLst>
          </p:cNvPr>
          <p:cNvSpPr/>
          <p:nvPr/>
        </p:nvSpPr>
        <p:spPr>
          <a:xfrm>
            <a:off x="1554517" y="5226860"/>
            <a:ext cx="1116001" cy="680068"/>
          </a:xfrm>
          <a:prstGeom prst="roundRect">
            <a:avLst>
              <a:gd name="adj" fmla="val 34291"/>
            </a:avLst>
          </a:prstGeom>
          <a:solidFill>
            <a:schemeClr val="tx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ID Code updated in CTT Request Tool</a:t>
            </a:r>
          </a:p>
        </p:txBody>
      </p:sp>
      <p:grpSp>
        <p:nvGrpSpPr>
          <p:cNvPr id="86" name="Group 85">
            <a:extLst>
              <a:ext uri="{FF2B5EF4-FFF2-40B4-BE49-F238E27FC236}">
                <a16:creationId xmlns:a16="http://schemas.microsoft.com/office/drawing/2014/main" id="{66D73F89-27A3-74C6-F515-752A9B0CBBE7}"/>
              </a:ext>
            </a:extLst>
          </p:cNvPr>
          <p:cNvGrpSpPr/>
          <p:nvPr/>
        </p:nvGrpSpPr>
        <p:grpSpPr>
          <a:xfrm>
            <a:off x="10804456" y="512297"/>
            <a:ext cx="1145002" cy="189466"/>
            <a:chOff x="10810885" y="566871"/>
            <a:chExt cx="1145002" cy="189466"/>
          </a:xfrm>
        </p:grpSpPr>
        <p:sp>
          <p:nvSpPr>
            <p:cNvPr id="49" name="Rectangle: Rounded Corners 48">
              <a:extLst>
                <a:ext uri="{FF2B5EF4-FFF2-40B4-BE49-F238E27FC236}">
                  <a16:creationId xmlns:a16="http://schemas.microsoft.com/office/drawing/2014/main" id="{10E67AF3-6425-DCA6-5CF2-62596A3E691F}"/>
                </a:ext>
              </a:extLst>
            </p:cNvPr>
            <p:cNvSpPr/>
            <p:nvPr/>
          </p:nvSpPr>
          <p:spPr>
            <a:xfrm>
              <a:off x="10810885" y="566871"/>
              <a:ext cx="190800" cy="189466"/>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a:p>
          </p:txBody>
        </p:sp>
        <p:sp>
          <p:nvSpPr>
            <p:cNvPr id="79" name="TextBox 78">
              <a:extLst>
                <a:ext uri="{FF2B5EF4-FFF2-40B4-BE49-F238E27FC236}">
                  <a16:creationId xmlns:a16="http://schemas.microsoft.com/office/drawing/2014/main" id="{D2E5BA22-C454-6DEC-196F-FDEA7CC29856}"/>
                </a:ext>
              </a:extLst>
            </p:cNvPr>
            <p:cNvSpPr txBox="1"/>
            <p:nvPr/>
          </p:nvSpPr>
          <p:spPr>
            <a:xfrm>
              <a:off x="11102825" y="569271"/>
              <a:ext cx="853062" cy="184666"/>
            </a:xfrm>
            <a:prstGeom prst="rect">
              <a:avLst/>
            </a:prstGeom>
            <a:noFill/>
          </p:spPr>
          <p:txBody>
            <a:bodyPr wrap="square" rtlCol="0">
              <a:spAutoFit/>
            </a:bodyPr>
            <a:lstStyle/>
            <a:p>
              <a:r>
                <a:rPr lang="en-GB" sz="600" dirty="0">
                  <a:solidFill>
                    <a:schemeClr val="accent2"/>
                  </a:solidFill>
                  <a:latin typeface="+mn-lt"/>
                </a:rPr>
                <a:t>Automated</a:t>
              </a:r>
            </a:p>
          </p:txBody>
        </p:sp>
      </p:grpSp>
      <p:grpSp>
        <p:nvGrpSpPr>
          <p:cNvPr id="87" name="Group 86">
            <a:extLst>
              <a:ext uri="{FF2B5EF4-FFF2-40B4-BE49-F238E27FC236}">
                <a16:creationId xmlns:a16="http://schemas.microsoft.com/office/drawing/2014/main" id="{0CF2E13A-2E17-1A50-144A-5DC9F62033C8}"/>
              </a:ext>
            </a:extLst>
          </p:cNvPr>
          <p:cNvGrpSpPr/>
          <p:nvPr/>
        </p:nvGrpSpPr>
        <p:grpSpPr>
          <a:xfrm>
            <a:off x="10804456" y="748283"/>
            <a:ext cx="1649229" cy="189466"/>
            <a:chOff x="10810885" y="815100"/>
            <a:chExt cx="1649229" cy="189466"/>
          </a:xfrm>
        </p:grpSpPr>
        <p:sp>
          <p:nvSpPr>
            <p:cNvPr id="78" name="Rectangle: Rounded Corners 77">
              <a:extLst>
                <a:ext uri="{FF2B5EF4-FFF2-40B4-BE49-F238E27FC236}">
                  <a16:creationId xmlns:a16="http://schemas.microsoft.com/office/drawing/2014/main" id="{446922A6-5244-FD4D-C512-6D45ED2C8317}"/>
                </a:ext>
              </a:extLst>
            </p:cNvPr>
            <p:cNvSpPr/>
            <p:nvPr/>
          </p:nvSpPr>
          <p:spPr>
            <a:xfrm>
              <a:off x="10810885" y="815100"/>
              <a:ext cx="190800" cy="189466"/>
            </a:xfrm>
            <a:prstGeom prst="roundRect">
              <a:avLst/>
            </a:prstGeom>
            <a:solidFill>
              <a:schemeClr val="accent3">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a:p>
          </p:txBody>
        </p:sp>
        <p:sp>
          <p:nvSpPr>
            <p:cNvPr id="80" name="TextBox 79">
              <a:extLst>
                <a:ext uri="{FF2B5EF4-FFF2-40B4-BE49-F238E27FC236}">
                  <a16:creationId xmlns:a16="http://schemas.microsoft.com/office/drawing/2014/main" id="{69A356E5-31AC-1C65-8C16-3E24A21A279A}"/>
                </a:ext>
              </a:extLst>
            </p:cNvPr>
            <p:cNvSpPr txBox="1"/>
            <p:nvPr/>
          </p:nvSpPr>
          <p:spPr>
            <a:xfrm>
              <a:off x="11102825" y="817500"/>
              <a:ext cx="1357289" cy="184666"/>
            </a:xfrm>
            <a:prstGeom prst="rect">
              <a:avLst/>
            </a:prstGeom>
            <a:noFill/>
          </p:spPr>
          <p:txBody>
            <a:bodyPr wrap="square" rtlCol="0">
              <a:spAutoFit/>
            </a:bodyPr>
            <a:lstStyle/>
            <a:p>
              <a:r>
                <a:rPr lang="en-GB" sz="600" dirty="0">
                  <a:solidFill>
                    <a:schemeClr val="accent3">
                      <a:lumMod val="20000"/>
                      <a:lumOff val="80000"/>
                    </a:schemeClr>
                  </a:solidFill>
                  <a:latin typeface="+mn-lt"/>
                </a:rPr>
                <a:t>Marketing Team</a:t>
              </a:r>
            </a:p>
          </p:txBody>
        </p:sp>
      </p:grpSp>
      <p:grpSp>
        <p:nvGrpSpPr>
          <p:cNvPr id="88" name="Group 87">
            <a:extLst>
              <a:ext uri="{FF2B5EF4-FFF2-40B4-BE49-F238E27FC236}">
                <a16:creationId xmlns:a16="http://schemas.microsoft.com/office/drawing/2014/main" id="{5BFC98F0-AF75-E12D-8A42-18457E43D459}"/>
              </a:ext>
            </a:extLst>
          </p:cNvPr>
          <p:cNvGrpSpPr/>
          <p:nvPr/>
        </p:nvGrpSpPr>
        <p:grpSpPr>
          <a:xfrm>
            <a:off x="10804456" y="984269"/>
            <a:ext cx="1718803" cy="189466"/>
            <a:chOff x="10741311" y="1113173"/>
            <a:chExt cx="1718803" cy="189466"/>
          </a:xfrm>
        </p:grpSpPr>
        <p:sp>
          <p:nvSpPr>
            <p:cNvPr id="81" name="Rectangle: Rounded Corners 80">
              <a:extLst>
                <a:ext uri="{FF2B5EF4-FFF2-40B4-BE49-F238E27FC236}">
                  <a16:creationId xmlns:a16="http://schemas.microsoft.com/office/drawing/2014/main" id="{124CBB65-209A-C251-5CE0-698381E809BF}"/>
                </a:ext>
              </a:extLst>
            </p:cNvPr>
            <p:cNvSpPr/>
            <p:nvPr/>
          </p:nvSpPr>
          <p:spPr>
            <a:xfrm>
              <a:off x="10741311" y="1113173"/>
              <a:ext cx="190800" cy="189466"/>
            </a:xfrm>
            <a:prstGeom prst="roundRect">
              <a:avLst/>
            </a:prstGeom>
            <a:solidFill>
              <a:schemeClr val="accent5">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a:p>
          </p:txBody>
        </p:sp>
        <p:sp>
          <p:nvSpPr>
            <p:cNvPr id="82" name="TextBox 81">
              <a:extLst>
                <a:ext uri="{FF2B5EF4-FFF2-40B4-BE49-F238E27FC236}">
                  <a16:creationId xmlns:a16="http://schemas.microsoft.com/office/drawing/2014/main" id="{2B5F2B24-7010-FF65-6D37-477E04691AB9}"/>
                </a:ext>
              </a:extLst>
            </p:cNvPr>
            <p:cNvSpPr txBox="1"/>
            <p:nvPr/>
          </p:nvSpPr>
          <p:spPr>
            <a:xfrm>
              <a:off x="11102825" y="1115573"/>
              <a:ext cx="1357289" cy="184666"/>
            </a:xfrm>
            <a:prstGeom prst="rect">
              <a:avLst/>
            </a:prstGeom>
            <a:noFill/>
          </p:spPr>
          <p:txBody>
            <a:bodyPr wrap="square" rtlCol="0">
              <a:spAutoFit/>
            </a:bodyPr>
            <a:lstStyle/>
            <a:p>
              <a:r>
                <a:rPr lang="en-GB" sz="600" dirty="0">
                  <a:solidFill>
                    <a:schemeClr val="accent5"/>
                  </a:solidFill>
                  <a:latin typeface="+mn-lt"/>
                </a:rPr>
                <a:t>DART Team</a:t>
              </a:r>
            </a:p>
          </p:txBody>
        </p:sp>
      </p:grpSp>
      <p:sp>
        <p:nvSpPr>
          <p:cNvPr id="84" name="TextBox 83">
            <a:extLst>
              <a:ext uri="{FF2B5EF4-FFF2-40B4-BE49-F238E27FC236}">
                <a16:creationId xmlns:a16="http://schemas.microsoft.com/office/drawing/2014/main" id="{8EAAB302-6424-CBEC-EC73-A1254FAEE5EA}"/>
              </a:ext>
            </a:extLst>
          </p:cNvPr>
          <p:cNvSpPr txBox="1"/>
          <p:nvPr/>
        </p:nvSpPr>
        <p:spPr>
          <a:xfrm>
            <a:off x="10921978" y="-14030"/>
            <a:ext cx="853062" cy="246221"/>
          </a:xfrm>
          <a:prstGeom prst="rect">
            <a:avLst/>
          </a:prstGeom>
          <a:noFill/>
        </p:spPr>
        <p:txBody>
          <a:bodyPr wrap="square" rtlCol="0">
            <a:spAutoFit/>
          </a:bodyPr>
          <a:lstStyle/>
          <a:p>
            <a:r>
              <a:rPr lang="en-GB" sz="1000" dirty="0">
                <a:solidFill>
                  <a:schemeClr val="bg1"/>
                </a:solidFill>
                <a:latin typeface="+mn-lt"/>
              </a:rPr>
              <a:t>Legend</a:t>
            </a:r>
          </a:p>
        </p:txBody>
      </p:sp>
      <p:sp>
        <p:nvSpPr>
          <p:cNvPr id="89" name="Rectangle: Rounded Corners 88">
            <a:extLst>
              <a:ext uri="{FF2B5EF4-FFF2-40B4-BE49-F238E27FC236}">
                <a16:creationId xmlns:a16="http://schemas.microsoft.com/office/drawing/2014/main" id="{7C68F801-EC22-559C-1345-6C746FE487B7}"/>
              </a:ext>
            </a:extLst>
          </p:cNvPr>
          <p:cNvSpPr/>
          <p:nvPr/>
        </p:nvSpPr>
        <p:spPr>
          <a:xfrm>
            <a:off x="3971450" y="2070487"/>
            <a:ext cx="1116001" cy="522869"/>
          </a:xfrm>
          <a:prstGeom prst="roundRect">
            <a:avLst>
              <a:gd name="adj" fmla="val 34291"/>
            </a:avLst>
          </a:prstGeom>
          <a:solidFill>
            <a:schemeClr val="accent5">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CCID Created in CTT Generator</a:t>
            </a:r>
          </a:p>
        </p:txBody>
      </p:sp>
      <p:sp>
        <p:nvSpPr>
          <p:cNvPr id="92" name="Rectangle: Rounded Corners 91">
            <a:extLst>
              <a:ext uri="{FF2B5EF4-FFF2-40B4-BE49-F238E27FC236}">
                <a16:creationId xmlns:a16="http://schemas.microsoft.com/office/drawing/2014/main" id="{CD5B1916-A3E9-97AD-DD68-8773BF29AA75}"/>
              </a:ext>
            </a:extLst>
          </p:cNvPr>
          <p:cNvSpPr/>
          <p:nvPr/>
        </p:nvSpPr>
        <p:spPr>
          <a:xfrm>
            <a:off x="3996362" y="3279463"/>
            <a:ext cx="967603" cy="514977"/>
          </a:xfrm>
          <a:prstGeom prst="roundRect">
            <a:avLst>
              <a:gd name="adj" fmla="val 34291"/>
            </a:avLst>
          </a:prstGeom>
          <a:solidFill>
            <a:schemeClr val="accent5">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Activity ID Code Created</a:t>
            </a:r>
          </a:p>
        </p:txBody>
      </p:sp>
      <p:sp>
        <p:nvSpPr>
          <p:cNvPr id="97" name="Rectangle: Rounded Corners 96">
            <a:extLst>
              <a:ext uri="{FF2B5EF4-FFF2-40B4-BE49-F238E27FC236}">
                <a16:creationId xmlns:a16="http://schemas.microsoft.com/office/drawing/2014/main" id="{F638C9F8-D1BC-6F45-973E-2F0C13E7FB0B}"/>
              </a:ext>
            </a:extLst>
          </p:cNvPr>
          <p:cNvSpPr/>
          <p:nvPr/>
        </p:nvSpPr>
        <p:spPr>
          <a:xfrm>
            <a:off x="5808796" y="2458480"/>
            <a:ext cx="1116001" cy="522869"/>
          </a:xfrm>
          <a:prstGeom prst="roundRect">
            <a:avLst>
              <a:gd name="adj" fmla="val 34291"/>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2"/>
                </a:solidFill>
              </a:rPr>
              <a:t>Daily Pull from CTTG</a:t>
            </a:r>
          </a:p>
        </p:txBody>
      </p:sp>
      <p:sp>
        <p:nvSpPr>
          <p:cNvPr id="99" name="TextBox 98">
            <a:extLst>
              <a:ext uri="{FF2B5EF4-FFF2-40B4-BE49-F238E27FC236}">
                <a16:creationId xmlns:a16="http://schemas.microsoft.com/office/drawing/2014/main" id="{5A0D1C43-A896-4F70-272E-7A9DA0C57F49}"/>
              </a:ext>
            </a:extLst>
          </p:cNvPr>
          <p:cNvSpPr txBox="1"/>
          <p:nvPr/>
        </p:nvSpPr>
        <p:spPr>
          <a:xfrm>
            <a:off x="5808796" y="3139831"/>
            <a:ext cx="1351759" cy="1015663"/>
          </a:xfrm>
          <a:prstGeom prst="rect">
            <a:avLst/>
          </a:prstGeom>
          <a:noFill/>
        </p:spPr>
        <p:txBody>
          <a:bodyPr wrap="square" rtlCol="0">
            <a:spAutoFit/>
          </a:bodyPr>
          <a:lstStyle/>
          <a:p>
            <a:pPr marL="171450" indent="-171450">
              <a:buFont typeface="Arial" panose="020B0604020202020204" pitchFamily="34" charset="0"/>
              <a:buChar char="•"/>
            </a:pPr>
            <a:r>
              <a:rPr lang="en-GB" sz="1000" dirty="0">
                <a:latin typeface="+mn-lt"/>
              </a:rPr>
              <a:t>CCID </a:t>
            </a:r>
          </a:p>
          <a:p>
            <a:pPr marL="171450" indent="-171450">
              <a:buFont typeface="Arial" panose="020B0604020202020204" pitchFamily="34" charset="0"/>
              <a:buChar char="•"/>
            </a:pPr>
            <a:r>
              <a:rPr lang="en-GB" sz="1000" dirty="0">
                <a:latin typeface="+mn-lt"/>
              </a:rPr>
              <a:t>CCID Name</a:t>
            </a:r>
          </a:p>
          <a:p>
            <a:pPr marL="171450" indent="-171450">
              <a:buFont typeface="Arial" panose="020B0604020202020204" pitchFamily="34" charset="0"/>
              <a:buChar char="•"/>
            </a:pPr>
            <a:r>
              <a:rPr lang="en-GB" sz="1000" dirty="0">
                <a:latin typeface="+mn-lt"/>
              </a:rPr>
              <a:t>CCID Description</a:t>
            </a:r>
          </a:p>
          <a:p>
            <a:pPr marL="171450" indent="-171450">
              <a:buFont typeface="Arial" panose="020B0604020202020204" pitchFamily="34" charset="0"/>
              <a:buChar char="•"/>
            </a:pPr>
            <a:r>
              <a:rPr lang="en-GB" sz="1000" dirty="0">
                <a:latin typeface="+mn-lt"/>
              </a:rPr>
              <a:t>Campaign</a:t>
            </a:r>
          </a:p>
          <a:p>
            <a:pPr marL="171450" indent="-171450">
              <a:buFont typeface="Arial" panose="020B0604020202020204" pitchFamily="34" charset="0"/>
              <a:buChar char="•"/>
            </a:pPr>
            <a:r>
              <a:rPr lang="en-GB" sz="1000" dirty="0">
                <a:latin typeface="+mn-lt"/>
              </a:rPr>
              <a:t>Program</a:t>
            </a:r>
          </a:p>
          <a:p>
            <a:pPr marL="171450" indent="-171450">
              <a:buFont typeface="Arial" panose="020B0604020202020204" pitchFamily="34" charset="0"/>
              <a:buChar char="•"/>
            </a:pPr>
            <a:r>
              <a:rPr lang="en-GB" sz="1000" dirty="0">
                <a:latin typeface="+mn-lt"/>
              </a:rPr>
              <a:t>Live Dates</a:t>
            </a:r>
          </a:p>
        </p:txBody>
      </p:sp>
      <p:sp>
        <p:nvSpPr>
          <p:cNvPr id="100" name="Rectangle: Rounded Corners 99">
            <a:extLst>
              <a:ext uri="{FF2B5EF4-FFF2-40B4-BE49-F238E27FC236}">
                <a16:creationId xmlns:a16="http://schemas.microsoft.com/office/drawing/2014/main" id="{57004589-9496-CE86-D1CC-31A71AA164A9}"/>
              </a:ext>
            </a:extLst>
          </p:cNvPr>
          <p:cNvSpPr/>
          <p:nvPr/>
        </p:nvSpPr>
        <p:spPr>
          <a:xfrm>
            <a:off x="9438109" y="3160544"/>
            <a:ext cx="1441240" cy="510466"/>
          </a:xfrm>
          <a:prstGeom prst="roundRect">
            <a:avLst>
              <a:gd name="adj" fmla="val 34291"/>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2"/>
                </a:solidFill>
              </a:rPr>
              <a:t>Salesforce Campaign Created</a:t>
            </a:r>
          </a:p>
        </p:txBody>
      </p:sp>
      <p:pic>
        <p:nvPicPr>
          <p:cNvPr id="102" name="Picture 101">
            <a:extLst>
              <a:ext uri="{FF2B5EF4-FFF2-40B4-BE49-F238E27FC236}">
                <a16:creationId xmlns:a16="http://schemas.microsoft.com/office/drawing/2014/main" id="{747CF043-EC22-AD62-2EF7-B41C16C8E5C0}"/>
              </a:ext>
            </a:extLst>
          </p:cNvPr>
          <p:cNvPicPr>
            <a:picLocks noChangeAspect="1"/>
          </p:cNvPicPr>
          <p:nvPr/>
        </p:nvPicPr>
        <p:blipFill>
          <a:blip r:embed="rId9"/>
          <a:stretch>
            <a:fillRect/>
          </a:stretch>
        </p:blipFill>
        <p:spPr>
          <a:xfrm>
            <a:off x="7313405" y="4662059"/>
            <a:ext cx="3153633" cy="1015663"/>
          </a:xfrm>
          <a:prstGeom prst="roundRect">
            <a:avLst>
              <a:gd name="adj" fmla="val 50000"/>
            </a:avLst>
          </a:prstGeom>
        </p:spPr>
      </p:pic>
      <p:sp>
        <p:nvSpPr>
          <p:cNvPr id="41" name="TextBox 40">
            <a:extLst>
              <a:ext uri="{FF2B5EF4-FFF2-40B4-BE49-F238E27FC236}">
                <a16:creationId xmlns:a16="http://schemas.microsoft.com/office/drawing/2014/main" id="{7574BD19-0301-2FF7-4BBA-274C1EFC342C}"/>
              </a:ext>
            </a:extLst>
          </p:cNvPr>
          <p:cNvSpPr txBox="1"/>
          <p:nvPr/>
        </p:nvSpPr>
        <p:spPr>
          <a:xfrm>
            <a:off x="8977140" y="3866271"/>
            <a:ext cx="2752970" cy="1015663"/>
          </a:xfrm>
          <a:prstGeom prst="rect">
            <a:avLst/>
          </a:prstGeom>
          <a:noFill/>
        </p:spPr>
        <p:txBody>
          <a:bodyPr wrap="square" rtlCol="0">
            <a:spAutoFit/>
          </a:bodyPr>
          <a:lstStyle/>
          <a:p>
            <a:pPr marL="171450" indent="-171450">
              <a:buFont typeface="Arial" panose="020B0604020202020204" pitchFamily="34" charset="0"/>
              <a:buChar char="•"/>
            </a:pPr>
            <a:r>
              <a:rPr lang="en-GB" sz="1000" dirty="0">
                <a:latin typeface="+mn-lt"/>
              </a:rPr>
              <a:t>Campaign Name = Name</a:t>
            </a:r>
          </a:p>
          <a:p>
            <a:pPr marL="171450" indent="-171450">
              <a:buFont typeface="Arial" panose="020B0604020202020204" pitchFamily="34" charset="0"/>
              <a:buChar char="•"/>
            </a:pPr>
            <a:r>
              <a:rPr lang="en-GB" sz="1000" dirty="0">
                <a:latin typeface="+mn-lt"/>
              </a:rPr>
              <a:t>Campaign </a:t>
            </a:r>
            <a:r>
              <a:rPr lang="en-GB" sz="1000" dirty="0" err="1">
                <a:latin typeface="+mn-lt"/>
              </a:rPr>
              <a:t>Desc</a:t>
            </a:r>
            <a:r>
              <a:rPr lang="en-GB" sz="1000" dirty="0">
                <a:latin typeface="+mn-lt"/>
              </a:rPr>
              <a:t>. = Description</a:t>
            </a:r>
          </a:p>
          <a:p>
            <a:pPr marL="171450" indent="-171450">
              <a:buFont typeface="Arial" panose="020B0604020202020204" pitchFamily="34" charset="0"/>
              <a:buChar char="•"/>
            </a:pPr>
            <a:r>
              <a:rPr lang="en-GB" sz="1000" dirty="0">
                <a:latin typeface="+mn-lt"/>
              </a:rPr>
              <a:t>Cisco Global Campaign = Campaign</a:t>
            </a:r>
          </a:p>
          <a:p>
            <a:pPr marL="171450" indent="-171450">
              <a:buFont typeface="Arial" panose="020B0604020202020204" pitchFamily="34" charset="0"/>
              <a:buChar char="•"/>
            </a:pPr>
            <a:r>
              <a:rPr lang="en-GB" sz="1000" dirty="0">
                <a:latin typeface="+mn-lt"/>
              </a:rPr>
              <a:t>Marketing Program/Solution = Program</a:t>
            </a:r>
          </a:p>
          <a:p>
            <a:pPr marL="171450" indent="-171450">
              <a:buFont typeface="Arial" panose="020B0604020202020204" pitchFamily="34" charset="0"/>
              <a:buChar char="•"/>
            </a:pPr>
            <a:r>
              <a:rPr lang="en-GB" sz="1000" dirty="0">
                <a:latin typeface="+mn-lt"/>
              </a:rPr>
              <a:t>Campaign Code = CCID</a:t>
            </a:r>
          </a:p>
          <a:p>
            <a:pPr marL="171450" indent="-171450">
              <a:buFont typeface="Arial" panose="020B0604020202020204" pitchFamily="34" charset="0"/>
              <a:buChar char="•"/>
            </a:pPr>
            <a:r>
              <a:rPr lang="en-GB" sz="1000" dirty="0">
                <a:latin typeface="+mn-lt"/>
              </a:rPr>
              <a:t>Type = Activity</a:t>
            </a:r>
          </a:p>
        </p:txBody>
      </p:sp>
      <p:cxnSp>
        <p:nvCxnSpPr>
          <p:cNvPr id="104" name="Connector: Elbow 103">
            <a:extLst>
              <a:ext uri="{FF2B5EF4-FFF2-40B4-BE49-F238E27FC236}">
                <a16:creationId xmlns:a16="http://schemas.microsoft.com/office/drawing/2014/main" id="{6FCE4A2F-2984-F9BE-9794-65447E6F6032}"/>
              </a:ext>
            </a:extLst>
          </p:cNvPr>
          <p:cNvCxnSpPr>
            <a:stCxn id="72" idx="2"/>
            <a:endCxn id="73" idx="0"/>
          </p:cNvCxnSpPr>
          <p:nvPr/>
        </p:nvCxnSpPr>
        <p:spPr>
          <a:xfrm rot="16200000" flipH="1">
            <a:off x="1303134" y="3136634"/>
            <a:ext cx="1471977" cy="7632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Connector: Elbow 105">
            <a:extLst>
              <a:ext uri="{FF2B5EF4-FFF2-40B4-BE49-F238E27FC236}">
                <a16:creationId xmlns:a16="http://schemas.microsoft.com/office/drawing/2014/main" id="{8A7889D9-13D4-FB5F-A110-CE4F60BEE145}"/>
              </a:ext>
            </a:extLst>
          </p:cNvPr>
          <p:cNvCxnSpPr>
            <a:cxnSpLocks/>
            <a:stCxn id="73" idx="3"/>
            <a:endCxn id="89" idx="1"/>
          </p:cNvCxnSpPr>
          <p:nvPr/>
        </p:nvCxnSpPr>
        <p:spPr>
          <a:xfrm flipV="1">
            <a:off x="2600050" y="2331922"/>
            <a:ext cx="1371400" cy="1859776"/>
          </a:xfrm>
          <a:prstGeom prst="bentConnector3">
            <a:avLst>
              <a:gd name="adj1" fmla="val 3709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Connector: Elbow 108">
            <a:extLst>
              <a:ext uri="{FF2B5EF4-FFF2-40B4-BE49-F238E27FC236}">
                <a16:creationId xmlns:a16="http://schemas.microsoft.com/office/drawing/2014/main" id="{D8523C5C-BBAA-90B9-68F2-046110B51B1A}"/>
              </a:ext>
            </a:extLst>
          </p:cNvPr>
          <p:cNvCxnSpPr>
            <a:stCxn id="89" idx="2"/>
            <a:endCxn id="92" idx="0"/>
          </p:cNvCxnSpPr>
          <p:nvPr/>
        </p:nvCxnSpPr>
        <p:spPr>
          <a:xfrm rot="5400000">
            <a:off x="4161755" y="2911766"/>
            <a:ext cx="686107" cy="49287"/>
          </a:xfrm>
          <a:prstGeom prst="bentConnector3">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11" name="Connector: Elbow 110">
            <a:extLst>
              <a:ext uri="{FF2B5EF4-FFF2-40B4-BE49-F238E27FC236}">
                <a16:creationId xmlns:a16="http://schemas.microsoft.com/office/drawing/2014/main" id="{34AD3C91-83B0-8C84-BAE8-0F271A6F0329}"/>
              </a:ext>
            </a:extLst>
          </p:cNvPr>
          <p:cNvCxnSpPr>
            <a:cxnSpLocks/>
            <a:stCxn id="92" idx="2"/>
            <a:endCxn id="75" idx="3"/>
          </p:cNvCxnSpPr>
          <p:nvPr/>
        </p:nvCxnSpPr>
        <p:spPr>
          <a:xfrm rot="5400000">
            <a:off x="2689114" y="3775844"/>
            <a:ext cx="1772454" cy="180964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Connector: Elbow 115">
            <a:extLst>
              <a:ext uri="{FF2B5EF4-FFF2-40B4-BE49-F238E27FC236}">
                <a16:creationId xmlns:a16="http://schemas.microsoft.com/office/drawing/2014/main" id="{C1C0B19F-791A-7828-6EDD-03D9C8A4ACD0}"/>
              </a:ext>
            </a:extLst>
          </p:cNvPr>
          <p:cNvCxnSpPr>
            <a:cxnSpLocks/>
            <a:stCxn id="89" idx="3"/>
            <a:endCxn id="97" idx="1"/>
          </p:cNvCxnSpPr>
          <p:nvPr/>
        </p:nvCxnSpPr>
        <p:spPr>
          <a:xfrm>
            <a:off x="5087451" y="2331922"/>
            <a:ext cx="721345" cy="387993"/>
          </a:xfrm>
          <a:prstGeom prst="bentConnector3">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2" name="Connector: Elbow 121">
            <a:extLst>
              <a:ext uri="{FF2B5EF4-FFF2-40B4-BE49-F238E27FC236}">
                <a16:creationId xmlns:a16="http://schemas.microsoft.com/office/drawing/2014/main" id="{5ECBFB75-D6D8-AEFE-54FE-72A4433971B8}"/>
              </a:ext>
            </a:extLst>
          </p:cNvPr>
          <p:cNvCxnSpPr>
            <a:stCxn id="97" idx="3"/>
            <a:endCxn id="100" idx="1"/>
          </p:cNvCxnSpPr>
          <p:nvPr/>
        </p:nvCxnSpPr>
        <p:spPr>
          <a:xfrm>
            <a:off x="6924797" y="2719915"/>
            <a:ext cx="2513312" cy="695862"/>
          </a:xfrm>
          <a:prstGeom prst="bentConnector3">
            <a:avLst/>
          </a:prstGeom>
          <a:ln>
            <a:tailEnd type="triangle"/>
          </a:ln>
        </p:spPr>
        <p:style>
          <a:lnRef idx="1">
            <a:schemeClr val="accent2"/>
          </a:lnRef>
          <a:fillRef idx="0">
            <a:schemeClr val="accent2"/>
          </a:fillRef>
          <a:effectRef idx="0">
            <a:schemeClr val="accent2"/>
          </a:effectRef>
          <a:fontRef idx="minor">
            <a:schemeClr val="tx1"/>
          </a:fontRef>
        </p:style>
      </p:cxnSp>
      <p:sp>
        <p:nvSpPr>
          <p:cNvPr id="7" name="TextBox 6">
            <a:extLst>
              <a:ext uri="{FF2B5EF4-FFF2-40B4-BE49-F238E27FC236}">
                <a16:creationId xmlns:a16="http://schemas.microsoft.com/office/drawing/2014/main" id="{30896A5A-ADB2-BBAD-6C22-AD9D52C55DEC}"/>
              </a:ext>
            </a:extLst>
          </p:cNvPr>
          <p:cNvSpPr txBox="1"/>
          <p:nvPr/>
        </p:nvSpPr>
        <p:spPr>
          <a:xfrm>
            <a:off x="8064676" y="2641877"/>
            <a:ext cx="1737360" cy="553998"/>
          </a:xfrm>
          <a:prstGeom prst="rect">
            <a:avLst/>
          </a:prstGeom>
          <a:noFill/>
        </p:spPr>
        <p:txBody>
          <a:bodyPr wrap="square" rtlCol="0">
            <a:spAutoFit/>
          </a:bodyPr>
          <a:lstStyle/>
          <a:p>
            <a:pPr algn="ctr"/>
            <a:r>
              <a:rPr lang="en-GB" sz="1000" dirty="0">
                <a:latin typeface="+mn-lt"/>
              </a:rPr>
              <a:t>SFDC Campaign ID passed back to Tray for reference</a:t>
            </a:r>
          </a:p>
        </p:txBody>
      </p:sp>
    </p:spTree>
    <p:extLst>
      <p:ext uri="{BB962C8B-B14F-4D97-AF65-F5344CB8AC3E}">
        <p14:creationId xmlns:p14="http://schemas.microsoft.com/office/powerpoint/2010/main" val="17087697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B6A6C21-CBA6-F11B-6BD4-38294129D25A}"/>
              </a:ext>
            </a:extLst>
          </p:cNvPr>
          <p:cNvSpPr>
            <a:spLocks noGrp="1"/>
          </p:cNvSpPr>
          <p:nvPr>
            <p:ph type="body" sz="quarter" idx="82"/>
          </p:nvPr>
        </p:nvSpPr>
        <p:spPr/>
        <p:txBody>
          <a:bodyPr/>
          <a:lstStyle/>
          <a:p>
            <a:r>
              <a:rPr lang="en-GB" dirty="0"/>
              <a:t>Salesforce Campaign – Aligned to CCID</a:t>
            </a:r>
          </a:p>
        </p:txBody>
      </p:sp>
      <p:pic>
        <p:nvPicPr>
          <p:cNvPr id="31" name="Picture 30" descr="Logo, company name&#10;&#10;Description automatically generated">
            <a:extLst>
              <a:ext uri="{FF2B5EF4-FFF2-40B4-BE49-F238E27FC236}">
                <a16:creationId xmlns:a16="http://schemas.microsoft.com/office/drawing/2014/main" id="{807943B5-D00D-1777-BB71-08FF188375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5685" y="1062794"/>
            <a:ext cx="1344822" cy="922917"/>
          </a:xfrm>
          <a:prstGeom prst="roundRect">
            <a:avLst>
              <a:gd name="adj" fmla="val 50000"/>
            </a:avLst>
          </a:prstGeom>
        </p:spPr>
      </p:pic>
      <p:pic>
        <p:nvPicPr>
          <p:cNvPr id="33" name="Picture 32" descr="Diagram&#10;&#10;Description automatically generated">
            <a:extLst>
              <a:ext uri="{FF2B5EF4-FFF2-40B4-BE49-F238E27FC236}">
                <a16:creationId xmlns:a16="http://schemas.microsoft.com/office/drawing/2014/main" id="{1285B1EB-662D-D51D-9196-21CCEB3605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95613" y="966899"/>
            <a:ext cx="1420702" cy="1114705"/>
          </a:xfrm>
          <a:prstGeom prst="rect">
            <a:avLst/>
          </a:prstGeom>
        </p:spPr>
      </p:pic>
      <p:sp>
        <p:nvSpPr>
          <p:cNvPr id="34" name="TextBox 33">
            <a:extLst>
              <a:ext uri="{FF2B5EF4-FFF2-40B4-BE49-F238E27FC236}">
                <a16:creationId xmlns:a16="http://schemas.microsoft.com/office/drawing/2014/main" id="{5C11A329-F5FA-3BBC-819E-E225C8676C4F}"/>
              </a:ext>
            </a:extLst>
          </p:cNvPr>
          <p:cNvSpPr txBox="1"/>
          <p:nvPr/>
        </p:nvSpPr>
        <p:spPr>
          <a:xfrm>
            <a:off x="3677169" y="1339585"/>
            <a:ext cx="4761781" cy="369332"/>
          </a:xfrm>
          <a:prstGeom prst="rect">
            <a:avLst/>
          </a:prstGeom>
          <a:gradFill flip="none" rotWithShape="1">
            <a:gsLst>
              <a:gs pos="61000">
                <a:schemeClr val="accent4">
                  <a:lumMod val="95000"/>
                  <a:lumOff val="5000"/>
                </a:schemeClr>
              </a:gs>
              <a:gs pos="100000">
                <a:schemeClr val="accent4">
                  <a:lumMod val="60000"/>
                </a:schemeClr>
              </a:gs>
            </a:gsLst>
            <a:path path="circle">
              <a:fillToRect l="50000" t="130000" r="50000" b="-30000"/>
            </a:path>
            <a:tileRect/>
          </a:gradFill>
          <a:scene3d>
            <a:camera prst="orthographicFront"/>
            <a:lightRig rig="threePt" dir="t"/>
          </a:scene3d>
          <a:sp3d>
            <a:bevelT prst="angle"/>
            <a:bevelB/>
          </a:sp3d>
        </p:spPr>
        <p:txBody>
          <a:bodyPr wrap="square" rtlCol="0">
            <a:spAutoFit/>
          </a:bodyPr>
          <a:lstStyle/>
          <a:p>
            <a:pPr algn="ctr"/>
            <a:r>
              <a:rPr lang="en-GB" b="1" dirty="0">
                <a:latin typeface="+mn-lt"/>
              </a:rPr>
              <a:t>Data Attributes Example</a:t>
            </a:r>
          </a:p>
        </p:txBody>
      </p:sp>
      <p:sp>
        <p:nvSpPr>
          <p:cNvPr id="35" name="TextBox 34">
            <a:extLst>
              <a:ext uri="{FF2B5EF4-FFF2-40B4-BE49-F238E27FC236}">
                <a16:creationId xmlns:a16="http://schemas.microsoft.com/office/drawing/2014/main" id="{7DC30FBB-44E9-B36A-DA33-EBD33D6EF759}"/>
              </a:ext>
            </a:extLst>
          </p:cNvPr>
          <p:cNvSpPr txBox="1"/>
          <p:nvPr/>
        </p:nvSpPr>
        <p:spPr>
          <a:xfrm>
            <a:off x="8930640" y="208160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Campaign Name</a:t>
            </a:r>
          </a:p>
        </p:txBody>
      </p:sp>
      <p:sp>
        <p:nvSpPr>
          <p:cNvPr id="36" name="TextBox 35">
            <a:extLst>
              <a:ext uri="{FF2B5EF4-FFF2-40B4-BE49-F238E27FC236}">
                <a16:creationId xmlns:a16="http://schemas.microsoft.com/office/drawing/2014/main" id="{97043CA2-FC2A-A6EB-202B-DD6589FC004D}"/>
              </a:ext>
            </a:extLst>
          </p:cNvPr>
          <p:cNvSpPr txBox="1"/>
          <p:nvPr/>
        </p:nvSpPr>
        <p:spPr>
          <a:xfrm>
            <a:off x="8930640" y="256101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Description</a:t>
            </a:r>
          </a:p>
        </p:txBody>
      </p:sp>
      <p:sp>
        <p:nvSpPr>
          <p:cNvPr id="37" name="TextBox 36">
            <a:extLst>
              <a:ext uri="{FF2B5EF4-FFF2-40B4-BE49-F238E27FC236}">
                <a16:creationId xmlns:a16="http://schemas.microsoft.com/office/drawing/2014/main" id="{CE1B25D2-836C-7688-8EC6-38E8442D947F}"/>
              </a:ext>
            </a:extLst>
          </p:cNvPr>
          <p:cNvSpPr txBox="1"/>
          <p:nvPr/>
        </p:nvSpPr>
        <p:spPr>
          <a:xfrm>
            <a:off x="8930640" y="3040428"/>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Type</a:t>
            </a:r>
          </a:p>
        </p:txBody>
      </p:sp>
      <p:sp>
        <p:nvSpPr>
          <p:cNvPr id="38" name="TextBox 37">
            <a:extLst>
              <a:ext uri="{FF2B5EF4-FFF2-40B4-BE49-F238E27FC236}">
                <a16:creationId xmlns:a16="http://schemas.microsoft.com/office/drawing/2014/main" id="{36FFAF82-9C58-7B51-7879-6E985B44CA20}"/>
              </a:ext>
            </a:extLst>
          </p:cNvPr>
          <p:cNvSpPr txBox="1"/>
          <p:nvPr/>
        </p:nvSpPr>
        <p:spPr>
          <a:xfrm>
            <a:off x="8930640" y="3519840"/>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Cisco Global Campaign</a:t>
            </a:r>
          </a:p>
        </p:txBody>
      </p:sp>
      <p:sp>
        <p:nvSpPr>
          <p:cNvPr id="39" name="TextBox 38">
            <a:extLst>
              <a:ext uri="{FF2B5EF4-FFF2-40B4-BE49-F238E27FC236}">
                <a16:creationId xmlns:a16="http://schemas.microsoft.com/office/drawing/2014/main" id="{FFCA3794-C342-0A31-FEAE-5055C77319DD}"/>
              </a:ext>
            </a:extLst>
          </p:cNvPr>
          <p:cNvSpPr txBox="1"/>
          <p:nvPr/>
        </p:nvSpPr>
        <p:spPr>
          <a:xfrm>
            <a:off x="8930640" y="3999252"/>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Marketing Program/Solution</a:t>
            </a:r>
          </a:p>
        </p:txBody>
      </p:sp>
      <p:sp>
        <p:nvSpPr>
          <p:cNvPr id="40" name="TextBox 39">
            <a:extLst>
              <a:ext uri="{FF2B5EF4-FFF2-40B4-BE49-F238E27FC236}">
                <a16:creationId xmlns:a16="http://schemas.microsoft.com/office/drawing/2014/main" id="{2A73A469-A7A0-63E9-541D-2A7666243DF8}"/>
              </a:ext>
            </a:extLst>
          </p:cNvPr>
          <p:cNvSpPr txBox="1"/>
          <p:nvPr/>
        </p:nvSpPr>
        <p:spPr>
          <a:xfrm>
            <a:off x="8930640" y="447866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Campaign Name</a:t>
            </a:r>
          </a:p>
        </p:txBody>
      </p:sp>
      <p:sp>
        <p:nvSpPr>
          <p:cNvPr id="41" name="TextBox 40">
            <a:extLst>
              <a:ext uri="{FF2B5EF4-FFF2-40B4-BE49-F238E27FC236}">
                <a16:creationId xmlns:a16="http://schemas.microsoft.com/office/drawing/2014/main" id="{F6D54A8F-64AD-4F67-3C0E-F10BF13E0838}"/>
              </a:ext>
            </a:extLst>
          </p:cNvPr>
          <p:cNvSpPr txBox="1"/>
          <p:nvPr/>
        </p:nvSpPr>
        <p:spPr>
          <a:xfrm>
            <a:off x="8930640" y="495807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Active	</a:t>
            </a:r>
          </a:p>
        </p:txBody>
      </p:sp>
      <p:sp>
        <p:nvSpPr>
          <p:cNvPr id="42" name="TextBox 41">
            <a:extLst>
              <a:ext uri="{FF2B5EF4-FFF2-40B4-BE49-F238E27FC236}">
                <a16:creationId xmlns:a16="http://schemas.microsoft.com/office/drawing/2014/main" id="{68CE020E-72AF-FFA2-BAD6-BCDE6F85483E}"/>
              </a:ext>
            </a:extLst>
          </p:cNvPr>
          <p:cNvSpPr txBox="1"/>
          <p:nvPr/>
        </p:nvSpPr>
        <p:spPr>
          <a:xfrm>
            <a:off x="8930640" y="5437488"/>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Campaign Code	</a:t>
            </a:r>
          </a:p>
        </p:txBody>
      </p:sp>
      <p:sp>
        <p:nvSpPr>
          <p:cNvPr id="43" name="TextBox 42">
            <a:extLst>
              <a:ext uri="{FF2B5EF4-FFF2-40B4-BE49-F238E27FC236}">
                <a16:creationId xmlns:a16="http://schemas.microsoft.com/office/drawing/2014/main" id="{E62A0DD6-0647-F7F0-07B2-64C4E104B626}"/>
              </a:ext>
            </a:extLst>
          </p:cNvPr>
          <p:cNvSpPr txBox="1"/>
          <p:nvPr/>
        </p:nvSpPr>
        <p:spPr>
          <a:xfrm>
            <a:off x="8930640" y="5916897"/>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End Date	</a:t>
            </a:r>
          </a:p>
        </p:txBody>
      </p:sp>
      <p:sp>
        <p:nvSpPr>
          <p:cNvPr id="44" name="TextBox 43">
            <a:extLst>
              <a:ext uri="{FF2B5EF4-FFF2-40B4-BE49-F238E27FC236}">
                <a16:creationId xmlns:a16="http://schemas.microsoft.com/office/drawing/2014/main" id="{127DFE6F-7CD3-0765-D996-F7D8A092DF0B}"/>
              </a:ext>
            </a:extLst>
          </p:cNvPr>
          <p:cNvSpPr txBox="1"/>
          <p:nvPr/>
        </p:nvSpPr>
        <p:spPr>
          <a:xfrm>
            <a:off x="375920" y="208160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Activity Name</a:t>
            </a:r>
          </a:p>
        </p:txBody>
      </p:sp>
      <p:sp>
        <p:nvSpPr>
          <p:cNvPr id="45" name="TextBox 44">
            <a:extLst>
              <a:ext uri="{FF2B5EF4-FFF2-40B4-BE49-F238E27FC236}">
                <a16:creationId xmlns:a16="http://schemas.microsoft.com/office/drawing/2014/main" id="{96BEE160-A553-69AC-1BFC-2ADF626E093F}"/>
              </a:ext>
            </a:extLst>
          </p:cNvPr>
          <p:cNvSpPr txBox="1"/>
          <p:nvPr/>
        </p:nvSpPr>
        <p:spPr>
          <a:xfrm>
            <a:off x="375920" y="256101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Description</a:t>
            </a:r>
          </a:p>
        </p:txBody>
      </p:sp>
      <p:sp>
        <p:nvSpPr>
          <p:cNvPr id="47" name="TextBox 46">
            <a:extLst>
              <a:ext uri="{FF2B5EF4-FFF2-40B4-BE49-F238E27FC236}">
                <a16:creationId xmlns:a16="http://schemas.microsoft.com/office/drawing/2014/main" id="{FAA015D2-6069-8C9D-7FCF-FEA08C289C2A}"/>
              </a:ext>
            </a:extLst>
          </p:cNvPr>
          <p:cNvSpPr txBox="1"/>
          <p:nvPr/>
        </p:nvSpPr>
        <p:spPr>
          <a:xfrm>
            <a:off x="375920" y="3519840"/>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Campaign</a:t>
            </a:r>
          </a:p>
        </p:txBody>
      </p:sp>
      <p:sp>
        <p:nvSpPr>
          <p:cNvPr id="48" name="TextBox 47">
            <a:extLst>
              <a:ext uri="{FF2B5EF4-FFF2-40B4-BE49-F238E27FC236}">
                <a16:creationId xmlns:a16="http://schemas.microsoft.com/office/drawing/2014/main" id="{006D14D8-73F0-3D31-A7F7-4EEB2A3EAB5D}"/>
              </a:ext>
            </a:extLst>
          </p:cNvPr>
          <p:cNvSpPr txBox="1"/>
          <p:nvPr/>
        </p:nvSpPr>
        <p:spPr>
          <a:xfrm>
            <a:off x="375920" y="3999252"/>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Program</a:t>
            </a:r>
          </a:p>
        </p:txBody>
      </p:sp>
      <p:sp>
        <p:nvSpPr>
          <p:cNvPr id="49" name="TextBox 48">
            <a:extLst>
              <a:ext uri="{FF2B5EF4-FFF2-40B4-BE49-F238E27FC236}">
                <a16:creationId xmlns:a16="http://schemas.microsoft.com/office/drawing/2014/main" id="{07CB45BA-5327-D8C9-B344-E69774635195}"/>
              </a:ext>
            </a:extLst>
          </p:cNvPr>
          <p:cNvSpPr txBox="1"/>
          <p:nvPr/>
        </p:nvSpPr>
        <p:spPr>
          <a:xfrm>
            <a:off x="375920" y="447866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Activity Name</a:t>
            </a:r>
          </a:p>
        </p:txBody>
      </p:sp>
      <p:sp>
        <p:nvSpPr>
          <p:cNvPr id="50" name="TextBox 49">
            <a:extLst>
              <a:ext uri="{FF2B5EF4-FFF2-40B4-BE49-F238E27FC236}">
                <a16:creationId xmlns:a16="http://schemas.microsoft.com/office/drawing/2014/main" id="{BA7372B0-40BF-D15A-04F3-FF1F54AF10EC}"/>
              </a:ext>
            </a:extLst>
          </p:cNvPr>
          <p:cNvSpPr txBox="1"/>
          <p:nvPr/>
        </p:nvSpPr>
        <p:spPr>
          <a:xfrm>
            <a:off x="375920" y="495807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Activated</a:t>
            </a:r>
          </a:p>
        </p:txBody>
      </p:sp>
      <p:sp>
        <p:nvSpPr>
          <p:cNvPr id="51" name="TextBox 50">
            <a:extLst>
              <a:ext uri="{FF2B5EF4-FFF2-40B4-BE49-F238E27FC236}">
                <a16:creationId xmlns:a16="http://schemas.microsoft.com/office/drawing/2014/main" id="{7BFD9122-BEA1-ABA6-A7E6-130A93573EC1}"/>
              </a:ext>
            </a:extLst>
          </p:cNvPr>
          <p:cNvSpPr txBox="1"/>
          <p:nvPr/>
        </p:nvSpPr>
        <p:spPr>
          <a:xfrm>
            <a:off x="375920" y="5437488"/>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ID	</a:t>
            </a:r>
          </a:p>
        </p:txBody>
      </p:sp>
      <p:sp>
        <p:nvSpPr>
          <p:cNvPr id="52" name="TextBox 51">
            <a:extLst>
              <a:ext uri="{FF2B5EF4-FFF2-40B4-BE49-F238E27FC236}">
                <a16:creationId xmlns:a16="http://schemas.microsoft.com/office/drawing/2014/main" id="{EABEBD91-78A3-BA09-3BC9-F27007EBEE49}"/>
              </a:ext>
            </a:extLst>
          </p:cNvPr>
          <p:cNvSpPr txBox="1"/>
          <p:nvPr/>
        </p:nvSpPr>
        <p:spPr>
          <a:xfrm>
            <a:off x="375920" y="5916897"/>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Expiration Date	</a:t>
            </a:r>
          </a:p>
        </p:txBody>
      </p:sp>
      <p:sp>
        <p:nvSpPr>
          <p:cNvPr id="53" name="TextBox 52">
            <a:extLst>
              <a:ext uri="{FF2B5EF4-FFF2-40B4-BE49-F238E27FC236}">
                <a16:creationId xmlns:a16="http://schemas.microsoft.com/office/drawing/2014/main" id="{8A65FBC6-D7EC-574C-48CB-C65CAAB5727F}"/>
              </a:ext>
            </a:extLst>
          </p:cNvPr>
          <p:cNvSpPr txBox="1"/>
          <p:nvPr/>
        </p:nvSpPr>
        <p:spPr>
          <a:xfrm>
            <a:off x="3823590" y="2081604"/>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b="0" i="0" dirty="0">
                <a:solidFill>
                  <a:srgbClr val="181818"/>
                </a:solidFill>
                <a:effectLst/>
                <a:latin typeface="-apple-system"/>
              </a:rPr>
              <a:t>Hybrid Work Content Syndication - </a:t>
            </a:r>
            <a:r>
              <a:rPr lang="en-GB" b="0" i="0" dirty="0" err="1">
                <a:solidFill>
                  <a:srgbClr val="181818"/>
                </a:solidFill>
                <a:effectLst/>
                <a:latin typeface="-apple-system"/>
              </a:rPr>
              <a:t>Handraisers</a:t>
            </a:r>
            <a:endParaRPr lang="en-GB" dirty="0">
              <a:latin typeface="+mn-lt"/>
            </a:endParaRPr>
          </a:p>
        </p:txBody>
      </p:sp>
      <p:sp>
        <p:nvSpPr>
          <p:cNvPr id="54" name="TextBox 53">
            <a:extLst>
              <a:ext uri="{FF2B5EF4-FFF2-40B4-BE49-F238E27FC236}">
                <a16:creationId xmlns:a16="http://schemas.microsoft.com/office/drawing/2014/main" id="{C67307A1-C9F9-5CE3-4378-166EDEE8AF3D}"/>
              </a:ext>
            </a:extLst>
          </p:cNvPr>
          <p:cNvSpPr txBox="1"/>
          <p:nvPr/>
        </p:nvSpPr>
        <p:spPr>
          <a:xfrm>
            <a:off x="3823590" y="2561016"/>
            <a:ext cx="4572000" cy="37080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US" sz="800" b="0" i="0" dirty="0">
                <a:solidFill>
                  <a:srgbClr val="181818"/>
                </a:solidFill>
                <a:effectLst/>
                <a:latin typeface="-apple-system"/>
              </a:rPr>
              <a:t>These are </a:t>
            </a:r>
            <a:r>
              <a:rPr lang="en-US" sz="800" b="0" i="0" dirty="0" err="1">
                <a:solidFill>
                  <a:srgbClr val="181818"/>
                </a:solidFill>
                <a:effectLst/>
                <a:latin typeface="-apple-system"/>
              </a:rPr>
              <a:t>handraisers</a:t>
            </a:r>
            <a:r>
              <a:rPr lang="en-US" sz="800" b="0" i="0" dirty="0">
                <a:solidFill>
                  <a:srgbClr val="181818"/>
                </a:solidFill>
                <a:effectLst/>
                <a:latin typeface="-apple-system"/>
              </a:rPr>
              <a:t> who have downloaded a piece of content from the Foundry Hybrid Work content syndication campaign and indicated that they would like to speak to sales about Hybrid Work</a:t>
            </a:r>
            <a:endParaRPr lang="en-GB" sz="800" dirty="0">
              <a:latin typeface="+mn-lt"/>
            </a:endParaRPr>
          </a:p>
        </p:txBody>
      </p:sp>
      <p:sp>
        <p:nvSpPr>
          <p:cNvPr id="55" name="TextBox 54">
            <a:extLst>
              <a:ext uri="{FF2B5EF4-FFF2-40B4-BE49-F238E27FC236}">
                <a16:creationId xmlns:a16="http://schemas.microsoft.com/office/drawing/2014/main" id="{02C35433-C25C-1DA7-FF02-94AB37A124BE}"/>
              </a:ext>
            </a:extLst>
          </p:cNvPr>
          <p:cNvSpPr txBox="1"/>
          <p:nvPr/>
        </p:nvSpPr>
        <p:spPr>
          <a:xfrm>
            <a:off x="3823590" y="3040428"/>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Activity (Default Value from CCID)</a:t>
            </a:r>
          </a:p>
        </p:txBody>
      </p:sp>
      <p:sp>
        <p:nvSpPr>
          <p:cNvPr id="56" name="TextBox 55">
            <a:extLst>
              <a:ext uri="{FF2B5EF4-FFF2-40B4-BE49-F238E27FC236}">
                <a16:creationId xmlns:a16="http://schemas.microsoft.com/office/drawing/2014/main" id="{FB099923-2CC7-66F8-26E0-65E6A5A2B977}"/>
              </a:ext>
            </a:extLst>
          </p:cNvPr>
          <p:cNvSpPr txBox="1"/>
          <p:nvPr/>
        </p:nvSpPr>
        <p:spPr>
          <a:xfrm>
            <a:off x="3823590" y="3519840"/>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b="0" i="0" dirty="0">
                <a:solidFill>
                  <a:srgbClr val="181818"/>
                </a:solidFill>
                <a:effectLst/>
                <a:latin typeface="-apple-system"/>
              </a:rPr>
              <a:t>Power Hybrid Work</a:t>
            </a:r>
            <a:endParaRPr lang="en-GB" dirty="0">
              <a:latin typeface="+mn-lt"/>
            </a:endParaRPr>
          </a:p>
        </p:txBody>
      </p:sp>
      <p:sp>
        <p:nvSpPr>
          <p:cNvPr id="57" name="TextBox 56">
            <a:extLst>
              <a:ext uri="{FF2B5EF4-FFF2-40B4-BE49-F238E27FC236}">
                <a16:creationId xmlns:a16="http://schemas.microsoft.com/office/drawing/2014/main" id="{3837D431-F4AF-8EFD-EEC8-2D52715FB3B3}"/>
              </a:ext>
            </a:extLst>
          </p:cNvPr>
          <p:cNvSpPr txBox="1"/>
          <p:nvPr/>
        </p:nvSpPr>
        <p:spPr>
          <a:xfrm>
            <a:off x="3823590" y="3999252"/>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b="0" i="0" dirty="0">
                <a:solidFill>
                  <a:srgbClr val="181818"/>
                </a:solidFill>
                <a:effectLst/>
                <a:latin typeface="-apple-system"/>
              </a:rPr>
              <a:t>Hybrid Work</a:t>
            </a:r>
            <a:endParaRPr lang="en-GB" dirty="0">
              <a:latin typeface="+mn-lt"/>
            </a:endParaRPr>
          </a:p>
        </p:txBody>
      </p:sp>
      <p:sp>
        <p:nvSpPr>
          <p:cNvPr id="58" name="TextBox 57">
            <a:extLst>
              <a:ext uri="{FF2B5EF4-FFF2-40B4-BE49-F238E27FC236}">
                <a16:creationId xmlns:a16="http://schemas.microsoft.com/office/drawing/2014/main" id="{864D9FCF-20D3-B9BA-8A22-2DC63153F18A}"/>
              </a:ext>
            </a:extLst>
          </p:cNvPr>
          <p:cNvSpPr txBox="1"/>
          <p:nvPr/>
        </p:nvSpPr>
        <p:spPr>
          <a:xfrm>
            <a:off x="3823590" y="4478664"/>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b="0" i="0" dirty="0">
                <a:solidFill>
                  <a:srgbClr val="181818"/>
                </a:solidFill>
                <a:effectLst/>
                <a:latin typeface="-apple-system"/>
              </a:rPr>
              <a:t>Hybrid Work Content Syndication - </a:t>
            </a:r>
            <a:r>
              <a:rPr lang="en-GB" b="0" i="0" dirty="0" err="1">
                <a:solidFill>
                  <a:srgbClr val="181818"/>
                </a:solidFill>
                <a:effectLst/>
                <a:latin typeface="-apple-system"/>
              </a:rPr>
              <a:t>Handraisers</a:t>
            </a:r>
            <a:endParaRPr lang="en-GB" dirty="0">
              <a:latin typeface="+mn-lt"/>
            </a:endParaRPr>
          </a:p>
        </p:txBody>
      </p:sp>
      <p:sp>
        <p:nvSpPr>
          <p:cNvPr id="59" name="TextBox 58">
            <a:extLst>
              <a:ext uri="{FF2B5EF4-FFF2-40B4-BE49-F238E27FC236}">
                <a16:creationId xmlns:a16="http://schemas.microsoft.com/office/drawing/2014/main" id="{3BCAF00B-C9B6-385E-E04B-6044E2FE69C9}"/>
              </a:ext>
            </a:extLst>
          </p:cNvPr>
          <p:cNvSpPr txBox="1"/>
          <p:nvPr/>
        </p:nvSpPr>
        <p:spPr>
          <a:xfrm>
            <a:off x="3823590" y="4958076"/>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Check box to show active</a:t>
            </a:r>
          </a:p>
        </p:txBody>
      </p:sp>
      <p:sp>
        <p:nvSpPr>
          <p:cNvPr id="60" name="TextBox 59">
            <a:extLst>
              <a:ext uri="{FF2B5EF4-FFF2-40B4-BE49-F238E27FC236}">
                <a16:creationId xmlns:a16="http://schemas.microsoft.com/office/drawing/2014/main" id="{84C557F2-D2AA-3931-3D42-0C8B7237A0E4}"/>
              </a:ext>
            </a:extLst>
          </p:cNvPr>
          <p:cNvSpPr txBox="1"/>
          <p:nvPr/>
        </p:nvSpPr>
        <p:spPr>
          <a:xfrm>
            <a:off x="3823590" y="5437488"/>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b="0" i="0" dirty="0">
                <a:solidFill>
                  <a:srgbClr val="181818"/>
                </a:solidFill>
                <a:effectLst/>
                <a:latin typeface="-apple-system"/>
              </a:rPr>
              <a:t>cc003123</a:t>
            </a:r>
            <a:r>
              <a:rPr lang="en-GB" dirty="0">
                <a:latin typeface="+mn-lt"/>
              </a:rPr>
              <a:t>	</a:t>
            </a:r>
          </a:p>
        </p:txBody>
      </p:sp>
      <p:sp>
        <p:nvSpPr>
          <p:cNvPr id="61" name="TextBox 60">
            <a:extLst>
              <a:ext uri="{FF2B5EF4-FFF2-40B4-BE49-F238E27FC236}">
                <a16:creationId xmlns:a16="http://schemas.microsoft.com/office/drawing/2014/main" id="{03FED8B8-912C-B590-21A5-6D8E10FE08E3}"/>
              </a:ext>
            </a:extLst>
          </p:cNvPr>
          <p:cNvSpPr txBox="1"/>
          <p:nvPr/>
        </p:nvSpPr>
        <p:spPr>
          <a:xfrm>
            <a:off x="3823590" y="5916897"/>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b="0" i="0" dirty="0">
                <a:solidFill>
                  <a:srgbClr val="181818"/>
                </a:solidFill>
                <a:effectLst/>
                <a:latin typeface="-apple-system"/>
              </a:rPr>
              <a:t>02/08/2024</a:t>
            </a:r>
            <a:r>
              <a:rPr lang="en-GB" dirty="0">
                <a:latin typeface="+mn-lt"/>
              </a:rPr>
              <a:t>	</a:t>
            </a:r>
          </a:p>
        </p:txBody>
      </p:sp>
    </p:spTree>
    <p:extLst>
      <p:ext uri="{BB962C8B-B14F-4D97-AF65-F5344CB8AC3E}">
        <p14:creationId xmlns:p14="http://schemas.microsoft.com/office/powerpoint/2010/main" val="21464608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B6A6C21-CBA6-F11B-6BD4-38294129D25A}"/>
              </a:ext>
            </a:extLst>
          </p:cNvPr>
          <p:cNvSpPr>
            <a:spLocks noGrp="1"/>
          </p:cNvSpPr>
          <p:nvPr>
            <p:ph type="body" sz="quarter" idx="82"/>
          </p:nvPr>
        </p:nvSpPr>
        <p:spPr>
          <a:xfrm>
            <a:off x="625928" y="450012"/>
            <a:ext cx="8873672" cy="502702"/>
          </a:xfrm>
        </p:spPr>
        <p:txBody>
          <a:bodyPr/>
          <a:lstStyle/>
          <a:p>
            <a:r>
              <a:rPr lang="en-GB" dirty="0"/>
              <a:t>Salesforce Campaign – Aligned to Offer ID</a:t>
            </a:r>
          </a:p>
        </p:txBody>
      </p:sp>
      <p:pic>
        <p:nvPicPr>
          <p:cNvPr id="31" name="Picture 30" descr="Logo, company name&#10;&#10;Description automatically generated">
            <a:extLst>
              <a:ext uri="{FF2B5EF4-FFF2-40B4-BE49-F238E27FC236}">
                <a16:creationId xmlns:a16="http://schemas.microsoft.com/office/drawing/2014/main" id="{807943B5-D00D-1777-BB71-08FF188375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5685" y="1062794"/>
            <a:ext cx="1344822" cy="922917"/>
          </a:xfrm>
          <a:prstGeom prst="roundRect">
            <a:avLst>
              <a:gd name="adj" fmla="val 50000"/>
            </a:avLst>
          </a:prstGeom>
        </p:spPr>
      </p:pic>
      <p:pic>
        <p:nvPicPr>
          <p:cNvPr id="33" name="Picture 32" descr="Diagram&#10;&#10;Description automatically generated">
            <a:extLst>
              <a:ext uri="{FF2B5EF4-FFF2-40B4-BE49-F238E27FC236}">
                <a16:creationId xmlns:a16="http://schemas.microsoft.com/office/drawing/2014/main" id="{1285B1EB-662D-D51D-9196-21CCEB3605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95613" y="966899"/>
            <a:ext cx="1420702" cy="1114705"/>
          </a:xfrm>
          <a:prstGeom prst="rect">
            <a:avLst/>
          </a:prstGeom>
        </p:spPr>
      </p:pic>
      <p:sp>
        <p:nvSpPr>
          <p:cNvPr id="34" name="TextBox 33">
            <a:extLst>
              <a:ext uri="{FF2B5EF4-FFF2-40B4-BE49-F238E27FC236}">
                <a16:creationId xmlns:a16="http://schemas.microsoft.com/office/drawing/2014/main" id="{5C11A329-F5FA-3BBC-819E-E225C8676C4F}"/>
              </a:ext>
            </a:extLst>
          </p:cNvPr>
          <p:cNvSpPr txBox="1"/>
          <p:nvPr/>
        </p:nvSpPr>
        <p:spPr>
          <a:xfrm>
            <a:off x="3677169" y="1339585"/>
            <a:ext cx="4761781" cy="369332"/>
          </a:xfrm>
          <a:prstGeom prst="rect">
            <a:avLst/>
          </a:prstGeom>
          <a:gradFill flip="none" rotWithShape="1">
            <a:gsLst>
              <a:gs pos="61000">
                <a:schemeClr val="accent4">
                  <a:lumMod val="95000"/>
                  <a:lumOff val="5000"/>
                </a:schemeClr>
              </a:gs>
              <a:gs pos="100000">
                <a:schemeClr val="accent4">
                  <a:lumMod val="60000"/>
                </a:schemeClr>
              </a:gs>
            </a:gsLst>
            <a:path path="circle">
              <a:fillToRect l="50000" t="130000" r="50000" b="-30000"/>
            </a:path>
            <a:tileRect/>
          </a:gradFill>
          <a:scene3d>
            <a:camera prst="orthographicFront"/>
            <a:lightRig rig="threePt" dir="t"/>
          </a:scene3d>
          <a:sp3d>
            <a:bevelT prst="angle"/>
            <a:bevelB/>
          </a:sp3d>
        </p:spPr>
        <p:txBody>
          <a:bodyPr wrap="square" rtlCol="0">
            <a:spAutoFit/>
          </a:bodyPr>
          <a:lstStyle/>
          <a:p>
            <a:pPr algn="ctr"/>
            <a:r>
              <a:rPr lang="en-GB" b="1" dirty="0">
                <a:latin typeface="+mn-lt"/>
              </a:rPr>
              <a:t>Data Attributes Example</a:t>
            </a:r>
          </a:p>
        </p:txBody>
      </p:sp>
      <p:sp>
        <p:nvSpPr>
          <p:cNvPr id="35" name="TextBox 34">
            <a:extLst>
              <a:ext uri="{FF2B5EF4-FFF2-40B4-BE49-F238E27FC236}">
                <a16:creationId xmlns:a16="http://schemas.microsoft.com/office/drawing/2014/main" id="{7DC30FBB-44E9-B36A-DA33-EBD33D6EF759}"/>
              </a:ext>
            </a:extLst>
          </p:cNvPr>
          <p:cNvSpPr txBox="1"/>
          <p:nvPr/>
        </p:nvSpPr>
        <p:spPr>
          <a:xfrm>
            <a:off x="8930640" y="208160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Campaign Name</a:t>
            </a:r>
          </a:p>
        </p:txBody>
      </p:sp>
      <p:sp>
        <p:nvSpPr>
          <p:cNvPr id="36" name="TextBox 35">
            <a:extLst>
              <a:ext uri="{FF2B5EF4-FFF2-40B4-BE49-F238E27FC236}">
                <a16:creationId xmlns:a16="http://schemas.microsoft.com/office/drawing/2014/main" id="{97043CA2-FC2A-A6EB-202B-DD6589FC004D}"/>
              </a:ext>
            </a:extLst>
          </p:cNvPr>
          <p:cNvSpPr txBox="1"/>
          <p:nvPr/>
        </p:nvSpPr>
        <p:spPr>
          <a:xfrm>
            <a:off x="8930640" y="256101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Description</a:t>
            </a:r>
          </a:p>
        </p:txBody>
      </p:sp>
      <p:sp>
        <p:nvSpPr>
          <p:cNvPr id="37" name="TextBox 36">
            <a:extLst>
              <a:ext uri="{FF2B5EF4-FFF2-40B4-BE49-F238E27FC236}">
                <a16:creationId xmlns:a16="http://schemas.microsoft.com/office/drawing/2014/main" id="{CE1B25D2-836C-7688-8EC6-38E8442D947F}"/>
              </a:ext>
            </a:extLst>
          </p:cNvPr>
          <p:cNvSpPr txBox="1"/>
          <p:nvPr/>
        </p:nvSpPr>
        <p:spPr>
          <a:xfrm>
            <a:off x="8930640" y="3040428"/>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Type</a:t>
            </a:r>
          </a:p>
        </p:txBody>
      </p:sp>
      <p:sp>
        <p:nvSpPr>
          <p:cNvPr id="38" name="TextBox 37">
            <a:extLst>
              <a:ext uri="{FF2B5EF4-FFF2-40B4-BE49-F238E27FC236}">
                <a16:creationId xmlns:a16="http://schemas.microsoft.com/office/drawing/2014/main" id="{36FFAF82-9C58-7B51-7879-6E985B44CA20}"/>
              </a:ext>
            </a:extLst>
          </p:cNvPr>
          <p:cNvSpPr txBox="1"/>
          <p:nvPr/>
        </p:nvSpPr>
        <p:spPr>
          <a:xfrm>
            <a:off x="8930640" y="3519840"/>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Cisco Global Campaign</a:t>
            </a:r>
          </a:p>
        </p:txBody>
      </p:sp>
      <p:sp>
        <p:nvSpPr>
          <p:cNvPr id="39" name="TextBox 38">
            <a:extLst>
              <a:ext uri="{FF2B5EF4-FFF2-40B4-BE49-F238E27FC236}">
                <a16:creationId xmlns:a16="http://schemas.microsoft.com/office/drawing/2014/main" id="{FFCA3794-C342-0A31-FEAE-5055C77319DD}"/>
              </a:ext>
            </a:extLst>
          </p:cNvPr>
          <p:cNvSpPr txBox="1"/>
          <p:nvPr/>
        </p:nvSpPr>
        <p:spPr>
          <a:xfrm>
            <a:off x="8930640" y="3999252"/>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Marketing Program/Solution</a:t>
            </a:r>
          </a:p>
        </p:txBody>
      </p:sp>
      <p:sp>
        <p:nvSpPr>
          <p:cNvPr id="40" name="TextBox 39">
            <a:extLst>
              <a:ext uri="{FF2B5EF4-FFF2-40B4-BE49-F238E27FC236}">
                <a16:creationId xmlns:a16="http://schemas.microsoft.com/office/drawing/2014/main" id="{2A73A469-A7A0-63E9-541D-2A7666243DF8}"/>
              </a:ext>
            </a:extLst>
          </p:cNvPr>
          <p:cNvSpPr txBox="1"/>
          <p:nvPr/>
        </p:nvSpPr>
        <p:spPr>
          <a:xfrm>
            <a:off x="8930640" y="447866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Campaign Name</a:t>
            </a:r>
          </a:p>
        </p:txBody>
      </p:sp>
      <p:sp>
        <p:nvSpPr>
          <p:cNvPr id="41" name="TextBox 40">
            <a:extLst>
              <a:ext uri="{FF2B5EF4-FFF2-40B4-BE49-F238E27FC236}">
                <a16:creationId xmlns:a16="http://schemas.microsoft.com/office/drawing/2014/main" id="{F6D54A8F-64AD-4F67-3C0E-F10BF13E0838}"/>
              </a:ext>
            </a:extLst>
          </p:cNvPr>
          <p:cNvSpPr txBox="1"/>
          <p:nvPr/>
        </p:nvSpPr>
        <p:spPr>
          <a:xfrm>
            <a:off x="8930640" y="495807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Active	</a:t>
            </a:r>
          </a:p>
        </p:txBody>
      </p:sp>
      <p:sp>
        <p:nvSpPr>
          <p:cNvPr id="42" name="TextBox 41">
            <a:extLst>
              <a:ext uri="{FF2B5EF4-FFF2-40B4-BE49-F238E27FC236}">
                <a16:creationId xmlns:a16="http://schemas.microsoft.com/office/drawing/2014/main" id="{68CE020E-72AF-FFA2-BAD6-BCDE6F85483E}"/>
              </a:ext>
            </a:extLst>
          </p:cNvPr>
          <p:cNvSpPr txBox="1"/>
          <p:nvPr/>
        </p:nvSpPr>
        <p:spPr>
          <a:xfrm>
            <a:off x="8930640" y="5437488"/>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Campaign Code	</a:t>
            </a:r>
          </a:p>
        </p:txBody>
      </p:sp>
      <p:sp>
        <p:nvSpPr>
          <p:cNvPr id="43" name="TextBox 42">
            <a:extLst>
              <a:ext uri="{FF2B5EF4-FFF2-40B4-BE49-F238E27FC236}">
                <a16:creationId xmlns:a16="http://schemas.microsoft.com/office/drawing/2014/main" id="{E62A0DD6-0647-F7F0-07B2-64C4E104B626}"/>
              </a:ext>
            </a:extLst>
          </p:cNvPr>
          <p:cNvSpPr txBox="1"/>
          <p:nvPr/>
        </p:nvSpPr>
        <p:spPr>
          <a:xfrm>
            <a:off x="8930640" y="5916897"/>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End Date	</a:t>
            </a:r>
          </a:p>
        </p:txBody>
      </p:sp>
      <p:sp>
        <p:nvSpPr>
          <p:cNvPr id="44" name="TextBox 43">
            <a:extLst>
              <a:ext uri="{FF2B5EF4-FFF2-40B4-BE49-F238E27FC236}">
                <a16:creationId xmlns:a16="http://schemas.microsoft.com/office/drawing/2014/main" id="{127DFE6F-7CD3-0765-D996-F7D8A092DF0B}"/>
              </a:ext>
            </a:extLst>
          </p:cNvPr>
          <p:cNvSpPr txBox="1"/>
          <p:nvPr/>
        </p:nvSpPr>
        <p:spPr>
          <a:xfrm>
            <a:off x="375920" y="208160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Activity Name</a:t>
            </a:r>
          </a:p>
        </p:txBody>
      </p:sp>
      <p:sp>
        <p:nvSpPr>
          <p:cNvPr id="45" name="TextBox 44">
            <a:extLst>
              <a:ext uri="{FF2B5EF4-FFF2-40B4-BE49-F238E27FC236}">
                <a16:creationId xmlns:a16="http://schemas.microsoft.com/office/drawing/2014/main" id="{96BEE160-A553-69AC-1BFC-2ADF626E093F}"/>
              </a:ext>
            </a:extLst>
          </p:cNvPr>
          <p:cNvSpPr txBox="1"/>
          <p:nvPr/>
        </p:nvSpPr>
        <p:spPr>
          <a:xfrm>
            <a:off x="375920" y="256101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Description</a:t>
            </a:r>
          </a:p>
        </p:txBody>
      </p:sp>
      <p:sp>
        <p:nvSpPr>
          <p:cNvPr id="47" name="TextBox 46">
            <a:extLst>
              <a:ext uri="{FF2B5EF4-FFF2-40B4-BE49-F238E27FC236}">
                <a16:creationId xmlns:a16="http://schemas.microsoft.com/office/drawing/2014/main" id="{FAA015D2-6069-8C9D-7FCF-FEA08C289C2A}"/>
              </a:ext>
            </a:extLst>
          </p:cNvPr>
          <p:cNvSpPr txBox="1"/>
          <p:nvPr/>
        </p:nvSpPr>
        <p:spPr>
          <a:xfrm>
            <a:off x="375920" y="3519840"/>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Campaign</a:t>
            </a:r>
          </a:p>
        </p:txBody>
      </p:sp>
      <p:sp>
        <p:nvSpPr>
          <p:cNvPr id="48" name="TextBox 47">
            <a:extLst>
              <a:ext uri="{FF2B5EF4-FFF2-40B4-BE49-F238E27FC236}">
                <a16:creationId xmlns:a16="http://schemas.microsoft.com/office/drawing/2014/main" id="{006D14D8-73F0-3D31-A7F7-4EEB2A3EAB5D}"/>
              </a:ext>
            </a:extLst>
          </p:cNvPr>
          <p:cNvSpPr txBox="1"/>
          <p:nvPr/>
        </p:nvSpPr>
        <p:spPr>
          <a:xfrm>
            <a:off x="375920" y="3999252"/>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Program</a:t>
            </a:r>
          </a:p>
        </p:txBody>
      </p:sp>
      <p:sp>
        <p:nvSpPr>
          <p:cNvPr id="49" name="TextBox 48">
            <a:extLst>
              <a:ext uri="{FF2B5EF4-FFF2-40B4-BE49-F238E27FC236}">
                <a16:creationId xmlns:a16="http://schemas.microsoft.com/office/drawing/2014/main" id="{07CB45BA-5327-D8C9-B344-E69774635195}"/>
              </a:ext>
            </a:extLst>
          </p:cNvPr>
          <p:cNvSpPr txBox="1"/>
          <p:nvPr/>
        </p:nvSpPr>
        <p:spPr>
          <a:xfrm>
            <a:off x="375920" y="447866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Activity Name</a:t>
            </a:r>
          </a:p>
        </p:txBody>
      </p:sp>
      <p:sp>
        <p:nvSpPr>
          <p:cNvPr id="50" name="TextBox 49">
            <a:extLst>
              <a:ext uri="{FF2B5EF4-FFF2-40B4-BE49-F238E27FC236}">
                <a16:creationId xmlns:a16="http://schemas.microsoft.com/office/drawing/2014/main" id="{BA7372B0-40BF-D15A-04F3-FF1F54AF10EC}"/>
              </a:ext>
            </a:extLst>
          </p:cNvPr>
          <p:cNvSpPr txBox="1"/>
          <p:nvPr/>
        </p:nvSpPr>
        <p:spPr>
          <a:xfrm>
            <a:off x="375920" y="495807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Activated</a:t>
            </a:r>
          </a:p>
        </p:txBody>
      </p:sp>
      <p:sp>
        <p:nvSpPr>
          <p:cNvPr id="51" name="TextBox 50">
            <a:extLst>
              <a:ext uri="{FF2B5EF4-FFF2-40B4-BE49-F238E27FC236}">
                <a16:creationId xmlns:a16="http://schemas.microsoft.com/office/drawing/2014/main" id="{7BFD9122-BEA1-ABA6-A7E6-130A93573EC1}"/>
              </a:ext>
            </a:extLst>
          </p:cNvPr>
          <p:cNvSpPr txBox="1"/>
          <p:nvPr/>
        </p:nvSpPr>
        <p:spPr>
          <a:xfrm>
            <a:off x="375920" y="5437488"/>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ID	</a:t>
            </a:r>
          </a:p>
        </p:txBody>
      </p:sp>
      <p:sp>
        <p:nvSpPr>
          <p:cNvPr id="52" name="TextBox 51">
            <a:extLst>
              <a:ext uri="{FF2B5EF4-FFF2-40B4-BE49-F238E27FC236}">
                <a16:creationId xmlns:a16="http://schemas.microsoft.com/office/drawing/2014/main" id="{EABEBD91-78A3-BA09-3BC9-F27007EBEE49}"/>
              </a:ext>
            </a:extLst>
          </p:cNvPr>
          <p:cNvSpPr txBox="1"/>
          <p:nvPr/>
        </p:nvSpPr>
        <p:spPr>
          <a:xfrm>
            <a:off x="375920" y="5916897"/>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Expiration Date	</a:t>
            </a:r>
          </a:p>
        </p:txBody>
      </p:sp>
      <p:sp>
        <p:nvSpPr>
          <p:cNvPr id="53" name="TextBox 52">
            <a:extLst>
              <a:ext uri="{FF2B5EF4-FFF2-40B4-BE49-F238E27FC236}">
                <a16:creationId xmlns:a16="http://schemas.microsoft.com/office/drawing/2014/main" id="{8A65FBC6-D7EC-574C-48CB-C65CAAB5727F}"/>
              </a:ext>
            </a:extLst>
          </p:cNvPr>
          <p:cNvSpPr txBox="1"/>
          <p:nvPr/>
        </p:nvSpPr>
        <p:spPr>
          <a:xfrm>
            <a:off x="3823590" y="2081602"/>
            <a:ext cx="4572000" cy="37080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US" sz="1400" b="0" i="0" dirty="0">
                <a:solidFill>
                  <a:srgbClr val="181818"/>
                </a:solidFill>
                <a:effectLst/>
                <a:latin typeface="-apple-system"/>
              </a:rPr>
              <a:t>CIO Guide to Future-Proofing Hybrid Work White Paper FY23</a:t>
            </a:r>
            <a:endParaRPr lang="en-GB" sz="1400" dirty="0">
              <a:latin typeface="+mn-lt"/>
            </a:endParaRPr>
          </a:p>
        </p:txBody>
      </p:sp>
      <p:sp>
        <p:nvSpPr>
          <p:cNvPr id="54" name="TextBox 53">
            <a:extLst>
              <a:ext uri="{FF2B5EF4-FFF2-40B4-BE49-F238E27FC236}">
                <a16:creationId xmlns:a16="http://schemas.microsoft.com/office/drawing/2014/main" id="{C67307A1-C9F9-5CE3-4378-166EDEE8AF3D}"/>
              </a:ext>
            </a:extLst>
          </p:cNvPr>
          <p:cNvSpPr txBox="1"/>
          <p:nvPr/>
        </p:nvSpPr>
        <p:spPr>
          <a:xfrm>
            <a:off x="3823590" y="2561016"/>
            <a:ext cx="4572000" cy="37080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US" sz="1100" b="0" i="0" dirty="0">
                <a:solidFill>
                  <a:srgbClr val="181818"/>
                </a:solidFill>
                <a:effectLst/>
                <a:latin typeface="-apple-system"/>
              </a:rPr>
              <a:t>Whitepaper created by Foundry to be used for Marketing in Hybrid Work campaign</a:t>
            </a:r>
            <a:endParaRPr lang="en-GB" sz="1100" dirty="0">
              <a:latin typeface="+mn-lt"/>
            </a:endParaRPr>
          </a:p>
        </p:txBody>
      </p:sp>
      <p:sp>
        <p:nvSpPr>
          <p:cNvPr id="55" name="TextBox 54">
            <a:extLst>
              <a:ext uri="{FF2B5EF4-FFF2-40B4-BE49-F238E27FC236}">
                <a16:creationId xmlns:a16="http://schemas.microsoft.com/office/drawing/2014/main" id="{02C35433-C25C-1DA7-FF02-94AB37A124BE}"/>
              </a:ext>
            </a:extLst>
          </p:cNvPr>
          <p:cNvSpPr txBox="1"/>
          <p:nvPr/>
        </p:nvSpPr>
        <p:spPr>
          <a:xfrm>
            <a:off x="3823590" y="3040428"/>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Offer (Default Value from Offer ID)</a:t>
            </a:r>
          </a:p>
        </p:txBody>
      </p:sp>
      <p:sp>
        <p:nvSpPr>
          <p:cNvPr id="56" name="TextBox 55">
            <a:extLst>
              <a:ext uri="{FF2B5EF4-FFF2-40B4-BE49-F238E27FC236}">
                <a16:creationId xmlns:a16="http://schemas.microsoft.com/office/drawing/2014/main" id="{FB099923-2CC7-66F8-26E0-65E6A5A2B977}"/>
              </a:ext>
            </a:extLst>
          </p:cNvPr>
          <p:cNvSpPr txBox="1"/>
          <p:nvPr/>
        </p:nvSpPr>
        <p:spPr>
          <a:xfrm>
            <a:off x="3823590" y="3519840"/>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b="0" i="0" dirty="0">
                <a:solidFill>
                  <a:srgbClr val="181818"/>
                </a:solidFill>
                <a:effectLst/>
                <a:latin typeface="-apple-system"/>
              </a:rPr>
              <a:t>Not Populated</a:t>
            </a:r>
            <a:endParaRPr lang="en-GB" dirty="0">
              <a:latin typeface="+mn-lt"/>
            </a:endParaRPr>
          </a:p>
        </p:txBody>
      </p:sp>
      <p:sp>
        <p:nvSpPr>
          <p:cNvPr id="57" name="TextBox 56">
            <a:extLst>
              <a:ext uri="{FF2B5EF4-FFF2-40B4-BE49-F238E27FC236}">
                <a16:creationId xmlns:a16="http://schemas.microsoft.com/office/drawing/2014/main" id="{3837D431-F4AF-8EFD-EEC8-2D52715FB3B3}"/>
              </a:ext>
            </a:extLst>
          </p:cNvPr>
          <p:cNvSpPr txBox="1"/>
          <p:nvPr/>
        </p:nvSpPr>
        <p:spPr>
          <a:xfrm>
            <a:off x="3823590" y="3999252"/>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b="0" i="0" dirty="0">
                <a:solidFill>
                  <a:srgbClr val="181818"/>
                </a:solidFill>
                <a:effectLst/>
                <a:latin typeface="-apple-system"/>
              </a:rPr>
              <a:t>Not Populated</a:t>
            </a:r>
            <a:endParaRPr lang="en-GB" dirty="0">
              <a:latin typeface="+mn-lt"/>
            </a:endParaRPr>
          </a:p>
        </p:txBody>
      </p:sp>
      <p:sp>
        <p:nvSpPr>
          <p:cNvPr id="58" name="TextBox 57">
            <a:extLst>
              <a:ext uri="{FF2B5EF4-FFF2-40B4-BE49-F238E27FC236}">
                <a16:creationId xmlns:a16="http://schemas.microsoft.com/office/drawing/2014/main" id="{864D9FCF-20D3-B9BA-8A22-2DC63153F18A}"/>
              </a:ext>
            </a:extLst>
          </p:cNvPr>
          <p:cNvSpPr txBox="1"/>
          <p:nvPr/>
        </p:nvSpPr>
        <p:spPr>
          <a:xfrm>
            <a:off x="3823590" y="4478663"/>
            <a:ext cx="4572000" cy="37080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US" sz="1400" b="0" i="0" dirty="0">
                <a:solidFill>
                  <a:srgbClr val="181818"/>
                </a:solidFill>
                <a:effectLst/>
                <a:latin typeface="-apple-system"/>
              </a:rPr>
              <a:t>CIO Guide to Future-Proofing Hybrid Work White Paper FY23</a:t>
            </a:r>
            <a:endParaRPr lang="en-GB" sz="1400" dirty="0">
              <a:latin typeface="+mn-lt"/>
            </a:endParaRPr>
          </a:p>
        </p:txBody>
      </p:sp>
      <p:sp>
        <p:nvSpPr>
          <p:cNvPr id="59" name="TextBox 58">
            <a:extLst>
              <a:ext uri="{FF2B5EF4-FFF2-40B4-BE49-F238E27FC236}">
                <a16:creationId xmlns:a16="http://schemas.microsoft.com/office/drawing/2014/main" id="{3BCAF00B-C9B6-385E-E04B-6044E2FE69C9}"/>
              </a:ext>
            </a:extLst>
          </p:cNvPr>
          <p:cNvSpPr txBox="1"/>
          <p:nvPr/>
        </p:nvSpPr>
        <p:spPr>
          <a:xfrm>
            <a:off x="3823590" y="4958076"/>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Check box to show active</a:t>
            </a:r>
          </a:p>
        </p:txBody>
      </p:sp>
      <p:sp>
        <p:nvSpPr>
          <p:cNvPr id="60" name="TextBox 59">
            <a:extLst>
              <a:ext uri="{FF2B5EF4-FFF2-40B4-BE49-F238E27FC236}">
                <a16:creationId xmlns:a16="http://schemas.microsoft.com/office/drawing/2014/main" id="{84C557F2-D2AA-3931-3D42-0C8B7237A0E4}"/>
              </a:ext>
            </a:extLst>
          </p:cNvPr>
          <p:cNvSpPr txBox="1"/>
          <p:nvPr/>
        </p:nvSpPr>
        <p:spPr>
          <a:xfrm>
            <a:off x="3823590" y="5437488"/>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b="0" i="0" dirty="0">
                <a:solidFill>
                  <a:srgbClr val="181818"/>
                </a:solidFill>
                <a:effectLst/>
                <a:latin typeface="-apple-system"/>
              </a:rPr>
              <a:t>wprsas029955</a:t>
            </a:r>
            <a:r>
              <a:rPr lang="en-GB" dirty="0">
                <a:latin typeface="+mn-lt"/>
              </a:rPr>
              <a:t>	</a:t>
            </a:r>
          </a:p>
        </p:txBody>
      </p:sp>
      <p:sp>
        <p:nvSpPr>
          <p:cNvPr id="61" name="TextBox 60">
            <a:extLst>
              <a:ext uri="{FF2B5EF4-FFF2-40B4-BE49-F238E27FC236}">
                <a16:creationId xmlns:a16="http://schemas.microsoft.com/office/drawing/2014/main" id="{03FED8B8-912C-B590-21A5-6D8E10FE08E3}"/>
              </a:ext>
            </a:extLst>
          </p:cNvPr>
          <p:cNvSpPr txBox="1"/>
          <p:nvPr/>
        </p:nvSpPr>
        <p:spPr>
          <a:xfrm>
            <a:off x="3823590" y="5916897"/>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b="0" i="0" dirty="0">
                <a:solidFill>
                  <a:srgbClr val="181818"/>
                </a:solidFill>
                <a:effectLst/>
                <a:latin typeface="-apple-system"/>
              </a:rPr>
              <a:t>02/08/2024</a:t>
            </a:r>
            <a:r>
              <a:rPr lang="en-GB" dirty="0">
                <a:latin typeface="+mn-lt"/>
              </a:rPr>
              <a:t>	</a:t>
            </a:r>
          </a:p>
        </p:txBody>
      </p:sp>
    </p:spTree>
    <p:extLst>
      <p:ext uri="{BB962C8B-B14F-4D97-AF65-F5344CB8AC3E}">
        <p14:creationId xmlns:p14="http://schemas.microsoft.com/office/powerpoint/2010/main" val="35801512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BE42AEF-D0F4-8E25-E0C0-F9A5DA0933B3}"/>
              </a:ext>
            </a:extLst>
          </p:cNvPr>
          <p:cNvSpPr>
            <a:spLocks noGrp="1"/>
          </p:cNvSpPr>
          <p:nvPr>
            <p:ph type="body" sz="quarter" idx="82"/>
          </p:nvPr>
        </p:nvSpPr>
        <p:spPr/>
        <p:txBody>
          <a:bodyPr/>
          <a:lstStyle/>
          <a:p>
            <a:r>
              <a:rPr lang="en-GB" dirty="0"/>
              <a:t>Order of Precedence – ctm.js</a:t>
            </a:r>
          </a:p>
        </p:txBody>
      </p:sp>
      <p:sp>
        <p:nvSpPr>
          <p:cNvPr id="19" name="TextBox 18">
            <a:extLst>
              <a:ext uri="{FF2B5EF4-FFF2-40B4-BE49-F238E27FC236}">
                <a16:creationId xmlns:a16="http://schemas.microsoft.com/office/drawing/2014/main" id="{ECECBB40-7A3D-5E56-5D65-2002CDF652A6}"/>
              </a:ext>
            </a:extLst>
          </p:cNvPr>
          <p:cNvSpPr txBox="1"/>
          <p:nvPr/>
        </p:nvSpPr>
        <p:spPr>
          <a:xfrm>
            <a:off x="301566" y="4675441"/>
            <a:ext cx="2319688" cy="954107"/>
          </a:xfrm>
          <a:prstGeom prst="rect">
            <a:avLst/>
          </a:prstGeom>
          <a:noFill/>
        </p:spPr>
        <p:txBody>
          <a:bodyPr wrap="square" rtlCol="0">
            <a:spAutoFit/>
          </a:bodyP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a:ln>
                  <a:noFill/>
                </a:ln>
                <a:solidFill>
                  <a:schemeClr val="bg1"/>
                </a:solidFill>
                <a:effectLst/>
                <a:uLnTx/>
                <a:uFillTx/>
                <a:latin typeface="CiscoSansTT Light"/>
                <a:ea typeface="ＭＳ Ｐゴシック" charset="0"/>
              </a:rPr>
              <a:t>If you have a CTT ID in your URL String – Pass the last one captured as the Last Touch Activity</a:t>
            </a:r>
          </a:p>
        </p:txBody>
      </p:sp>
      <p:sp>
        <p:nvSpPr>
          <p:cNvPr id="20" name="TextBox 19">
            <a:extLst>
              <a:ext uri="{FF2B5EF4-FFF2-40B4-BE49-F238E27FC236}">
                <a16:creationId xmlns:a16="http://schemas.microsoft.com/office/drawing/2014/main" id="{B1445D6A-FCE3-7144-6E25-2F0FE0087CDD}"/>
              </a:ext>
            </a:extLst>
          </p:cNvPr>
          <p:cNvSpPr txBox="1"/>
          <p:nvPr/>
        </p:nvSpPr>
        <p:spPr>
          <a:xfrm>
            <a:off x="3047067" y="4675441"/>
            <a:ext cx="2851156" cy="1600438"/>
          </a:xfrm>
          <a:prstGeom prst="rect">
            <a:avLst/>
          </a:prstGeom>
          <a:noFill/>
        </p:spPr>
        <p:txBody>
          <a:bodyPr wrap="square" rtlCol="0">
            <a:spAutoFit/>
          </a:bodyP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dirty="0">
                <a:ln>
                  <a:noFill/>
                </a:ln>
                <a:solidFill>
                  <a:schemeClr val="bg1"/>
                </a:solidFill>
                <a:effectLst/>
                <a:uLnTx/>
                <a:uFillTx/>
                <a:latin typeface="CiscoSansTT Light"/>
                <a:ea typeface="ＭＳ Ｐゴシック" charset="0"/>
              </a:rPr>
              <a:t>If the CTT ID is not found in any URL, check to see if the contact has been on Cisco.com in the last 24 hours and what was the last CTT ID that they came across and capture that ID as the Last Touch Activity</a:t>
            </a:r>
          </a:p>
        </p:txBody>
      </p:sp>
      <p:sp>
        <p:nvSpPr>
          <p:cNvPr id="21" name="TextBox 20">
            <a:extLst>
              <a:ext uri="{FF2B5EF4-FFF2-40B4-BE49-F238E27FC236}">
                <a16:creationId xmlns:a16="http://schemas.microsoft.com/office/drawing/2014/main" id="{D4708BCC-186C-B99B-29DD-8B537CDC5838}"/>
              </a:ext>
            </a:extLst>
          </p:cNvPr>
          <p:cNvSpPr txBox="1"/>
          <p:nvPr/>
        </p:nvSpPr>
        <p:spPr>
          <a:xfrm>
            <a:off x="6026683" y="4675441"/>
            <a:ext cx="2954956" cy="1815882"/>
          </a:xfrm>
          <a:prstGeom prst="rect">
            <a:avLst/>
          </a:prstGeom>
          <a:noFill/>
        </p:spPr>
        <p:txBody>
          <a:bodyPr wrap="square" rtlCol="0">
            <a:spAutoFit/>
          </a:bodyP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dirty="0">
                <a:ln>
                  <a:noFill/>
                </a:ln>
                <a:solidFill>
                  <a:schemeClr val="bg1"/>
                </a:solidFill>
                <a:effectLst/>
                <a:uLnTx/>
                <a:uFillTx/>
                <a:latin typeface="CiscoSansTT Light"/>
                <a:ea typeface="ＭＳ Ｐゴシック" charset="0"/>
              </a:rPr>
              <a:t>If we have no ID from a URL and there is nothing in the local storage – we will look at the landing page of the form and see if there is an ID there (These are selected in your form DCD) and this will be sent as the Last Touch Activity</a:t>
            </a:r>
          </a:p>
        </p:txBody>
      </p:sp>
      <p:sp>
        <p:nvSpPr>
          <p:cNvPr id="22" name="TextBox 21">
            <a:extLst>
              <a:ext uri="{FF2B5EF4-FFF2-40B4-BE49-F238E27FC236}">
                <a16:creationId xmlns:a16="http://schemas.microsoft.com/office/drawing/2014/main" id="{7B9F08E8-1A08-9202-58C8-B9044AF73136}"/>
              </a:ext>
            </a:extLst>
          </p:cNvPr>
          <p:cNvSpPr txBox="1"/>
          <p:nvPr/>
        </p:nvSpPr>
        <p:spPr>
          <a:xfrm>
            <a:off x="9110099" y="4675441"/>
            <a:ext cx="2523423" cy="1384995"/>
          </a:xfrm>
          <a:prstGeom prst="rect">
            <a:avLst/>
          </a:prstGeom>
          <a:noFill/>
        </p:spPr>
        <p:txBody>
          <a:bodyPr wrap="square" rtlCol="0">
            <a:spAutoFit/>
          </a:bodyPr>
          <a:lstStyle/>
          <a:p>
            <a:pPr marL="0" marR="0" lvl="0" indent="0" algn="ctr" defTabSz="609559"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dirty="0">
                <a:ln>
                  <a:noFill/>
                </a:ln>
                <a:solidFill>
                  <a:schemeClr val="bg1"/>
                </a:solidFill>
                <a:effectLst/>
                <a:uLnTx/>
                <a:uFillTx/>
                <a:latin typeface="CiscoSansTT Light"/>
                <a:ea typeface="ＭＳ Ｐゴシック" charset="0"/>
              </a:rPr>
              <a:t>If we have no CCID captured in any of the previous areas – we will try and derive the CCID from logic aligned to the product page</a:t>
            </a:r>
          </a:p>
        </p:txBody>
      </p:sp>
      <p:sp>
        <p:nvSpPr>
          <p:cNvPr id="23" name="TextBox 22">
            <a:extLst>
              <a:ext uri="{FF2B5EF4-FFF2-40B4-BE49-F238E27FC236}">
                <a16:creationId xmlns:a16="http://schemas.microsoft.com/office/drawing/2014/main" id="{6A4ACCB6-CEF9-773D-4897-BA23917B370E}"/>
              </a:ext>
            </a:extLst>
          </p:cNvPr>
          <p:cNvSpPr txBox="1"/>
          <p:nvPr/>
        </p:nvSpPr>
        <p:spPr>
          <a:xfrm>
            <a:off x="421884" y="1020042"/>
            <a:ext cx="540533" cy="318100"/>
          </a:xfrm>
          <a:prstGeom prst="rect">
            <a:avLst/>
          </a:prstGeom>
          <a:noFill/>
        </p:spPr>
        <p:txBody>
          <a:bodyPr wrap="non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a:ln>
                  <a:noFill/>
                </a:ln>
                <a:solidFill>
                  <a:schemeClr val="bg1"/>
                </a:solidFill>
                <a:effectLst/>
                <a:uLnTx/>
                <a:uFillTx/>
                <a:latin typeface="CiscoSansTT ExtraLight"/>
                <a:ea typeface="ＭＳ Ｐゴシック"/>
                <a:cs typeface="+mn-cs"/>
              </a:rPr>
              <a:t>First</a:t>
            </a:r>
            <a:endParaRPr kumimoji="0" lang="en-US" sz="1467" b="0" i="0" u="none" strike="noStrike" kern="1200" cap="none" spc="0" normalizeH="0" baseline="0" noProof="0">
              <a:ln>
                <a:noFill/>
              </a:ln>
              <a:solidFill>
                <a:schemeClr val="bg1"/>
              </a:solidFill>
              <a:effectLst/>
              <a:uLnTx/>
              <a:uFillTx/>
              <a:latin typeface="CiscoSansTT ExtraLight"/>
              <a:ea typeface="ＭＳ Ｐゴシック" charset="0"/>
              <a:cs typeface="+mn-cs"/>
            </a:endParaRPr>
          </a:p>
        </p:txBody>
      </p:sp>
      <p:sp>
        <p:nvSpPr>
          <p:cNvPr id="24" name="TextBox 23">
            <a:extLst>
              <a:ext uri="{FF2B5EF4-FFF2-40B4-BE49-F238E27FC236}">
                <a16:creationId xmlns:a16="http://schemas.microsoft.com/office/drawing/2014/main" id="{F75A9916-B277-47F3-3D48-65D8A65E2BF2}"/>
              </a:ext>
            </a:extLst>
          </p:cNvPr>
          <p:cNvSpPr txBox="1"/>
          <p:nvPr/>
        </p:nvSpPr>
        <p:spPr>
          <a:xfrm>
            <a:off x="11000548" y="1020042"/>
            <a:ext cx="614299" cy="31810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dirty="0">
                <a:ln>
                  <a:noFill/>
                </a:ln>
                <a:solidFill>
                  <a:schemeClr val="bg1"/>
                </a:solidFill>
                <a:effectLst/>
                <a:uLnTx/>
                <a:uFillTx/>
                <a:latin typeface="CiscoSansTT ExtraLight"/>
                <a:ea typeface="ＭＳ Ｐゴシック"/>
                <a:cs typeface="+mn-cs"/>
              </a:rPr>
              <a:t>Last</a:t>
            </a:r>
            <a:endParaRPr kumimoji="0" lang="en-US" sz="2400" b="0" i="0" u="none" strike="noStrike" kern="1200" cap="none" spc="0" normalizeH="0" baseline="0" noProof="0" dirty="0">
              <a:ln>
                <a:noFill/>
              </a:ln>
              <a:solidFill>
                <a:schemeClr val="bg1"/>
              </a:solidFill>
              <a:effectLst/>
              <a:uLnTx/>
              <a:uFillTx/>
              <a:latin typeface="CiscoSansTT ExtraLight"/>
              <a:ea typeface="ＭＳ Ｐゴシック" charset="0"/>
              <a:cs typeface="+mn-cs"/>
            </a:endParaRPr>
          </a:p>
        </p:txBody>
      </p:sp>
      <p:cxnSp>
        <p:nvCxnSpPr>
          <p:cNvPr id="25" name="Straight Arrow Connector 24">
            <a:extLst>
              <a:ext uri="{FF2B5EF4-FFF2-40B4-BE49-F238E27FC236}">
                <a16:creationId xmlns:a16="http://schemas.microsoft.com/office/drawing/2014/main" id="{71F03781-E1AF-E2A9-EA34-BEF776F6BD7E}"/>
              </a:ext>
            </a:extLst>
          </p:cNvPr>
          <p:cNvCxnSpPr>
            <a:cxnSpLocks/>
          </p:cNvCxnSpPr>
          <p:nvPr/>
        </p:nvCxnSpPr>
        <p:spPr>
          <a:xfrm>
            <a:off x="368299" y="1421286"/>
            <a:ext cx="11259743" cy="0"/>
          </a:xfrm>
          <a:prstGeom prst="straightConnector1">
            <a:avLst/>
          </a:prstGeom>
          <a:ln w="88900">
            <a:tailEnd type="triangle"/>
          </a:ln>
        </p:spPr>
        <p:style>
          <a:lnRef idx="1">
            <a:schemeClr val="accent1"/>
          </a:lnRef>
          <a:fillRef idx="0">
            <a:schemeClr val="accent1"/>
          </a:fillRef>
          <a:effectRef idx="0">
            <a:schemeClr val="accent1"/>
          </a:effectRef>
          <a:fontRef idx="minor">
            <a:schemeClr val="tx1"/>
          </a:fontRef>
        </p:style>
      </p:cxnSp>
      <p:pic>
        <p:nvPicPr>
          <p:cNvPr id="28" name="Picture 27">
            <a:extLst>
              <a:ext uri="{FF2B5EF4-FFF2-40B4-BE49-F238E27FC236}">
                <a16:creationId xmlns:a16="http://schemas.microsoft.com/office/drawing/2014/main" id="{09F03470-62D6-5521-5157-E51D99BD0FA5}"/>
              </a:ext>
            </a:extLst>
          </p:cNvPr>
          <p:cNvPicPr>
            <a:picLocks noChangeAspect="1"/>
          </p:cNvPicPr>
          <p:nvPr/>
        </p:nvPicPr>
        <p:blipFill>
          <a:blip r:embed="rId3"/>
          <a:stretch>
            <a:fillRect/>
          </a:stretch>
        </p:blipFill>
        <p:spPr>
          <a:xfrm>
            <a:off x="372686" y="1848016"/>
            <a:ext cx="2456070" cy="1102164"/>
          </a:xfrm>
          <a:prstGeom prst="rect">
            <a:avLst/>
          </a:prstGeom>
        </p:spPr>
      </p:pic>
      <p:sp>
        <p:nvSpPr>
          <p:cNvPr id="30" name="Rectangle: Rounded Corners 29">
            <a:extLst>
              <a:ext uri="{FF2B5EF4-FFF2-40B4-BE49-F238E27FC236}">
                <a16:creationId xmlns:a16="http://schemas.microsoft.com/office/drawing/2014/main" id="{096389E3-0164-2E5B-AA18-05F5F18E1208}"/>
              </a:ext>
            </a:extLst>
          </p:cNvPr>
          <p:cNvSpPr/>
          <p:nvPr/>
        </p:nvSpPr>
        <p:spPr>
          <a:xfrm>
            <a:off x="421884" y="1786564"/>
            <a:ext cx="2319689" cy="180189"/>
          </a:xfrm>
          <a:prstGeom prst="roundRect">
            <a:avLst/>
          </a:prstGeom>
          <a:noFill/>
          <a:ln>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iscoSansTT Light"/>
              <a:ea typeface="+mn-ea"/>
              <a:cs typeface="+mn-cs"/>
            </a:endParaRPr>
          </a:p>
        </p:txBody>
      </p:sp>
      <p:pic>
        <p:nvPicPr>
          <p:cNvPr id="34" name="Picture 33">
            <a:extLst>
              <a:ext uri="{FF2B5EF4-FFF2-40B4-BE49-F238E27FC236}">
                <a16:creationId xmlns:a16="http://schemas.microsoft.com/office/drawing/2014/main" id="{120532A6-9272-E785-3680-F442E975775D}"/>
              </a:ext>
            </a:extLst>
          </p:cNvPr>
          <p:cNvPicPr>
            <a:picLocks noChangeAspect="1"/>
          </p:cNvPicPr>
          <p:nvPr/>
        </p:nvPicPr>
        <p:blipFill>
          <a:blip r:embed="rId4"/>
          <a:stretch>
            <a:fillRect/>
          </a:stretch>
        </p:blipFill>
        <p:spPr>
          <a:xfrm>
            <a:off x="4045871" y="1813883"/>
            <a:ext cx="1159469" cy="1102164"/>
          </a:xfrm>
          <a:prstGeom prst="rect">
            <a:avLst/>
          </a:prstGeom>
        </p:spPr>
      </p:pic>
      <p:sp>
        <p:nvSpPr>
          <p:cNvPr id="44" name="Rectangle: Rounded Corners 43">
            <a:extLst>
              <a:ext uri="{FF2B5EF4-FFF2-40B4-BE49-F238E27FC236}">
                <a16:creationId xmlns:a16="http://schemas.microsoft.com/office/drawing/2014/main" id="{103AE79A-BAA0-6FA7-2FC3-6DA7A130ABD0}"/>
              </a:ext>
            </a:extLst>
          </p:cNvPr>
          <p:cNvSpPr/>
          <p:nvPr/>
        </p:nvSpPr>
        <p:spPr>
          <a:xfrm>
            <a:off x="4531864" y="2334475"/>
            <a:ext cx="741712" cy="615705"/>
          </a:xfrm>
          <a:prstGeom prst="roundRect">
            <a:avLst/>
          </a:prstGeom>
          <a:noFill/>
          <a:ln>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iscoSansTT Light"/>
              <a:ea typeface="+mn-ea"/>
              <a:cs typeface="+mn-cs"/>
            </a:endParaRPr>
          </a:p>
        </p:txBody>
      </p:sp>
      <p:pic>
        <p:nvPicPr>
          <p:cNvPr id="46" name="Picture 45">
            <a:extLst>
              <a:ext uri="{FF2B5EF4-FFF2-40B4-BE49-F238E27FC236}">
                <a16:creationId xmlns:a16="http://schemas.microsoft.com/office/drawing/2014/main" id="{C3F82EE9-F76F-4F1E-BBB1-A6366BABA4DE}"/>
              </a:ext>
            </a:extLst>
          </p:cNvPr>
          <p:cNvPicPr>
            <a:picLocks noChangeAspect="1"/>
          </p:cNvPicPr>
          <p:nvPr/>
        </p:nvPicPr>
        <p:blipFill>
          <a:blip r:embed="rId5"/>
          <a:stretch>
            <a:fillRect/>
          </a:stretch>
        </p:blipFill>
        <p:spPr>
          <a:xfrm>
            <a:off x="6068825" y="2231156"/>
            <a:ext cx="2888604" cy="335884"/>
          </a:xfrm>
          <a:prstGeom prst="rect">
            <a:avLst/>
          </a:prstGeom>
        </p:spPr>
      </p:pic>
      <p:pic>
        <p:nvPicPr>
          <p:cNvPr id="48" name="Picture 47">
            <a:extLst>
              <a:ext uri="{FF2B5EF4-FFF2-40B4-BE49-F238E27FC236}">
                <a16:creationId xmlns:a16="http://schemas.microsoft.com/office/drawing/2014/main" id="{F5F466B5-6449-9B31-B047-C4ECA64B2E58}"/>
              </a:ext>
            </a:extLst>
          </p:cNvPr>
          <p:cNvPicPr>
            <a:picLocks noChangeAspect="1"/>
          </p:cNvPicPr>
          <p:nvPr/>
        </p:nvPicPr>
        <p:blipFill>
          <a:blip r:embed="rId6"/>
          <a:stretch>
            <a:fillRect/>
          </a:stretch>
        </p:blipFill>
        <p:spPr>
          <a:xfrm>
            <a:off x="9234613" y="2168774"/>
            <a:ext cx="2380234" cy="446901"/>
          </a:xfrm>
          <a:prstGeom prst="rect">
            <a:avLst/>
          </a:prstGeom>
        </p:spPr>
      </p:pic>
      <p:sp>
        <p:nvSpPr>
          <p:cNvPr id="2" name="Rectangle: Rounded Corners 1">
            <a:extLst>
              <a:ext uri="{FF2B5EF4-FFF2-40B4-BE49-F238E27FC236}">
                <a16:creationId xmlns:a16="http://schemas.microsoft.com/office/drawing/2014/main" id="{BE98636E-8FF9-C336-4507-C1482003D016}"/>
              </a:ext>
            </a:extLst>
          </p:cNvPr>
          <p:cNvSpPr/>
          <p:nvPr/>
        </p:nvSpPr>
        <p:spPr>
          <a:xfrm>
            <a:off x="6844799" y="2168774"/>
            <a:ext cx="1841077" cy="446901"/>
          </a:xfrm>
          <a:prstGeom prst="roundRect">
            <a:avLst/>
          </a:prstGeom>
          <a:noFill/>
          <a:ln>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iscoSansTT Light"/>
              <a:ea typeface="+mn-ea"/>
              <a:cs typeface="+mn-cs"/>
            </a:endParaRPr>
          </a:p>
        </p:txBody>
      </p:sp>
      <p:sp>
        <p:nvSpPr>
          <p:cNvPr id="3" name="Rectangle: Rounded Corners 2">
            <a:extLst>
              <a:ext uri="{FF2B5EF4-FFF2-40B4-BE49-F238E27FC236}">
                <a16:creationId xmlns:a16="http://schemas.microsoft.com/office/drawing/2014/main" id="{9AB6973F-E372-6D98-D491-932770061348}"/>
              </a:ext>
            </a:extLst>
          </p:cNvPr>
          <p:cNvSpPr/>
          <p:nvPr/>
        </p:nvSpPr>
        <p:spPr>
          <a:xfrm>
            <a:off x="9181219" y="2392224"/>
            <a:ext cx="1841077" cy="235305"/>
          </a:xfrm>
          <a:prstGeom prst="roundRect">
            <a:avLst/>
          </a:prstGeom>
          <a:noFill/>
          <a:ln>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iscoSansTT Light"/>
              <a:ea typeface="+mn-ea"/>
              <a:cs typeface="+mn-cs"/>
            </a:endParaRPr>
          </a:p>
        </p:txBody>
      </p:sp>
      <p:grpSp>
        <p:nvGrpSpPr>
          <p:cNvPr id="4" name="Group 3">
            <a:extLst>
              <a:ext uri="{FF2B5EF4-FFF2-40B4-BE49-F238E27FC236}">
                <a16:creationId xmlns:a16="http://schemas.microsoft.com/office/drawing/2014/main" id="{5C468ABE-FFFF-0BCA-7AB4-D4DFF4DC1728}"/>
              </a:ext>
            </a:extLst>
          </p:cNvPr>
          <p:cNvGrpSpPr/>
          <p:nvPr/>
        </p:nvGrpSpPr>
        <p:grpSpPr>
          <a:xfrm>
            <a:off x="421884" y="3541235"/>
            <a:ext cx="11520000" cy="576000"/>
            <a:chOff x="53408" y="1608052"/>
            <a:chExt cx="8852191" cy="375135"/>
          </a:xfrm>
        </p:grpSpPr>
        <p:sp>
          <p:nvSpPr>
            <p:cNvPr id="6" name="Round Same Side Corner Rectangle 25">
              <a:extLst>
                <a:ext uri="{FF2B5EF4-FFF2-40B4-BE49-F238E27FC236}">
                  <a16:creationId xmlns:a16="http://schemas.microsoft.com/office/drawing/2014/main" id="{87AC0FEA-27F4-55C0-2392-0DAA075B9146}"/>
                </a:ext>
              </a:extLst>
            </p:cNvPr>
            <p:cNvSpPr/>
            <p:nvPr/>
          </p:nvSpPr>
          <p:spPr>
            <a:xfrm rot="5400000">
              <a:off x="7073473" y="407960"/>
              <a:ext cx="375130" cy="2775324"/>
            </a:xfrm>
            <a:prstGeom prst="round2SameRect">
              <a:avLst>
                <a:gd name="adj1" fmla="val 50000"/>
                <a:gd name="adj2" fmla="val 0"/>
              </a:avLst>
            </a:prstGeom>
            <a:gradFill flip="none" rotWithShape="1">
              <a:gsLst>
                <a:gs pos="0">
                  <a:schemeClr val="bg2"/>
                </a:gs>
                <a:gs pos="99000">
                  <a:schemeClr val="accent4"/>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iscoSansTT Light"/>
                <a:ea typeface="+mn-ea"/>
                <a:cs typeface="+mn-cs"/>
              </a:endParaRPr>
            </a:p>
          </p:txBody>
        </p:sp>
        <p:sp>
          <p:nvSpPr>
            <p:cNvPr id="26" name="Round Same Side Corner Rectangle 4">
              <a:extLst>
                <a:ext uri="{FF2B5EF4-FFF2-40B4-BE49-F238E27FC236}">
                  <a16:creationId xmlns:a16="http://schemas.microsoft.com/office/drawing/2014/main" id="{34EA95E1-6513-8E70-2D5D-BAD925BD2B12}"/>
                </a:ext>
              </a:extLst>
            </p:cNvPr>
            <p:cNvSpPr/>
            <p:nvPr/>
          </p:nvSpPr>
          <p:spPr>
            <a:xfrm rot="5400000">
              <a:off x="5079373" y="407958"/>
              <a:ext cx="375130" cy="2775324"/>
            </a:xfrm>
            <a:prstGeom prst="round2SameRect">
              <a:avLst>
                <a:gd name="adj1" fmla="val 50000"/>
                <a:gd name="adj2" fmla="val 0"/>
              </a:avLst>
            </a:prstGeom>
            <a:gradFill flip="none" rotWithShape="1">
              <a:gsLst>
                <a:gs pos="0">
                  <a:schemeClr val="bg2"/>
                </a:gs>
                <a:gs pos="100000">
                  <a:schemeClr val="accent5"/>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iscoSansTT Light"/>
                <a:ea typeface="+mn-ea"/>
                <a:cs typeface="+mn-cs"/>
              </a:endParaRPr>
            </a:p>
          </p:txBody>
        </p:sp>
        <p:sp>
          <p:nvSpPr>
            <p:cNvPr id="27" name="Round Same Side Corner Rectangle 3">
              <a:extLst>
                <a:ext uri="{FF2B5EF4-FFF2-40B4-BE49-F238E27FC236}">
                  <a16:creationId xmlns:a16="http://schemas.microsoft.com/office/drawing/2014/main" id="{6F2AB88E-7356-1BEF-30B2-9E9E6F97BA1F}"/>
                </a:ext>
              </a:extLst>
            </p:cNvPr>
            <p:cNvSpPr/>
            <p:nvPr/>
          </p:nvSpPr>
          <p:spPr>
            <a:xfrm rot="5400000">
              <a:off x="3047439" y="407955"/>
              <a:ext cx="375129" cy="2775324"/>
            </a:xfrm>
            <a:prstGeom prst="round2SameRect">
              <a:avLst>
                <a:gd name="adj1" fmla="val 50000"/>
                <a:gd name="adj2" fmla="val 0"/>
              </a:avLst>
            </a:prstGeom>
            <a:gradFill flip="none" rotWithShape="1">
              <a:gsLst>
                <a:gs pos="0">
                  <a:schemeClr val="bg2"/>
                </a:gs>
                <a:gs pos="100000">
                  <a:schemeClr val="accent2"/>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iscoSansTT Light"/>
                <a:ea typeface="+mn-ea"/>
                <a:cs typeface="+mn-cs"/>
              </a:endParaRPr>
            </a:p>
          </p:txBody>
        </p:sp>
        <p:sp>
          <p:nvSpPr>
            <p:cNvPr id="31" name="Round Same Side Corner Rectangle 2">
              <a:extLst>
                <a:ext uri="{FF2B5EF4-FFF2-40B4-BE49-F238E27FC236}">
                  <a16:creationId xmlns:a16="http://schemas.microsoft.com/office/drawing/2014/main" id="{EB8E50E3-FED0-6876-246F-4C85E9B3C018}"/>
                </a:ext>
              </a:extLst>
            </p:cNvPr>
            <p:cNvSpPr/>
            <p:nvPr/>
          </p:nvSpPr>
          <p:spPr>
            <a:xfrm rot="5400000">
              <a:off x="1101270" y="560191"/>
              <a:ext cx="375130" cy="2470854"/>
            </a:xfrm>
            <a:prstGeom prst="round2SameRect">
              <a:avLst>
                <a:gd name="adj1" fmla="val 50000"/>
                <a:gd name="adj2" fmla="val 0"/>
              </a:avLst>
            </a:prstGeom>
            <a:gradFill flip="none" rotWithShape="1">
              <a:gsLst>
                <a:gs pos="0">
                  <a:schemeClr val="accent4">
                    <a:lumMod val="75000"/>
                  </a:schemeClr>
                </a:gs>
                <a:gs pos="99000">
                  <a:schemeClr val="accent1"/>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iscoSansTT Light"/>
                <a:ea typeface="+mn-ea"/>
                <a:cs typeface="+mn-cs"/>
              </a:endParaRPr>
            </a:p>
          </p:txBody>
        </p:sp>
        <p:sp>
          <p:nvSpPr>
            <p:cNvPr id="32" name="TextBox 31">
              <a:extLst>
                <a:ext uri="{FF2B5EF4-FFF2-40B4-BE49-F238E27FC236}">
                  <a16:creationId xmlns:a16="http://schemas.microsoft.com/office/drawing/2014/main" id="{49ADD524-B60A-F248-1DE7-84B972566705}"/>
                </a:ext>
              </a:extLst>
            </p:cNvPr>
            <p:cNvSpPr txBox="1"/>
            <p:nvPr/>
          </p:nvSpPr>
          <p:spPr>
            <a:xfrm>
              <a:off x="441824" y="1688635"/>
              <a:ext cx="2210739" cy="220492"/>
            </a:xfrm>
            <a:prstGeom prst="rect">
              <a:avLst/>
            </a:prstGeom>
            <a:noFill/>
          </p:spPr>
          <p:txBody>
            <a:bodyPr wrap="square">
              <a:spAutoFit/>
            </a:bodyPr>
            <a:lstStyle/>
            <a:p>
              <a:pPr marL="0" marR="0" lvl="0" indent="0" algn="l" defTabSz="685783" rtl="0" eaLnBrk="1" fontAlgn="auto" latinLnBrk="0" hangingPunct="1">
                <a:lnSpc>
                  <a:spcPct val="100000"/>
                </a:lnSpc>
                <a:spcBef>
                  <a:spcPts val="0"/>
                </a:spcBef>
                <a:spcAft>
                  <a:spcPts val="0"/>
                </a:spcAft>
                <a:buClr>
                  <a:srgbClr val="000000"/>
                </a:buClr>
                <a:buSzTx/>
                <a:buFontTx/>
                <a:buNone/>
                <a:tabLst/>
                <a:defRPr/>
              </a:pPr>
              <a:r>
                <a:rPr kumimoji="0" lang="en-US" sz="1600" b="0" i="0" u="none" strike="noStrike" kern="1200" cap="none" spc="0" normalizeH="0" baseline="0" noProof="0" dirty="0">
                  <a:ln>
                    <a:noFill/>
                  </a:ln>
                  <a:solidFill>
                    <a:schemeClr val="bg1"/>
                  </a:solidFill>
                  <a:effectLst/>
                  <a:uLnTx/>
                  <a:uFillTx/>
                  <a:latin typeface="CiscoSansTT ExtraLight" panose="020B0303020201020303" pitchFamily="34" charset="0"/>
                  <a:ea typeface="ＭＳ Ｐゴシック" charset="0"/>
                  <a:cs typeface="CiscoSansTT ExtraLight" panose="020B0303020201020303" pitchFamily="34" charset="0"/>
                  <a:sym typeface="Arial"/>
                </a:rPr>
                <a:t>URL Query String</a:t>
              </a:r>
            </a:p>
          </p:txBody>
        </p:sp>
        <p:sp>
          <p:nvSpPr>
            <p:cNvPr id="33" name="TextBox 32">
              <a:extLst>
                <a:ext uri="{FF2B5EF4-FFF2-40B4-BE49-F238E27FC236}">
                  <a16:creationId xmlns:a16="http://schemas.microsoft.com/office/drawing/2014/main" id="{DC85B973-3AE4-EF19-1C89-629FB4BFAAD7}"/>
                </a:ext>
              </a:extLst>
            </p:cNvPr>
            <p:cNvSpPr txBox="1"/>
            <p:nvPr/>
          </p:nvSpPr>
          <p:spPr>
            <a:xfrm>
              <a:off x="2590732" y="1688635"/>
              <a:ext cx="2210739" cy="220492"/>
            </a:xfrm>
            <a:prstGeom prst="rect">
              <a:avLst/>
            </a:prstGeom>
            <a:noFill/>
          </p:spPr>
          <p:txBody>
            <a:bodyPr wrap="square">
              <a:spAutoFit/>
            </a:bodyPr>
            <a:lstStyle/>
            <a:p>
              <a:pPr marL="0" marR="0" lvl="0" indent="0" algn="l" defTabSz="685783" rtl="0" eaLnBrk="1" fontAlgn="auto" latinLnBrk="0" hangingPunct="1">
                <a:lnSpc>
                  <a:spcPct val="100000"/>
                </a:lnSpc>
                <a:spcBef>
                  <a:spcPts val="0"/>
                </a:spcBef>
                <a:spcAft>
                  <a:spcPts val="0"/>
                </a:spcAft>
                <a:buClr>
                  <a:srgbClr val="000000"/>
                </a:buClr>
                <a:buSzTx/>
                <a:buFontTx/>
                <a:buNone/>
                <a:tabLst/>
                <a:defRPr/>
              </a:pPr>
              <a:r>
                <a:rPr kumimoji="0" lang="en-US" sz="1600" b="0" i="0" u="none" strike="noStrike" kern="1200" cap="none" spc="0" normalizeH="0" baseline="0" noProof="0" dirty="0">
                  <a:ln>
                    <a:noFill/>
                  </a:ln>
                  <a:solidFill>
                    <a:schemeClr val="bg1"/>
                  </a:solidFill>
                  <a:effectLst/>
                  <a:uLnTx/>
                  <a:uFillTx/>
                  <a:latin typeface="CiscoSansTT ExtraLight" panose="020B0303020201020303" pitchFamily="34" charset="0"/>
                  <a:ea typeface="ＭＳ Ｐゴシック" charset="0"/>
                  <a:cs typeface="CiscoSansTT ExtraLight" panose="020B0303020201020303" pitchFamily="34" charset="0"/>
                  <a:sym typeface="Arial"/>
                </a:rPr>
                <a:t>Local Storage</a:t>
              </a:r>
            </a:p>
          </p:txBody>
        </p:sp>
        <p:sp>
          <p:nvSpPr>
            <p:cNvPr id="35" name="TextBox 34">
              <a:extLst>
                <a:ext uri="{FF2B5EF4-FFF2-40B4-BE49-F238E27FC236}">
                  <a16:creationId xmlns:a16="http://schemas.microsoft.com/office/drawing/2014/main" id="{DFF39E55-3D94-8CC6-F81F-49C0726DF54F}"/>
                </a:ext>
              </a:extLst>
            </p:cNvPr>
            <p:cNvSpPr txBox="1"/>
            <p:nvPr/>
          </p:nvSpPr>
          <p:spPr>
            <a:xfrm>
              <a:off x="4676055" y="1688635"/>
              <a:ext cx="2210739" cy="220492"/>
            </a:xfrm>
            <a:prstGeom prst="rect">
              <a:avLst/>
            </a:prstGeom>
            <a:noFill/>
          </p:spPr>
          <p:txBody>
            <a:bodyPr wrap="square">
              <a:spAutoFit/>
            </a:bodyPr>
            <a:lstStyle/>
            <a:p>
              <a:pPr marL="0" marR="0" lvl="0" indent="0" algn="l" defTabSz="685783" rtl="0" eaLnBrk="1" fontAlgn="auto" latinLnBrk="0" hangingPunct="1">
                <a:lnSpc>
                  <a:spcPct val="100000"/>
                </a:lnSpc>
                <a:spcBef>
                  <a:spcPts val="0"/>
                </a:spcBef>
                <a:spcAft>
                  <a:spcPts val="0"/>
                </a:spcAft>
                <a:buClr>
                  <a:srgbClr val="000000"/>
                </a:buClr>
                <a:buSzTx/>
                <a:buFontTx/>
                <a:buNone/>
                <a:tabLst/>
                <a:defRPr/>
              </a:pPr>
              <a:r>
                <a:rPr kumimoji="0" lang="en-US" sz="1600" b="0" i="0" u="none" strike="noStrike" kern="1200" cap="none" spc="0" normalizeH="0" baseline="0" noProof="0" dirty="0">
                  <a:ln>
                    <a:noFill/>
                  </a:ln>
                  <a:solidFill>
                    <a:schemeClr val="bg1"/>
                  </a:solidFill>
                  <a:effectLst/>
                  <a:uLnTx/>
                  <a:uFillTx/>
                  <a:latin typeface="CiscoSansTT ExtraLight" panose="020B0303020201020303" pitchFamily="34" charset="0"/>
                  <a:ea typeface="ＭＳ Ｐゴシック" charset="0"/>
                  <a:cs typeface="CiscoSansTT ExtraLight" panose="020B0303020201020303" pitchFamily="34" charset="0"/>
                  <a:sym typeface="Arial"/>
                </a:rPr>
                <a:t>Form Fill in Landing Page</a:t>
              </a:r>
            </a:p>
          </p:txBody>
        </p:sp>
        <p:sp>
          <p:nvSpPr>
            <p:cNvPr id="36" name="TextBox 35">
              <a:extLst>
                <a:ext uri="{FF2B5EF4-FFF2-40B4-BE49-F238E27FC236}">
                  <a16:creationId xmlns:a16="http://schemas.microsoft.com/office/drawing/2014/main" id="{81E63F23-4EE0-D5EA-C2A4-74E52F852FA4}"/>
                </a:ext>
              </a:extLst>
            </p:cNvPr>
            <p:cNvSpPr txBox="1"/>
            <p:nvPr/>
          </p:nvSpPr>
          <p:spPr>
            <a:xfrm>
              <a:off x="6694860" y="1688635"/>
              <a:ext cx="2210739" cy="220492"/>
            </a:xfrm>
            <a:prstGeom prst="rect">
              <a:avLst/>
            </a:prstGeom>
            <a:noFill/>
          </p:spPr>
          <p:txBody>
            <a:bodyPr wrap="square">
              <a:spAutoFit/>
            </a:bodyPr>
            <a:lstStyle/>
            <a:p>
              <a:pPr marL="0" marR="0" lvl="0" indent="0" algn="l" defTabSz="685783" rtl="0" eaLnBrk="1" fontAlgn="auto" latinLnBrk="0" hangingPunct="1">
                <a:lnSpc>
                  <a:spcPct val="100000"/>
                </a:lnSpc>
                <a:spcBef>
                  <a:spcPts val="0"/>
                </a:spcBef>
                <a:spcAft>
                  <a:spcPts val="0"/>
                </a:spcAft>
                <a:buClr>
                  <a:srgbClr val="000000"/>
                </a:buClr>
                <a:buSzTx/>
                <a:buFontTx/>
                <a:buNone/>
                <a:tabLst/>
                <a:defRPr/>
              </a:pPr>
              <a:r>
                <a:rPr kumimoji="0" lang="en-US" sz="1600" b="0" i="0" u="none" strike="noStrike" kern="1200" cap="none" spc="0" normalizeH="0" baseline="0" noProof="0" dirty="0">
                  <a:ln>
                    <a:noFill/>
                  </a:ln>
                  <a:solidFill>
                    <a:schemeClr val="bg1"/>
                  </a:solidFill>
                  <a:effectLst/>
                  <a:uLnTx/>
                  <a:uFillTx/>
                  <a:latin typeface="CiscoSansTT ExtraLight" panose="020B0303020201020303" pitchFamily="34" charset="0"/>
                  <a:ea typeface="ＭＳ Ｐゴシック" charset="0"/>
                  <a:cs typeface="CiscoSansTT ExtraLight" panose="020B0303020201020303" pitchFamily="34" charset="0"/>
                  <a:sym typeface="Arial"/>
                </a:rPr>
                <a:t>Page CCID Logic</a:t>
              </a:r>
            </a:p>
          </p:txBody>
        </p:sp>
      </p:grpSp>
    </p:spTree>
    <p:extLst>
      <p:ext uri="{BB962C8B-B14F-4D97-AF65-F5344CB8AC3E}">
        <p14:creationId xmlns:p14="http://schemas.microsoft.com/office/powerpoint/2010/main" val="33709694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childTnLst>
                                </p:cTn>
                              </p:par>
                            </p:childTnLst>
                          </p:cTn>
                        </p:par>
                        <p:par>
                          <p:cTn id="8" fill="hold">
                            <p:stCondLst>
                              <p:cond delay="1000"/>
                            </p:stCondLst>
                            <p:childTnLst>
                              <p:par>
                                <p:cTn id="9" presetID="21" presetClass="entr" presetSubtype="1" fill="hold" grpId="0"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heel(1)">
                                      <p:cBhvr>
                                        <p:cTn id="11" dur="2000"/>
                                        <p:tgtEl>
                                          <p:spTgt spid="30"/>
                                        </p:tgtEl>
                                      </p:cBhvr>
                                    </p:animEffect>
                                  </p:childTnLst>
                                </p:cTn>
                              </p:par>
                            </p:childTnLst>
                          </p:cTn>
                        </p:par>
                        <p:par>
                          <p:cTn id="12" fill="hold">
                            <p:stCondLst>
                              <p:cond delay="3000"/>
                            </p:stCondLst>
                            <p:childTnLst>
                              <p:par>
                                <p:cTn id="13" presetID="42"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1000"/>
                                        <p:tgtEl>
                                          <p:spTgt spid="19"/>
                                        </p:tgtEl>
                                      </p:cBhvr>
                                    </p:animEffect>
                                    <p:anim calcmode="lin" valueType="num">
                                      <p:cBhvr>
                                        <p:cTn id="16" dur="1000" fill="hold"/>
                                        <p:tgtEl>
                                          <p:spTgt spid="19"/>
                                        </p:tgtEl>
                                        <p:attrNameLst>
                                          <p:attrName>ppt_x</p:attrName>
                                        </p:attrNameLst>
                                      </p:cBhvr>
                                      <p:tavLst>
                                        <p:tav tm="0">
                                          <p:val>
                                            <p:strVal val="#ppt_x"/>
                                          </p:val>
                                        </p:tav>
                                        <p:tav tm="100000">
                                          <p:val>
                                            <p:strVal val="#ppt_x"/>
                                          </p:val>
                                        </p:tav>
                                      </p:tavLst>
                                    </p:anim>
                                    <p:anim calcmode="lin" valueType="num">
                                      <p:cBhvr>
                                        <p:cTn id="17"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1000"/>
                                        <p:tgtEl>
                                          <p:spTgt spid="34"/>
                                        </p:tgtEl>
                                      </p:cBhvr>
                                    </p:animEffect>
                                  </p:childTnLst>
                                </p:cTn>
                              </p:par>
                            </p:childTnLst>
                          </p:cTn>
                        </p:par>
                        <p:par>
                          <p:cTn id="23" fill="hold">
                            <p:stCondLst>
                              <p:cond delay="1000"/>
                            </p:stCondLst>
                            <p:childTnLst>
                              <p:par>
                                <p:cTn id="24" presetID="21" presetClass="entr" presetSubtype="1" fill="hold" grpId="0" nodeType="afterEffect">
                                  <p:stCondLst>
                                    <p:cond delay="500"/>
                                  </p:stCondLst>
                                  <p:childTnLst>
                                    <p:set>
                                      <p:cBhvr>
                                        <p:cTn id="25" dur="1" fill="hold">
                                          <p:stCondLst>
                                            <p:cond delay="0"/>
                                          </p:stCondLst>
                                        </p:cTn>
                                        <p:tgtEl>
                                          <p:spTgt spid="44"/>
                                        </p:tgtEl>
                                        <p:attrNameLst>
                                          <p:attrName>style.visibility</p:attrName>
                                        </p:attrNameLst>
                                      </p:cBhvr>
                                      <p:to>
                                        <p:strVal val="visible"/>
                                      </p:to>
                                    </p:set>
                                    <p:animEffect transition="in" filter="wheel(1)">
                                      <p:cBhvr>
                                        <p:cTn id="26" dur="2000"/>
                                        <p:tgtEl>
                                          <p:spTgt spid="44"/>
                                        </p:tgtEl>
                                      </p:cBhvr>
                                    </p:animEffect>
                                  </p:childTnLst>
                                </p:cTn>
                              </p:par>
                            </p:childTnLst>
                          </p:cTn>
                        </p:par>
                        <p:par>
                          <p:cTn id="27" fill="hold">
                            <p:stCondLst>
                              <p:cond delay="3500"/>
                            </p:stCondLst>
                            <p:childTnLst>
                              <p:par>
                                <p:cTn id="28" presetID="42"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1000"/>
                                        <p:tgtEl>
                                          <p:spTgt spid="20"/>
                                        </p:tgtEl>
                                      </p:cBhvr>
                                    </p:animEffect>
                                    <p:anim calcmode="lin" valueType="num">
                                      <p:cBhvr>
                                        <p:cTn id="31" dur="1000" fill="hold"/>
                                        <p:tgtEl>
                                          <p:spTgt spid="20"/>
                                        </p:tgtEl>
                                        <p:attrNameLst>
                                          <p:attrName>ppt_x</p:attrName>
                                        </p:attrNameLst>
                                      </p:cBhvr>
                                      <p:tavLst>
                                        <p:tav tm="0">
                                          <p:val>
                                            <p:strVal val="#ppt_x"/>
                                          </p:val>
                                        </p:tav>
                                        <p:tav tm="100000">
                                          <p:val>
                                            <p:strVal val="#ppt_x"/>
                                          </p:val>
                                        </p:tav>
                                      </p:tavLst>
                                    </p:anim>
                                    <p:anim calcmode="lin" valueType="num">
                                      <p:cBhvr>
                                        <p:cTn id="32"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fade">
                                      <p:cBhvr>
                                        <p:cTn id="37" dur="1000"/>
                                        <p:tgtEl>
                                          <p:spTgt spid="46"/>
                                        </p:tgtEl>
                                      </p:cBhvr>
                                    </p:animEffect>
                                  </p:childTnLst>
                                </p:cTn>
                              </p:par>
                            </p:childTnLst>
                          </p:cTn>
                        </p:par>
                        <p:par>
                          <p:cTn id="38" fill="hold">
                            <p:stCondLst>
                              <p:cond delay="1000"/>
                            </p:stCondLst>
                            <p:childTnLst>
                              <p:par>
                                <p:cTn id="39" presetID="21" presetClass="entr" presetSubtype="1"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wheel(1)">
                                      <p:cBhvr>
                                        <p:cTn id="41" dur="2000"/>
                                        <p:tgtEl>
                                          <p:spTgt spid="2"/>
                                        </p:tgtEl>
                                      </p:cBhvr>
                                    </p:animEffect>
                                  </p:childTnLst>
                                </p:cTn>
                              </p:par>
                            </p:childTnLst>
                          </p:cTn>
                        </p:par>
                        <p:par>
                          <p:cTn id="42" fill="hold">
                            <p:stCondLst>
                              <p:cond delay="3000"/>
                            </p:stCondLst>
                            <p:childTnLst>
                              <p:par>
                                <p:cTn id="43" presetID="42" presetClass="entr" presetSubtype="0" fill="hold" grpId="0" nodeType="after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1000"/>
                                        <p:tgtEl>
                                          <p:spTgt spid="21"/>
                                        </p:tgtEl>
                                      </p:cBhvr>
                                    </p:animEffect>
                                    <p:anim calcmode="lin" valueType="num">
                                      <p:cBhvr>
                                        <p:cTn id="46" dur="1000" fill="hold"/>
                                        <p:tgtEl>
                                          <p:spTgt spid="21"/>
                                        </p:tgtEl>
                                        <p:attrNameLst>
                                          <p:attrName>ppt_x</p:attrName>
                                        </p:attrNameLst>
                                      </p:cBhvr>
                                      <p:tavLst>
                                        <p:tav tm="0">
                                          <p:val>
                                            <p:strVal val="#ppt_x"/>
                                          </p:val>
                                        </p:tav>
                                        <p:tav tm="100000">
                                          <p:val>
                                            <p:strVal val="#ppt_x"/>
                                          </p:val>
                                        </p:tav>
                                      </p:tavLst>
                                    </p:anim>
                                    <p:anim calcmode="lin" valueType="num">
                                      <p:cBhvr>
                                        <p:cTn id="47"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fade">
                                      <p:cBhvr>
                                        <p:cTn id="52" dur="1000"/>
                                        <p:tgtEl>
                                          <p:spTgt spid="48"/>
                                        </p:tgtEl>
                                      </p:cBhvr>
                                    </p:animEffect>
                                  </p:childTnLst>
                                </p:cTn>
                              </p:par>
                            </p:childTnLst>
                          </p:cTn>
                        </p:par>
                        <p:par>
                          <p:cTn id="53" fill="hold">
                            <p:stCondLst>
                              <p:cond delay="1000"/>
                            </p:stCondLst>
                            <p:childTnLst>
                              <p:par>
                                <p:cTn id="54" presetID="21" presetClass="entr" presetSubtype="1" fill="hold" grpId="0" nodeType="afterEffect">
                                  <p:stCondLst>
                                    <p:cond delay="0"/>
                                  </p:stCondLst>
                                  <p:childTnLst>
                                    <p:set>
                                      <p:cBhvr>
                                        <p:cTn id="55" dur="1" fill="hold">
                                          <p:stCondLst>
                                            <p:cond delay="0"/>
                                          </p:stCondLst>
                                        </p:cTn>
                                        <p:tgtEl>
                                          <p:spTgt spid="3"/>
                                        </p:tgtEl>
                                        <p:attrNameLst>
                                          <p:attrName>style.visibility</p:attrName>
                                        </p:attrNameLst>
                                      </p:cBhvr>
                                      <p:to>
                                        <p:strVal val="visible"/>
                                      </p:to>
                                    </p:set>
                                    <p:animEffect transition="in" filter="wheel(1)">
                                      <p:cBhvr>
                                        <p:cTn id="56" dur="2000"/>
                                        <p:tgtEl>
                                          <p:spTgt spid="3"/>
                                        </p:tgtEl>
                                      </p:cBhvr>
                                    </p:animEffect>
                                  </p:childTnLst>
                                </p:cTn>
                              </p:par>
                            </p:childTnLst>
                          </p:cTn>
                        </p:par>
                        <p:par>
                          <p:cTn id="57" fill="hold">
                            <p:stCondLst>
                              <p:cond delay="3000"/>
                            </p:stCondLst>
                            <p:childTnLst>
                              <p:par>
                                <p:cTn id="58" presetID="42" presetClass="entr" presetSubtype="0" fill="hold" grpId="0" nodeType="after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1000"/>
                                        <p:tgtEl>
                                          <p:spTgt spid="22"/>
                                        </p:tgtEl>
                                      </p:cBhvr>
                                    </p:animEffect>
                                    <p:anim calcmode="lin" valueType="num">
                                      <p:cBhvr>
                                        <p:cTn id="61" dur="1000" fill="hold"/>
                                        <p:tgtEl>
                                          <p:spTgt spid="22"/>
                                        </p:tgtEl>
                                        <p:attrNameLst>
                                          <p:attrName>ppt_x</p:attrName>
                                        </p:attrNameLst>
                                      </p:cBhvr>
                                      <p:tavLst>
                                        <p:tav tm="0">
                                          <p:val>
                                            <p:strVal val="#ppt_x"/>
                                          </p:val>
                                        </p:tav>
                                        <p:tav tm="100000">
                                          <p:val>
                                            <p:strVal val="#ppt_x"/>
                                          </p:val>
                                        </p:tav>
                                      </p:tavLst>
                                    </p:anim>
                                    <p:anim calcmode="lin" valueType="num">
                                      <p:cBhvr>
                                        <p:cTn id="62"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P spid="30" grpId="0" animBg="1"/>
      <p:bldP spid="44" grpId="0" animBg="1"/>
      <p:bldP spid="2" grpId="0" animBg="1"/>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 name="Picture 108">
            <a:extLst>
              <a:ext uri="{FF2B5EF4-FFF2-40B4-BE49-F238E27FC236}">
                <a16:creationId xmlns:a16="http://schemas.microsoft.com/office/drawing/2014/main" id="{130D1A15-6DEA-4434-366F-33A08CB912AE}"/>
              </a:ext>
            </a:extLst>
          </p:cNvPr>
          <p:cNvPicPr>
            <a:picLocks noChangeAspect="1"/>
          </p:cNvPicPr>
          <p:nvPr/>
        </p:nvPicPr>
        <p:blipFill>
          <a:blip r:embed="rId2"/>
          <a:stretch>
            <a:fillRect/>
          </a:stretch>
        </p:blipFill>
        <p:spPr>
          <a:xfrm>
            <a:off x="1593771" y="1597085"/>
            <a:ext cx="1879697" cy="971600"/>
          </a:xfrm>
          <a:prstGeom prst="rect">
            <a:avLst/>
          </a:prstGeom>
        </p:spPr>
      </p:pic>
      <p:sp>
        <p:nvSpPr>
          <p:cNvPr id="2" name="Text Placeholder 1">
            <a:extLst>
              <a:ext uri="{FF2B5EF4-FFF2-40B4-BE49-F238E27FC236}">
                <a16:creationId xmlns:a16="http://schemas.microsoft.com/office/drawing/2014/main" id="{B10E3DB8-6D3A-C2B3-BF39-AFD51BC81C14}"/>
              </a:ext>
            </a:extLst>
          </p:cNvPr>
          <p:cNvSpPr>
            <a:spLocks noGrp="1"/>
          </p:cNvSpPr>
          <p:nvPr>
            <p:ph type="body" sz="quarter" idx="82"/>
          </p:nvPr>
        </p:nvSpPr>
        <p:spPr/>
        <p:txBody>
          <a:bodyPr/>
          <a:lstStyle/>
          <a:p>
            <a:r>
              <a:rPr lang="en-GB" dirty="0"/>
              <a:t>Customer Journey Example - Today</a:t>
            </a:r>
          </a:p>
        </p:txBody>
      </p:sp>
      <p:pic>
        <p:nvPicPr>
          <p:cNvPr id="3" name="Picture 2">
            <a:extLst>
              <a:ext uri="{FF2B5EF4-FFF2-40B4-BE49-F238E27FC236}">
                <a16:creationId xmlns:a16="http://schemas.microsoft.com/office/drawing/2014/main" id="{BA540E12-E34C-0F51-BC5D-082F5BC09F60}"/>
              </a:ext>
            </a:extLst>
          </p:cNvPr>
          <p:cNvPicPr>
            <a:picLocks noChangeAspect="1"/>
          </p:cNvPicPr>
          <p:nvPr/>
        </p:nvPicPr>
        <p:blipFill>
          <a:blip r:embed="rId3"/>
          <a:stretch>
            <a:fillRect/>
          </a:stretch>
        </p:blipFill>
        <p:spPr>
          <a:xfrm>
            <a:off x="413835" y="3107812"/>
            <a:ext cx="1148094" cy="2031244"/>
          </a:xfrm>
          <a:prstGeom prst="rect">
            <a:avLst/>
          </a:prstGeom>
        </p:spPr>
      </p:pic>
      <p:sp>
        <p:nvSpPr>
          <p:cNvPr id="4" name="TextBox 3">
            <a:extLst>
              <a:ext uri="{FF2B5EF4-FFF2-40B4-BE49-F238E27FC236}">
                <a16:creationId xmlns:a16="http://schemas.microsoft.com/office/drawing/2014/main" id="{6E3B0963-7B97-FD77-DACB-359CAB193DE7}"/>
              </a:ext>
            </a:extLst>
          </p:cNvPr>
          <p:cNvSpPr txBox="1"/>
          <p:nvPr/>
        </p:nvSpPr>
        <p:spPr>
          <a:xfrm>
            <a:off x="237404" y="5501271"/>
            <a:ext cx="2889398" cy="707886"/>
          </a:xfrm>
          <a:prstGeom prst="rect">
            <a:avLst/>
          </a:prstGeom>
          <a:noFill/>
        </p:spPr>
        <p:txBody>
          <a:bodyPr wrap="square" rtlCol="0">
            <a:spAutoFit/>
          </a:bodyPr>
          <a:lstStyle/>
          <a:p>
            <a:r>
              <a:rPr lang="en-GB" sz="1000" dirty="0">
                <a:latin typeface="+mn-lt"/>
              </a:rPr>
              <a:t>https://www.cisco.com/c/en/us/solutions/enterprise-networks/promotions-free-trials.html?dtid=oemels001119&amp;ecid=32864#~wireless-and-switching</a:t>
            </a:r>
          </a:p>
        </p:txBody>
      </p:sp>
      <p:sp>
        <p:nvSpPr>
          <p:cNvPr id="5" name="Rectangle: Rounded Corners 4">
            <a:extLst>
              <a:ext uri="{FF2B5EF4-FFF2-40B4-BE49-F238E27FC236}">
                <a16:creationId xmlns:a16="http://schemas.microsoft.com/office/drawing/2014/main" id="{9F7759DD-4751-3D6A-9FA4-811A00003777}"/>
              </a:ext>
            </a:extLst>
          </p:cNvPr>
          <p:cNvSpPr/>
          <p:nvPr/>
        </p:nvSpPr>
        <p:spPr>
          <a:xfrm>
            <a:off x="240634" y="3990015"/>
            <a:ext cx="1515196" cy="601275"/>
          </a:xfrm>
          <a:prstGeom prst="roundRect">
            <a:avLst/>
          </a:prstGeom>
          <a:noFill/>
          <a:ln w="5715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extBox 5">
            <a:extLst>
              <a:ext uri="{FF2B5EF4-FFF2-40B4-BE49-F238E27FC236}">
                <a16:creationId xmlns:a16="http://schemas.microsoft.com/office/drawing/2014/main" id="{35FBAC90-A162-E990-1B47-4A966531E837}"/>
              </a:ext>
            </a:extLst>
          </p:cNvPr>
          <p:cNvSpPr txBox="1"/>
          <p:nvPr/>
        </p:nvSpPr>
        <p:spPr>
          <a:xfrm>
            <a:off x="3872220" y="1217504"/>
            <a:ext cx="3167743" cy="400110"/>
          </a:xfrm>
          <a:prstGeom prst="rect">
            <a:avLst/>
          </a:prstGeom>
          <a:noFill/>
        </p:spPr>
        <p:txBody>
          <a:bodyPr wrap="square" rtlCol="0">
            <a:spAutoFit/>
          </a:bodyPr>
          <a:lstStyle/>
          <a:p>
            <a:r>
              <a:rPr lang="en-GB" sz="1000" dirty="0">
                <a:latin typeface="+mn-lt"/>
              </a:rPr>
              <a:t>https://www.cisco.com/c/en/us/solutions/enterprise-networks/promotions-free-trials.html</a:t>
            </a:r>
          </a:p>
        </p:txBody>
      </p:sp>
      <p:sp>
        <p:nvSpPr>
          <p:cNvPr id="7" name="TextBox 6">
            <a:extLst>
              <a:ext uri="{FF2B5EF4-FFF2-40B4-BE49-F238E27FC236}">
                <a16:creationId xmlns:a16="http://schemas.microsoft.com/office/drawing/2014/main" id="{E9470D4E-765A-C900-3FC9-C5A47CBDCF8A}"/>
              </a:ext>
            </a:extLst>
          </p:cNvPr>
          <p:cNvSpPr txBox="1"/>
          <p:nvPr/>
        </p:nvSpPr>
        <p:spPr>
          <a:xfrm>
            <a:off x="3872220" y="1947623"/>
            <a:ext cx="3341914" cy="553998"/>
          </a:xfrm>
          <a:prstGeom prst="rect">
            <a:avLst/>
          </a:prstGeom>
          <a:noFill/>
        </p:spPr>
        <p:txBody>
          <a:bodyPr wrap="square" rtlCol="0">
            <a:spAutoFit/>
          </a:bodyPr>
          <a:lstStyle/>
          <a:p>
            <a:r>
              <a:rPr lang="en-GB" sz="1000" dirty="0">
                <a:latin typeface="+mn-lt"/>
              </a:rPr>
              <a:t>https://www.cisco.com/c/en/us/solutions/enterprise-networks/promotions-free-trials/networking-remanufactured-equipment.html?</a:t>
            </a:r>
          </a:p>
        </p:txBody>
      </p:sp>
      <p:sp>
        <p:nvSpPr>
          <p:cNvPr id="8" name="TextBox 7">
            <a:extLst>
              <a:ext uri="{FF2B5EF4-FFF2-40B4-BE49-F238E27FC236}">
                <a16:creationId xmlns:a16="http://schemas.microsoft.com/office/drawing/2014/main" id="{4F8B4DED-8273-53B9-A9AD-E773600BDD62}"/>
              </a:ext>
            </a:extLst>
          </p:cNvPr>
          <p:cNvSpPr txBox="1"/>
          <p:nvPr/>
        </p:nvSpPr>
        <p:spPr>
          <a:xfrm>
            <a:off x="3872220" y="2772370"/>
            <a:ext cx="2971799" cy="553998"/>
          </a:xfrm>
          <a:prstGeom prst="rect">
            <a:avLst/>
          </a:prstGeom>
          <a:noFill/>
        </p:spPr>
        <p:txBody>
          <a:bodyPr wrap="square" rtlCol="0">
            <a:spAutoFit/>
          </a:bodyPr>
          <a:lstStyle/>
          <a:p>
            <a:r>
              <a:rPr lang="en-GB" sz="1000" dirty="0">
                <a:latin typeface="+mn-lt"/>
              </a:rPr>
              <a:t>https://www.cisco.com/site/us/en/products/networking/sdwan-routers/catalyst-8000-edge-platforms/index.html</a:t>
            </a:r>
          </a:p>
        </p:txBody>
      </p:sp>
      <p:sp>
        <p:nvSpPr>
          <p:cNvPr id="9" name="TextBox 8">
            <a:extLst>
              <a:ext uri="{FF2B5EF4-FFF2-40B4-BE49-F238E27FC236}">
                <a16:creationId xmlns:a16="http://schemas.microsoft.com/office/drawing/2014/main" id="{398DC6A1-D536-4754-A65E-94A1325741B6}"/>
              </a:ext>
            </a:extLst>
          </p:cNvPr>
          <p:cNvSpPr txBox="1"/>
          <p:nvPr/>
        </p:nvSpPr>
        <p:spPr>
          <a:xfrm>
            <a:off x="3872220" y="3646610"/>
            <a:ext cx="2792186" cy="400110"/>
          </a:xfrm>
          <a:prstGeom prst="rect">
            <a:avLst/>
          </a:prstGeom>
          <a:noFill/>
        </p:spPr>
        <p:txBody>
          <a:bodyPr wrap="square" rtlCol="0">
            <a:spAutoFit/>
          </a:bodyPr>
          <a:lstStyle/>
          <a:p>
            <a:r>
              <a:rPr lang="en-GB" sz="1000" dirty="0">
                <a:latin typeface="+mn-lt"/>
              </a:rPr>
              <a:t>https://www.cisco.com/site/us/en/solutions/secure-the-enterprise/index.html</a:t>
            </a:r>
          </a:p>
        </p:txBody>
      </p:sp>
      <p:sp>
        <p:nvSpPr>
          <p:cNvPr id="10" name="TextBox 9">
            <a:extLst>
              <a:ext uri="{FF2B5EF4-FFF2-40B4-BE49-F238E27FC236}">
                <a16:creationId xmlns:a16="http://schemas.microsoft.com/office/drawing/2014/main" id="{21B2E0DB-2272-3D3A-5F32-103C8835A0F2}"/>
              </a:ext>
            </a:extLst>
          </p:cNvPr>
          <p:cNvSpPr txBox="1"/>
          <p:nvPr/>
        </p:nvSpPr>
        <p:spPr>
          <a:xfrm>
            <a:off x="3872220" y="4519185"/>
            <a:ext cx="3086100" cy="400110"/>
          </a:xfrm>
          <a:prstGeom prst="rect">
            <a:avLst/>
          </a:prstGeom>
          <a:noFill/>
        </p:spPr>
        <p:txBody>
          <a:bodyPr wrap="square" rtlCol="0">
            <a:spAutoFit/>
          </a:bodyPr>
          <a:lstStyle/>
          <a:p>
            <a:r>
              <a:rPr lang="en-GB" sz="1000" dirty="0">
                <a:latin typeface="+mn-lt"/>
              </a:rPr>
              <a:t>https://www.cisco.com/site/us/en/products/security/firewalls/index.html</a:t>
            </a:r>
          </a:p>
        </p:txBody>
      </p:sp>
      <p:sp>
        <p:nvSpPr>
          <p:cNvPr id="11" name="TextBox 10">
            <a:extLst>
              <a:ext uri="{FF2B5EF4-FFF2-40B4-BE49-F238E27FC236}">
                <a16:creationId xmlns:a16="http://schemas.microsoft.com/office/drawing/2014/main" id="{7F24DA4E-E9FA-F103-5CBB-32594D382F88}"/>
              </a:ext>
            </a:extLst>
          </p:cNvPr>
          <p:cNvSpPr txBox="1"/>
          <p:nvPr/>
        </p:nvSpPr>
        <p:spPr>
          <a:xfrm>
            <a:off x="3872220" y="5342445"/>
            <a:ext cx="3178814" cy="400110"/>
          </a:xfrm>
          <a:prstGeom prst="rect">
            <a:avLst/>
          </a:prstGeom>
          <a:noFill/>
        </p:spPr>
        <p:txBody>
          <a:bodyPr wrap="square" rtlCol="0">
            <a:spAutoFit/>
          </a:bodyPr>
          <a:lstStyle/>
          <a:p>
            <a:r>
              <a:rPr lang="en-GB" sz="1000" dirty="0">
                <a:latin typeface="+mn-lt"/>
              </a:rPr>
              <a:t>https://www.cisco.com/c/en/us/products/security/firewalls/get-started.html?dtid=odicdc000509</a:t>
            </a:r>
          </a:p>
        </p:txBody>
      </p:sp>
      <p:pic>
        <p:nvPicPr>
          <p:cNvPr id="13" name="Picture 12">
            <a:extLst>
              <a:ext uri="{FF2B5EF4-FFF2-40B4-BE49-F238E27FC236}">
                <a16:creationId xmlns:a16="http://schemas.microsoft.com/office/drawing/2014/main" id="{26B947CD-9069-10D5-1608-1CF1870115FF}"/>
              </a:ext>
            </a:extLst>
          </p:cNvPr>
          <p:cNvPicPr>
            <a:picLocks noChangeAspect="1"/>
          </p:cNvPicPr>
          <p:nvPr/>
        </p:nvPicPr>
        <p:blipFill>
          <a:blip r:embed="rId4"/>
          <a:stretch>
            <a:fillRect/>
          </a:stretch>
        </p:blipFill>
        <p:spPr>
          <a:xfrm>
            <a:off x="7033647" y="1298873"/>
            <a:ext cx="2687799" cy="2152025"/>
          </a:xfrm>
          <a:prstGeom prst="rect">
            <a:avLst/>
          </a:prstGeom>
        </p:spPr>
      </p:pic>
      <p:pic>
        <p:nvPicPr>
          <p:cNvPr id="17" name="Picture 16" descr="Diagram&#10;&#10;Description automatically generated">
            <a:extLst>
              <a:ext uri="{FF2B5EF4-FFF2-40B4-BE49-F238E27FC236}">
                <a16:creationId xmlns:a16="http://schemas.microsoft.com/office/drawing/2014/main" id="{3291E169-091C-4E1A-3F87-C4398CD2F4B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41329" y="122004"/>
            <a:ext cx="975375" cy="765294"/>
          </a:xfrm>
          <a:prstGeom prst="rect">
            <a:avLst/>
          </a:prstGeom>
        </p:spPr>
      </p:pic>
      <p:grpSp>
        <p:nvGrpSpPr>
          <p:cNvPr id="115" name="Group 114">
            <a:extLst>
              <a:ext uri="{FF2B5EF4-FFF2-40B4-BE49-F238E27FC236}">
                <a16:creationId xmlns:a16="http://schemas.microsoft.com/office/drawing/2014/main" id="{43BC6DE1-F1A5-4926-F312-5BBA0236A2D8}"/>
              </a:ext>
            </a:extLst>
          </p:cNvPr>
          <p:cNvGrpSpPr/>
          <p:nvPr/>
        </p:nvGrpSpPr>
        <p:grpSpPr>
          <a:xfrm>
            <a:off x="10188994" y="1024467"/>
            <a:ext cx="1686861" cy="1876815"/>
            <a:chOff x="10188994" y="1024467"/>
            <a:chExt cx="1686861" cy="1876815"/>
          </a:xfrm>
        </p:grpSpPr>
        <p:sp>
          <p:nvSpPr>
            <p:cNvPr id="112" name="Rectangle: Rounded Corners 111">
              <a:extLst>
                <a:ext uri="{FF2B5EF4-FFF2-40B4-BE49-F238E27FC236}">
                  <a16:creationId xmlns:a16="http://schemas.microsoft.com/office/drawing/2014/main" id="{BBB3D97F-CCED-3018-8404-FBB51C144391}"/>
                </a:ext>
              </a:extLst>
            </p:cNvPr>
            <p:cNvSpPr/>
            <p:nvPr/>
          </p:nvSpPr>
          <p:spPr>
            <a:xfrm>
              <a:off x="10188994" y="1024467"/>
              <a:ext cx="1686861" cy="1876815"/>
            </a:xfrm>
            <a:prstGeom prst="roundRect">
              <a:avLst/>
            </a:prstGeom>
            <a:gradFill flip="none" rotWithShape="1">
              <a:gsLst>
                <a:gs pos="0">
                  <a:schemeClr val="accent4">
                    <a:lumMod val="67000"/>
                    <a:alpha val="68000"/>
                  </a:schemeClr>
                </a:gs>
                <a:gs pos="48000">
                  <a:schemeClr val="accent4">
                    <a:lumMod val="97000"/>
                    <a:lumOff val="3000"/>
                  </a:schemeClr>
                </a:gs>
                <a:gs pos="100000">
                  <a:schemeClr val="accent4">
                    <a:lumMod val="60000"/>
                    <a:lumOff val="40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2" name="Group 11">
              <a:extLst>
                <a:ext uri="{FF2B5EF4-FFF2-40B4-BE49-F238E27FC236}">
                  <a16:creationId xmlns:a16="http://schemas.microsoft.com/office/drawing/2014/main" id="{0030B23D-6C27-BC17-CEA6-97CFE779ECE9}"/>
                </a:ext>
              </a:extLst>
            </p:cNvPr>
            <p:cNvGrpSpPr/>
            <p:nvPr/>
          </p:nvGrpSpPr>
          <p:grpSpPr>
            <a:xfrm>
              <a:off x="10374148" y="1108248"/>
              <a:ext cx="1334369" cy="761318"/>
              <a:chOff x="1202953" y="1032737"/>
              <a:chExt cx="1676400" cy="955810"/>
            </a:xfrm>
          </p:grpSpPr>
          <p:grpSp>
            <p:nvGrpSpPr>
              <p:cNvPr id="14" name="Group 28">
                <a:extLst>
                  <a:ext uri="{FF2B5EF4-FFF2-40B4-BE49-F238E27FC236}">
                    <a16:creationId xmlns:a16="http://schemas.microsoft.com/office/drawing/2014/main" id="{36B114CC-4CE4-5399-09CC-777151894A4B}"/>
                  </a:ext>
                </a:extLst>
              </p:cNvPr>
              <p:cNvGrpSpPr>
                <a:grpSpLocks noChangeAspect="1"/>
              </p:cNvGrpSpPr>
              <p:nvPr/>
            </p:nvGrpSpPr>
            <p:grpSpPr bwMode="auto">
              <a:xfrm>
                <a:off x="1700330" y="1032737"/>
                <a:ext cx="681646" cy="756257"/>
                <a:chOff x="2409" y="1098"/>
                <a:chExt cx="941" cy="1044"/>
              </a:xfrm>
            </p:grpSpPr>
            <p:sp>
              <p:nvSpPr>
                <p:cNvPr id="18" name="Freeform 29">
                  <a:extLst>
                    <a:ext uri="{FF2B5EF4-FFF2-40B4-BE49-F238E27FC236}">
                      <a16:creationId xmlns:a16="http://schemas.microsoft.com/office/drawing/2014/main" id="{66B78F27-569E-9253-5C3D-3C1C7ECC67D8}"/>
                    </a:ext>
                  </a:extLst>
                </p:cNvPr>
                <p:cNvSpPr>
                  <a:spLocks/>
                </p:cNvSpPr>
                <p:nvPr/>
              </p:nvSpPr>
              <p:spPr bwMode="auto">
                <a:xfrm>
                  <a:off x="2409" y="1507"/>
                  <a:ext cx="217" cy="285"/>
                </a:xfrm>
                <a:custGeom>
                  <a:avLst/>
                  <a:gdLst>
                    <a:gd name="T0" fmla="*/ 132 w 177"/>
                    <a:gd name="T1" fmla="*/ 238 h 238"/>
                    <a:gd name="T2" fmla="*/ 45 w 177"/>
                    <a:gd name="T3" fmla="*/ 238 h 238"/>
                    <a:gd name="T4" fmla="*/ 0 w 177"/>
                    <a:gd name="T5" fmla="*/ 192 h 238"/>
                    <a:gd name="T6" fmla="*/ 0 w 177"/>
                    <a:gd name="T7" fmla="*/ 45 h 238"/>
                    <a:gd name="T8" fmla="*/ 45 w 177"/>
                    <a:gd name="T9" fmla="*/ 0 h 238"/>
                    <a:gd name="T10" fmla="*/ 132 w 177"/>
                    <a:gd name="T11" fmla="*/ 0 h 238"/>
                    <a:gd name="T12" fmla="*/ 177 w 177"/>
                    <a:gd name="T13" fmla="*/ 45 h 238"/>
                    <a:gd name="T14" fmla="*/ 177 w 177"/>
                    <a:gd name="T15" fmla="*/ 192 h 238"/>
                    <a:gd name="T16" fmla="*/ 132 w 177"/>
                    <a:gd name="T17" fmla="*/ 23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7" h="238">
                      <a:moveTo>
                        <a:pt x="132" y="238"/>
                      </a:moveTo>
                      <a:cubicBezTo>
                        <a:pt x="45" y="238"/>
                        <a:pt x="45" y="238"/>
                        <a:pt x="45" y="238"/>
                      </a:cubicBezTo>
                      <a:cubicBezTo>
                        <a:pt x="20" y="238"/>
                        <a:pt x="0" y="217"/>
                        <a:pt x="0" y="192"/>
                      </a:cubicBezTo>
                      <a:cubicBezTo>
                        <a:pt x="0" y="45"/>
                        <a:pt x="0" y="45"/>
                        <a:pt x="0" y="45"/>
                      </a:cubicBezTo>
                      <a:cubicBezTo>
                        <a:pt x="0" y="20"/>
                        <a:pt x="20" y="0"/>
                        <a:pt x="45" y="0"/>
                      </a:cubicBezTo>
                      <a:cubicBezTo>
                        <a:pt x="132" y="0"/>
                        <a:pt x="132" y="0"/>
                        <a:pt x="132" y="0"/>
                      </a:cubicBezTo>
                      <a:cubicBezTo>
                        <a:pt x="157" y="0"/>
                        <a:pt x="177" y="20"/>
                        <a:pt x="177" y="45"/>
                      </a:cubicBezTo>
                      <a:cubicBezTo>
                        <a:pt x="177" y="192"/>
                        <a:pt x="177" y="192"/>
                        <a:pt x="177" y="192"/>
                      </a:cubicBezTo>
                      <a:cubicBezTo>
                        <a:pt x="177" y="217"/>
                        <a:pt x="157" y="238"/>
                        <a:pt x="132" y="238"/>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Oval 30">
                  <a:extLst>
                    <a:ext uri="{FF2B5EF4-FFF2-40B4-BE49-F238E27FC236}">
                      <a16:creationId xmlns:a16="http://schemas.microsoft.com/office/drawing/2014/main" id="{EB6A9D0B-14C4-1919-C7B0-D88A5C545FF1}"/>
                    </a:ext>
                  </a:extLst>
                </p:cNvPr>
                <p:cNvSpPr>
                  <a:spLocks noChangeArrowheads="1"/>
                </p:cNvSpPr>
                <p:nvPr/>
              </p:nvSpPr>
              <p:spPr bwMode="auto">
                <a:xfrm>
                  <a:off x="2452" y="1327"/>
                  <a:ext cx="131" cy="128"/>
                </a:xfrm>
                <a:prstGeom prst="ellipse">
                  <a:avLst/>
                </a:pr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31">
                  <a:extLst>
                    <a:ext uri="{FF2B5EF4-FFF2-40B4-BE49-F238E27FC236}">
                      <a16:creationId xmlns:a16="http://schemas.microsoft.com/office/drawing/2014/main" id="{3C88AC52-B8B8-7564-5532-4ED0F4765EA9}"/>
                    </a:ext>
                  </a:extLst>
                </p:cNvPr>
                <p:cNvSpPr>
                  <a:spLocks/>
                </p:cNvSpPr>
                <p:nvPr/>
              </p:nvSpPr>
              <p:spPr bwMode="auto">
                <a:xfrm>
                  <a:off x="3132" y="1507"/>
                  <a:ext cx="218" cy="285"/>
                </a:xfrm>
                <a:custGeom>
                  <a:avLst/>
                  <a:gdLst>
                    <a:gd name="T0" fmla="*/ 133 w 178"/>
                    <a:gd name="T1" fmla="*/ 238 h 238"/>
                    <a:gd name="T2" fmla="*/ 46 w 178"/>
                    <a:gd name="T3" fmla="*/ 238 h 238"/>
                    <a:gd name="T4" fmla="*/ 0 w 178"/>
                    <a:gd name="T5" fmla="*/ 192 h 238"/>
                    <a:gd name="T6" fmla="*/ 0 w 178"/>
                    <a:gd name="T7" fmla="*/ 45 h 238"/>
                    <a:gd name="T8" fmla="*/ 46 w 178"/>
                    <a:gd name="T9" fmla="*/ 0 h 238"/>
                    <a:gd name="T10" fmla="*/ 133 w 178"/>
                    <a:gd name="T11" fmla="*/ 0 h 238"/>
                    <a:gd name="T12" fmla="*/ 178 w 178"/>
                    <a:gd name="T13" fmla="*/ 45 h 238"/>
                    <a:gd name="T14" fmla="*/ 178 w 178"/>
                    <a:gd name="T15" fmla="*/ 192 h 238"/>
                    <a:gd name="T16" fmla="*/ 133 w 178"/>
                    <a:gd name="T17" fmla="*/ 23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8" h="238">
                      <a:moveTo>
                        <a:pt x="133" y="238"/>
                      </a:moveTo>
                      <a:cubicBezTo>
                        <a:pt x="46" y="238"/>
                        <a:pt x="46" y="238"/>
                        <a:pt x="46" y="238"/>
                      </a:cubicBezTo>
                      <a:cubicBezTo>
                        <a:pt x="21" y="238"/>
                        <a:pt x="0" y="217"/>
                        <a:pt x="0" y="192"/>
                      </a:cubicBezTo>
                      <a:cubicBezTo>
                        <a:pt x="0" y="45"/>
                        <a:pt x="0" y="45"/>
                        <a:pt x="0" y="45"/>
                      </a:cubicBezTo>
                      <a:cubicBezTo>
                        <a:pt x="0" y="20"/>
                        <a:pt x="21" y="0"/>
                        <a:pt x="46" y="0"/>
                      </a:cubicBezTo>
                      <a:cubicBezTo>
                        <a:pt x="133" y="0"/>
                        <a:pt x="133" y="0"/>
                        <a:pt x="133" y="0"/>
                      </a:cubicBezTo>
                      <a:cubicBezTo>
                        <a:pt x="158" y="0"/>
                        <a:pt x="178" y="20"/>
                        <a:pt x="178" y="45"/>
                      </a:cubicBezTo>
                      <a:cubicBezTo>
                        <a:pt x="178" y="192"/>
                        <a:pt x="178" y="192"/>
                        <a:pt x="178" y="192"/>
                      </a:cubicBezTo>
                      <a:cubicBezTo>
                        <a:pt x="178" y="217"/>
                        <a:pt x="158" y="238"/>
                        <a:pt x="133" y="238"/>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Oval 32">
                  <a:extLst>
                    <a:ext uri="{FF2B5EF4-FFF2-40B4-BE49-F238E27FC236}">
                      <a16:creationId xmlns:a16="http://schemas.microsoft.com/office/drawing/2014/main" id="{D68ED86A-CFC3-47D5-34BB-B63CC4B8DE9A}"/>
                    </a:ext>
                  </a:extLst>
                </p:cNvPr>
                <p:cNvSpPr>
                  <a:spLocks noChangeArrowheads="1"/>
                </p:cNvSpPr>
                <p:nvPr/>
              </p:nvSpPr>
              <p:spPr bwMode="auto">
                <a:xfrm>
                  <a:off x="3176" y="1327"/>
                  <a:ext cx="131" cy="128"/>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33">
                  <a:extLst>
                    <a:ext uri="{FF2B5EF4-FFF2-40B4-BE49-F238E27FC236}">
                      <a16:creationId xmlns:a16="http://schemas.microsoft.com/office/drawing/2014/main" id="{0271F196-BEBB-671B-03C8-8B4670C32073}"/>
                    </a:ext>
                  </a:extLst>
                </p:cNvPr>
                <p:cNvSpPr>
                  <a:spLocks/>
                </p:cNvSpPr>
                <p:nvPr/>
              </p:nvSpPr>
              <p:spPr bwMode="auto">
                <a:xfrm>
                  <a:off x="2771" y="1279"/>
                  <a:ext cx="217" cy="284"/>
                </a:xfrm>
                <a:custGeom>
                  <a:avLst/>
                  <a:gdLst>
                    <a:gd name="T0" fmla="*/ 132 w 177"/>
                    <a:gd name="T1" fmla="*/ 237 h 237"/>
                    <a:gd name="T2" fmla="*/ 45 w 177"/>
                    <a:gd name="T3" fmla="*/ 237 h 237"/>
                    <a:gd name="T4" fmla="*/ 0 w 177"/>
                    <a:gd name="T5" fmla="*/ 192 h 237"/>
                    <a:gd name="T6" fmla="*/ 0 w 177"/>
                    <a:gd name="T7" fmla="*/ 45 h 237"/>
                    <a:gd name="T8" fmla="*/ 45 w 177"/>
                    <a:gd name="T9" fmla="*/ 0 h 237"/>
                    <a:gd name="T10" fmla="*/ 132 w 177"/>
                    <a:gd name="T11" fmla="*/ 0 h 237"/>
                    <a:gd name="T12" fmla="*/ 177 w 177"/>
                    <a:gd name="T13" fmla="*/ 45 h 237"/>
                    <a:gd name="T14" fmla="*/ 177 w 177"/>
                    <a:gd name="T15" fmla="*/ 192 h 237"/>
                    <a:gd name="T16" fmla="*/ 132 w 177"/>
                    <a:gd name="T17" fmla="*/ 237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7" h="237">
                      <a:moveTo>
                        <a:pt x="132" y="237"/>
                      </a:moveTo>
                      <a:cubicBezTo>
                        <a:pt x="45" y="237"/>
                        <a:pt x="45" y="237"/>
                        <a:pt x="45" y="237"/>
                      </a:cubicBezTo>
                      <a:cubicBezTo>
                        <a:pt x="20" y="237"/>
                        <a:pt x="0" y="217"/>
                        <a:pt x="0" y="192"/>
                      </a:cubicBezTo>
                      <a:cubicBezTo>
                        <a:pt x="0" y="45"/>
                        <a:pt x="0" y="45"/>
                        <a:pt x="0" y="45"/>
                      </a:cubicBezTo>
                      <a:cubicBezTo>
                        <a:pt x="0" y="20"/>
                        <a:pt x="20" y="0"/>
                        <a:pt x="45" y="0"/>
                      </a:cubicBezTo>
                      <a:cubicBezTo>
                        <a:pt x="132" y="0"/>
                        <a:pt x="132" y="0"/>
                        <a:pt x="132" y="0"/>
                      </a:cubicBezTo>
                      <a:cubicBezTo>
                        <a:pt x="157" y="0"/>
                        <a:pt x="177" y="20"/>
                        <a:pt x="177" y="45"/>
                      </a:cubicBezTo>
                      <a:cubicBezTo>
                        <a:pt x="177" y="192"/>
                        <a:pt x="177" y="192"/>
                        <a:pt x="177" y="192"/>
                      </a:cubicBezTo>
                      <a:cubicBezTo>
                        <a:pt x="177" y="217"/>
                        <a:pt x="157" y="237"/>
                        <a:pt x="132" y="23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Oval 34">
                  <a:extLst>
                    <a:ext uri="{FF2B5EF4-FFF2-40B4-BE49-F238E27FC236}">
                      <a16:creationId xmlns:a16="http://schemas.microsoft.com/office/drawing/2014/main" id="{42CF64EC-C623-483C-FA78-39D51451E1E2}"/>
                    </a:ext>
                  </a:extLst>
                </p:cNvPr>
                <p:cNvSpPr>
                  <a:spLocks noChangeArrowheads="1"/>
                </p:cNvSpPr>
                <p:nvPr/>
              </p:nvSpPr>
              <p:spPr bwMode="auto">
                <a:xfrm>
                  <a:off x="2814" y="1098"/>
                  <a:ext cx="131"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35">
                  <a:extLst>
                    <a:ext uri="{FF2B5EF4-FFF2-40B4-BE49-F238E27FC236}">
                      <a16:creationId xmlns:a16="http://schemas.microsoft.com/office/drawing/2014/main" id="{7F482CB4-D945-846E-AC82-B210DA987165}"/>
                    </a:ext>
                  </a:extLst>
                </p:cNvPr>
                <p:cNvSpPr>
                  <a:spLocks/>
                </p:cNvSpPr>
                <p:nvPr/>
              </p:nvSpPr>
              <p:spPr bwMode="auto">
                <a:xfrm>
                  <a:off x="2771" y="1858"/>
                  <a:ext cx="217" cy="284"/>
                </a:xfrm>
                <a:custGeom>
                  <a:avLst/>
                  <a:gdLst>
                    <a:gd name="T0" fmla="*/ 132 w 177"/>
                    <a:gd name="T1" fmla="*/ 237 h 237"/>
                    <a:gd name="T2" fmla="*/ 45 w 177"/>
                    <a:gd name="T3" fmla="*/ 237 h 237"/>
                    <a:gd name="T4" fmla="*/ 0 w 177"/>
                    <a:gd name="T5" fmla="*/ 192 h 237"/>
                    <a:gd name="T6" fmla="*/ 0 w 177"/>
                    <a:gd name="T7" fmla="*/ 45 h 237"/>
                    <a:gd name="T8" fmla="*/ 45 w 177"/>
                    <a:gd name="T9" fmla="*/ 0 h 237"/>
                    <a:gd name="T10" fmla="*/ 132 w 177"/>
                    <a:gd name="T11" fmla="*/ 0 h 237"/>
                    <a:gd name="T12" fmla="*/ 177 w 177"/>
                    <a:gd name="T13" fmla="*/ 45 h 237"/>
                    <a:gd name="T14" fmla="*/ 177 w 177"/>
                    <a:gd name="T15" fmla="*/ 192 h 237"/>
                    <a:gd name="T16" fmla="*/ 132 w 177"/>
                    <a:gd name="T17" fmla="*/ 237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7" h="237">
                      <a:moveTo>
                        <a:pt x="132" y="237"/>
                      </a:moveTo>
                      <a:cubicBezTo>
                        <a:pt x="45" y="237"/>
                        <a:pt x="45" y="237"/>
                        <a:pt x="45" y="237"/>
                      </a:cubicBezTo>
                      <a:cubicBezTo>
                        <a:pt x="20" y="237"/>
                        <a:pt x="0" y="217"/>
                        <a:pt x="0" y="192"/>
                      </a:cubicBezTo>
                      <a:cubicBezTo>
                        <a:pt x="0" y="45"/>
                        <a:pt x="0" y="45"/>
                        <a:pt x="0" y="45"/>
                      </a:cubicBezTo>
                      <a:cubicBezTo>
                        <a:pt x="0" y="20"/>
                        <a:pt x="20" y="0"/>
                        <a:pt x="45" y="0"/>
                      </a:cubicBezTo>
                      <a:cubicBezTo>
                        <a:pt x="132" y="0"/>
                        <a:pt x="132" y="0"/>
                        <a:pt x="132" y="0"/>
                      </a:cubicBezTo>
                      <a:cubicBezTo>
                        <a:pt x="157" y="0"/>
                        <a:pt x="177" y="20"/>
                        <a:pt x="177" y="45"/>
                      </a:cubicBezTo>
                      <a:cubicBezTo>
                        <a:pt x="177" y="192"/>
                        <a:pt x="177" y="192"/>
                        <a:pt x="177" y="192"/>
                      </a:cubicBezTo>
                      <a:cubicBezTo>
                        <a:pt x="177" y="217"/>
                        <a:pt x="157" y="237"/>
                        <a:pt x="132" y="237"/>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Oval 36">
                  <a:extLst>
                    <a:ext uri="{FF2B5EF4-FFF2-40B4-BE49-F238E27FC236}">
                      <a16:creationId xmlns:a16="http://schemas.microsoft.com/office/drawing/2014/main" id="{C855048F-23AE-739E-5E5B-AA9102C5DD06}"/>
                    </a:ext>
                  </a:extLst>
                </p:cNvPr>
                <p:cNvSpPr>
                  <a:spLocks noChangeArrowheads="1"/>
                </p:cNvSpPr>
                <p:nvPr/>
              </p:nvSpPr>
              <p:spPr bwMode="auto">
                <a:xfrm>
                  <a:off x="2814" y="1677"/>
                  <a:ext cx="131" cy="12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37">
                  <a:extLst>
                    <a:ext uri="{FF2B5EF4-FFF2-40B4-BE49-F238E27FC236}">
                      <a16:creationId xmlns:a16="http://schemas.microsoft.com/office/drawing/2014/main" id="{DC278B9C-7641-694E-5616-00356A096B49}"/>
                    </a:ext>
                  </a:extLst>
                </p:cNvPr>
                <p:cNvSpPr>
                  <a:spLocks/>
                </p:cNvSpPr>
                <p:nvPr/>
              </p:nvSpPr>
              <p:spPr bwMode="auto">
                <a:xfrm>
                  <a:off x="2713" y="1392"/>
                  <a:ext cx="33" cy="33"/>
                </a:xfrm>
                <a:custGeom>
                  <a:avLst/>
                  <a:gdLst>
                    <a:gd name="T0" fmla="*/ 22 w 27"/>
                    <a:gd name="T1" fmla="*/ 5 h 27"/>
                    <a:gd name="T2" fmla="*/ 22 w 27"/>
                    <a:gd name="T3" fmla="*/ 23 h 27"/>
                    <a:gd name="T4" fmla="*/ 5 w 27"/>
                    <a:gd name="T5" fmla="*/ 23 h 27"/>
                    <a:gd name="T6" fmla="*/ 5 w 27"/>
                    <a:gd name="T7" fmla="*/ 5 h 27"/>
                    <a:gd name="T8" fmla="*/ 22 w 27"/>
                    <a:gd name="T9" fmla="*/ 5 h 27"/>
                  </a:gdLst>
                  <a:ahLst/>
                  <a:cxnLst>
                    <a:cxn ang="0">
                      <a:pos x="T0" y="T1"/>
                    </a:cxn>
                    <a:cxn ang="0">
                      <a:pos x="T2" y="T3"/>
                    </a:cxn>
                    <a:cxn ang="0">
                      <a:pos x="T4" y="T5"/>
                    </a:cxn>
                    <a:cxn ang="0">
                      <a:pos x="T6" y="T7"/>
                    </a:cxn>
                    <a:cxn ang="0">
                      <a:pos x="T8" y="T9"/>
                    </a:cxn>
                  </a:cxnLst>
                  <a:rect l="0" t="0" r="r" b="b"/>
                  <a:pathLst>
                    <a:path w="27" h="27">
                      <a:moveTo>
                        <a:pt x="22" y="5"/>
                      </a:moveTo>
                      <a:cubicBezTo>
                        <a:pt x="27" y="10"/>
                        <a:pt x="27" y="18"/>
                        <a:pt x="22" y="23"/>
                      </a:cubicBezTo>
                      <a:cubicBezTo>
                        <a:pt x="18" y="27"/>
                        <a:pt x="10" y="27"/>
                        <a:pt x="5" y="23"/>
                      </a:cubicBezTo>
                      <a:cubicBezTo>
                        <a:pt x="0" y="18"/>
                        <a:pt x="0" y="10"/>
                        <a:pt x="5" y="5"/>
                      </a:cubicBezTo>
                      <a:cubicBezTo>
                        <a:pt x="10" y="0"/>
                        <a:pt x="18" y="0"/>
                        <a:pt x="22" y="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38">
                  <a:extLst>
                    <a:ext uri="{FF2B5EF4-FFF2-40B4-BE49-F238E27FC236}">
                      <a16:creationId xmlns:a16="http://schemas.microsoft.com/office/drawing/2014/main" id="{80D7EC95-F2FF-8EE3-6EDD-117BC7E3500D}"/>
                    </a:ext>
                  </a:extLst>
                </p:cNvPr>
                <p:cNvSpPr>
                  <a:spLocks/>
                </p:cNvSpPr>
                <p:nvPr/>
              </p:nvSpPr>
              <p:spPr bwMode="auto">
                <a:xfrm>
                  <a:off x="2661" y="1422"/>
                  <a:ext cx="33" cy="34"/>
                </a:xfrm>
                <a:custGeom>
                  <a:avLst/>
                  <a:gdLst>
                    <a:gd name="T0" fmla="*/ 22 w 27"/>
                    <a:gd name="T1" fmla="*/ 5 h 28"/>
                    <a:gd name="T2" fmla="*/ 22 w 27"/>
                    <a:gd name="T3" fmla="*/ 23 h 28"/>
                    <a:gd name="T4" fmla="*/ 5 w 27"/>
                    <a:gd name="T5" fmla="*/ 23 h 28"/>
                    <a:gd name="T6" fmla="*/ 5 w 27"/>
                    <a:gd name="T7" fmla="*/ 5 h 28"/>
                    <a:gd name="T8" fmla="*/ 22 w 27"/>
                    <a:gd name="T9" fmla="*/ 5 h 28"/>
                  </a:gdLst>
                  <a:ahLst/>
                  <a:cxnLst>
                    <a:cxn ang="0">
                      <a:pos x="T0" y="T1"/>
                    </a:cxn>
                    <a:cxn ang="0">
                      <a:pos x="T2" y="T3"/>
                    </a:cxn>
                    <a:cxn ang="0">
                      <a:pos x="T4" y="T5"/>
                    </a:cxn>
                    <a:cxn ang="0">
                      <a:pos x="T6" y="T7"/>
                    </a:cxn>
                    <a:cxn ang="0">
                      <a:pos x="T8" y="T9"/>
                    </a:cxn>
                  </a:cxnLst>
                  <a:rect l="0" t="0" r="r" b="b"/>
                  <a:pathLst>
                    <a:path w="27" h="28">
                      <a:moveTo>
                        <a:pt x="22" y="5"/>
                      </a:moveTo>
                      <a:cubicBezTo>
                        <a:pt x="27" y="10"/>
                        <a:pt x="27" y="18"/>
                        <a:pt x="22" y="23"/>
                      </a:cubicBezTo>
                      <a:cubicBezTo>
                        <a:pt x="18" y="28"/>
                        <a:pt x="10" y="28"/>
                        <a:pt x="5" y="23"/>
                      </a:cubicBezTo>
                      <a:cubicBezTo>
                        <a:pt x="0" y="18"/>
                        <a:pt x="0" y="10"/>
                        <a:pt x="5" y="5"/>
                      </a:cubicBezTo>
                      <a:cubicBezTo>
                        <a:pt x="10" y="0"/>
                        <a:pt x="18" y="0"/>
                        <a:pt x="22" y="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39">
                  <a:extLst>
                    <a:ext uri="{FF2B5EF4-FFF2-40B4-BE49-F238E27FC236}">
                      <a16:creationId xmlns:a16="http://schemas.microsoft.com/office/drawing/2014/main" id="{0CAC78F2-AB20-413E-81A8-98B7DA9517EE}"/>
                    </a:ext>
                  </a:extLst>
                </p:cNvPr>
                <p:cNvSpPr>
                  <a:spLocks/>
                </p:cNvSpPr>
                <p:nvPr/>
              </p:nvSpPr>
              <p:spPr bwMode="auto">
                <a:xfrm>
                  <a:off x="2630" y="1474"/>
                  <a:ext cx="33" cy="33"/>
                </a:xfrm>
                <a:custGeom>
                  <a:avLst/>
                  <a:gdLst>
                    <a:gd name="T0" fmla="*/ 22 w 27"/>
                    <a:gd name="T1" fmla="*/ 5 h 28"/>
                    <a:gd name="T2" fmla="*/ 22 w 27"/>
                    <a:gd name="T3" fmla="*/ 23 h 28"/>
                    <a:gd name="T4" fmla="*/ 5 w 27"/>
                    <a:gd name="T5" fmla="*/ 23 h 28"/>
                    <a:gd name="T6" fmla="*/ 5 w 27"/>
                    <a:gd name="T7" fmla="*/ 5 h 28"/>
                    <a:gd name="T8" fmla="*/ 22 w 27"/>
                    <a:gd name="T9" fmla="*/ 5 h 28"/>
                  </a:gdLst>
                  <a:ahLst/>
                  <a:cxnLst>
                    <a:cxn ang="0">
                      <a:pos x="T0" y="T1"/>
                    </a:cxn>
                    <a:cxn ang="0">
                      <a:pos x="T2" y="T3"/>
                    </a:cxn>
                    <a:cxn ang="0">
                      <a:pos x="T4" y="T5"/>
                    </a:cxn>
                    <a:cxn ang="0">
                      <a:pos x="T6" y="T7"/>
                    </a:cxn>
                    <a:cxn ang="0">
                      <a:pos x="T8" y="T9"/>
                    </a:cxn>
                  </a:cxnLst>
                  <a:rect l="0" t="0" r="r" b="b"/>
                  <a:pathLst>
                    <a:path w="27" h="28">
                      <a:moveTo>
                        <a:pt x="22" y="5"/>
                      </a:moveTo>
                      <a:cubicBezTo>
                        <a:pt x="27" y="10"/>
                        <a:pt x="27" y="18"/>
                        <a:pt x="22" y="23"/>
                      </a:cubicBezTo>
                      <a:cubicBezTo>
                        <a:pt x="17" y="28"/>
                        <a:pt x="9" y="28"/>
                        <a:pt x="5" y="23"/>
                      </a:cubicBezTo>
                      <a:cubicBezTo>
                        <a:pt x="0" y="18"/>
                        <a:pt x="0" y="10"/>
                        <a:pt x="5" y="5"/>
                      </a:cubicBezTo>
                      <a:cubicBezTo>
                        <a:pt x="9" y="0"/>
                        <a:pt x="17" y="0"/>
                        <a:pt x="22" y="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40">
                  <a:extLst>
                    <a:ext uri="{FF2B5EF4-FFF2-40B4-BE49-F238E27FC236}">
                      <a16:creationId xmlns:a16="http://schemas.microsoft.com/office/drawing/2014/main" id="{E018B754-7D77-C6FB-6FAB-85772C5C06E5}"/>
                    </a:ext>
                  </a:extLst>
                </p:cNvPr>
                <p:cNvSpPr>
                  <a:spLocks/>
                </p:cNvSpPr>
                <p:nvPr/>
              </p:nvSpPr>
              <p:spPr bwMode="auto">
                <a:xfrm>
                  <a:off x="3011" y="1392"/>
                  <a:ext cx="35" cy="33"/>
                </a:xfrm>
                <a:custGeom>
                  <a:avLst/>
                  <a:gdLst>
                    <a:gd name="T0" fmla="*/ 5 w 28"/>
                    <a:gd name="T1" fmla="*/ 5 h 27"/>
                    <a:gd name="T2" fmla="*/ 5 w 28"/>
                    <a:gd name="T3" fmla="*/ 23 h 27"/>
                    <a:gd name="T4" fmla="*/ 23 w 28"/>
                    <a:gd name="T5" fmla="*/ 23 h 27"/>
                    <a:gd name="T6" fmla="*/ 23 w 28"/>
                    <a:gd name="T7" fmla="*/ 5 h 27"/>
                    <a:gd name="T8" fmla="*/ 5 w 28"/>
                    <a:gd name="T9" fmla="*/ 5 h 27"/>
                  </a:gdLst>
                  <a:ahLst/>
                  <a:cxnLst>
                    <a:cxn ang="0">
                      <a:pos x="T0" y="T1"/>
                    </a:cxn>
                    <a:cxn ang="0">
                      <a:pos x="T2" y="T3"/>
                    </a:cxn>
                    <a:cxn ang="0">
                      <a:pos x="T4" y="T5"/>
                    </a:cxn>
                    <a:cxn ang="0">
                      <a:pos x="T6" y="T7"/>
                    </a:cxn>
                    <a:cxn ang="0">
                      <a:pos x="T8" y="T9"/>
                    </a:cxn>
                  </a:cxnLst>
                  <a:rect l="0" t="0" r="r" b="b"/>
                  <a:pathLst>
                    <a:path w="28" h="27">
                      <a:moveTo>
                        <a:pt x="5" y="5"/>
                      </a:moveTo>
                      <a:cubicBezTo>
                        <a:pt x="0" y="10"/>
                        <a:pt x="0" y="18"/>
                        <a:pt x="5" y="23"/>
                      </a:cubicBezTo>
                      <a:cubicBezTo>
                        <a:pt x="10" y="27"/>
                        <a:pt x="18" y="27"/>
                        <a:pt x="23" y="23"/>
                      </a:cubicBezTo>
                      <a:cubicBezTo>
                        <a:pt x="28" y="18"/>
                        <a:pt x="28" y="10"/>
                        <a:pt x="23" y="5"/>
                      </a:cubicBezTo>
                      <a:cubicBezTo>
                        <a:pt x="18" y="0"/>
                        <a:pt x="10" y="0"/>
                        <a:pt x="5" y="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41">
                  <a:extLst>
                    <a:ext uri="{FF2B5EF4-FFF2-40B4-BE49-F238E27FC236}">
                      <a16:creationId xmlns:a16="http://schemas.microsoft.com/office/drawing/2014/main" id="{3E1E57DA-DC00-D739-C3C8-A500881267C6}"/>
                    </a:ext>
                  </a:extLst>
                </p:cNvPr>
                <p:cNvSpPr>
                  <a:spLocks/>
                </p:cNvSpPr>
                <p:nvPr/>
              </p:nvSpPr>
              <p:spPr bwMode="auto">
                <a:xfrm>
                  <a:off x="3064" y="1422"/>
                  <a:ext cx="34" cy="34"/>
                </a:xfrm>
                <a:custGeom>
                  <a:avLst/>
                  <a:gdLst>
                    <a:gd name="T0" fmla="*/ 5 w 28"/>
                    <a:gd name="T1" fmla="*/ 5 h 28"/>
                    <a:gd name="T2" fmla="*/ 5 w 28"/>
                    <a:gd name="T3" fmla="*/ 23 h 28"/>
                    <a:gd name="T4" fmla="*/ 23 w 28"/>
                    <a:gd name="T5" fmla="*/ 23 h 28"/>
                    <a:gd name="T6" fmla="*/ 23 w 28"/>
                    <a:gd name="T7" fmla="*/ 5 h 28"/>
                    <a:gd name="T8" fmla="*/ 5 w 28"/>
                    <a:gd name="T9" fmla="*/ 5 h 28"/>
                  </a:gdLst>
                  <a:ahLst/>
                  <a:cxnLst>
                    <a:cxn ang="0">
                      <a:pos x="T0" y="T1"/>
                    </a:cxn>
                    <a:cxn ang="0">
                      <a:pos x="T2" y="T3"/>
                    </a:cxn>
                    <a:cxn ang="0">
                      <a:pos x="T4" y="T5"/>
                    </a:cxn>
                    <a:cxn ang="0">
                      <a:pos x="T6" y="T7"/>
                    </a:cxn>
                    <a:cxn ang="0">
                      <a:pos x="T8" y="T9"/>
                    </a:cxn>
                  </a:cxnLst>
                  <a:rect l="0" t="0" r="r" b="b"/>
                  <a:pathLst>
                    <a:path w="28" h="28">
                      <a:moveTo>
                        <a:pt x="5" y="5"/>
                      </a:moveTo>
                      <a:cubicBezTo>
                        <a:pt x="0" y="10"/>
                        <a:pt x="0" y="18"/>
                        <a:pt x="5" y="23"/>
                      </a:cubicBezTo>
                      <a:cubicBezTo>
                        <a:pt x="10" y="28"/>
                        <a:pt x="18" y="28"/>
                        <a:pt x="23" y="23"/>
                      </a:cubicBezTo>
                      <a:cubicBezTo>
                        <a:pt x="28" y="18"/>
                        <a:pt x="28" y="10"/>
                        <a:pt x="23" y="5"/>
                      </a:cubicBezTo>
                      <a:cubicBezTo>
                        <a:pt x="18" y="0"/>
                        <a:pt x="10" y="0"/>
                        <a:pt x="5" y="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42">
                  <a:extLst>
                    <a:ext uri="{FF2B5EF4-FFF2-40B4-BE49-F238E27FC236}">
                      <a16:creationId xmlns:a16="http://schemas.microsoft.com/office/drawing/2014/main" id="{CDB2C6CC-821A-222D-7BC7-5AE1A1DCB233}"/>
                    </a:ext>
                  </a:extLst>
                </p:cNvPr>
                <p:cNvSpPr>
                  <a:spLocks/>
                </p:cNvSpPr>
                <p:nvPr/>
              </p:nvSpPr>
              <p:spPr bwMode="auto">
                <a:xfrm>
                  <a:off x="3095" y="1474"/>
                  <a:ext cx="34" cy="33"/>
                </a:xfrm>
                <a:custGeom>
                  <a:avLst/>
                  <a:gdLst>
                    <a:gd name="T0" fmla="*/ 5 w 28"/>
                    <a:gd name="T1" fmla="*/ 5 h 28"/>
                    <a:gd name="T2" fmla="*/ 5 w 28"/>
                    <a:gd name="T3" fmla="*/ 23 h 28"/>
                    <a:gd name="T4" fmla="*/ 23 w 28"/>
                    <a:gd name="T5" fmla="*/ 23 h 28"/>
                    <a:gd name="T6" fmla="*/ 23 w 28"/>
                    <a:gd name="T7" fmla="*/ 5 h 28"/>
                    <a:gd name="T8" fmla="*/ 5 w 28"/>
                    <a:gd name="T9" fmla="*/ 5 h 28"/>
                  </a:gdLst>
                  <a:ahLst/>
                  <a:cxnLst>
                    <a:cxn ang="0">
                      <a:pos x="T0" y="T1"/>
                    </a:cxn>
                    <a:cxn ang="0">
                      <a:pos x="T2" y="T3"/>
                    </a:cxn>
                    <a:cxn ang="0">
                      <a:pos x="T4" y="T5"/>
                    </a:cxn>
                    <a:cxn ang="0">
                      <a:pos x="T6" y="T7"/>
                    </a:cxn>
                    <a:cxn ang="0">
                      <a:pos x="T8" y="T9"/>
                    </a:cxn>
                  </a:cxnLst>
                  <a:rect l="0" t="0" r="r" b="b"/>
                  <a:pathLst>
                    <a:path w="28" h="28">
                      <a:moveTo>
                        <a:pt x="5" y="5"/>
                      </a:moveTo>
                      <a:cubicBezTo>
                        <a:pt x="0" y="10"/>
                        <a:pt x="0" y="18"/>
                        <a:pt x="5" y="23"/>
                      </a:cubicBezTo>
                      <a:cubicBezTo>
                        <a:pt x="10" y="28"/>
                        <a:pt x="18" y="28"/>
                        <a:pt x="23" y="23"/>
                      </a:cubicBezTo>
                      <a:cubicBezTo>
                        <a:pt x="28" y="18"/>
                        <a:pt x="28" y="10"/>
                        <a:pt x="23" y="5"/>
                      </a:cubicBezTo>
                      <a:cubicBezTo>
                        <a:pt x="18" y="0"/>
                        <a:pt x="10" y="0"/>
                        <a:pt x="5" y="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43">
                  <a:extLst>
                    <a:ext uri="{FF2B5EF4-FFF2-40B4-BE49-F238E27FC236}">
                      <a16:creationId xmlns:a16="http://schemas.microsoft.com/office/drawing/2014/main" id="{CC1B5639-6B97-5D7F-8F67-D1D965E48218}"/>
                    </a:ext>
                  </a:extLst>
                </p:cNvPr>
                <p:cNvSpPr>
                  <a:spLocks/>
                </p:cNvSpPr>
                <p:nvPr/>
              </p:nvSpPr>
              <p:spPr bwMode="auto">
                <a:xfrm>
                  <a:off x="2713" y="1872"/>
                  <a:ext cx="33" cy="33"/>
                </a:xfrm>
                <a:custGeom>
                  <a:avLst/>
                  <a:gdLst>
                    <a:gd name="T0" fmla="*/ 22 w 27"/>
                    <a:gd name="T1" fmla="*/ 23 h 28"/>
                    <a:gd name="T2" fmla="*/ 22 w 27"/>
                    <a:gd name="T3" fmla="*/ 5 h 28"/>
                    <a:gd name="T4" fmla="*/ 5 w 27"/>
                    <a:gd name="T5" fmla="*/ 5 h 28"/>
                    <a:gd name="T6" fmla="*/ 5 w 27"/>
                    <a:gd name="T7" fmla="*/ 23 h 28"/>
                    <a:gd name="T8" fmla="*/ 22 w 27"/>
                    <a:gd name="T9" fmla="*/ 23 h 28"/>
                  </a:gdLst>
                  <a:ahLst/>
                  <a:cxnLst>
                    <a:cxn ang="0">
                      <a:pos x="T0" y="T1"/>
                    </a:cxn>
                    <a:cxn ang="0">
                      <a:pos x="T2" y="T3"/>
                    </a:cxn>
                    <a:cxn ang="0">
                      <a:pos x="T4" y="T5"/>
                    </a:cxn>
                    <a:cxn ang="0">
                      <a:pos x="T6" y="T7"/>
                    </a:cxn>
                    <a:cxn ang="0">
                      <a:pos x="T8" y="T9"/>
                    </a:cxn>
                  </a:cxnLst>
                  <a:rect l="0" t="0" r="r" b="b"/>
                  <a:pathLst>
                    <a:path w="27" h="28">
                      <a:moveTo>
                        <a:pt x="22" y="23"/>
                      </a:moveTo>
                      <a:cubicBezTo>
                        <a:pt x="27" y="18"/>
                        <a:pt x="27" y="10"/>
                        <a:pt x="22" y="5"/>
                      </a:cubicBezTo>
                      <a:cubicBezTo>
                        <a:pt x="18" y="0"/>
                        <a:pt x="10" y="0"/>
                        <a:pt x="5" y="5"/>
                      </a:cubicBezTo>
                      <a:cubicBezTo>
                        <a:pt x="0" y="10"/>
                        <a:pt x="0" y="18"/>
                        <a:pt x="5" y="23"/>
                      </a:cubicBezTo>
                      <a:cubicBezTo>
                        <a:pt x="10" y="28"/>
                        <a:pt x="18" y="28"/>
                        <a:pt x="22" y="2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44">
                  <a:extLst>
                    <a:ext uri="{FF2B5EF4-FFF2-40B4-BE49-F238E27FC236}">
                      <a16:creationId xmlns:a16="http://schemas.microsoft.com/office/drawing/2014/main" id="{A11CA1F8-B427-B511-C5A0-2344F6A108CA}"/>
                    </a:ext>
                  </a:extLst>
                </p:cNvPr>
                <p:cNvSpPr>
                  <a:spLocks/>
                </p:cNvSpPr>
                <p:nvPr/>
              </p:nvSpPr>
              <p:spPr bwMode="auto">
                <a:xfrm>
                  <a:off x="2661" y="1842"/>
                  <a:ext cx="33" cy="33"/>
                </a:xfrm>
                <a:custGeom>
                  <a:avLst/>
                  <a:gdLst>
                    <a:gd name="T0" fmla="*/ 22 w 27"/>
                    <a:gd name="T1" fmla="*/ 23 h 28"/>
                    <a:gd name="T2" fmla="*/ 22 w 27"/>
                    <a:gd name="T3" fmla="*/ 5 h 28"/>
                    <a:gd name="T4" fmla="*/ 5 w 27"/>
                    <a:gd name="T5" fmla="*/ 5 h 28"/>
                    <a:gd name="T6" fmla="*/ 5 w 27"/>
                    <a:gd name="T7" fmla="*/ 23 h 28"/>
                    <a:gd name="T8" fmla="*/ 22 w 27"/>
                    <a:gd name="T9" fmla="*/ 23 h 28"/>
                  </a:gdLst>
                  <a:ahLst/>
                  <a:cxnLst>
                    <a:cxn ang="0">
                      <a:pos x="T0" y="T1"/>
                    </a:cxn>
                    <a:cxn ang="0">
                      <a:pos x="T2" y="T3"/>
                    </a:cxn>
                    <a:cxn ang="0">
                      <a:pos x="T4" y="T5"/>
                    </a:cxn>
                    <a:cxn ang="0">
                      <a:pos x="T6" y="T7"/>
                    </a:cxn>
                    <a:cxn ang="0">
                      <a:pos x="T8" y="T9"/>
                    </a:cxn>
                  </a:cxnLst>
                  <a:rect l="0" t="0" r="r" b="b"/>
                  <a:pathLst>
                    <a:path w="27" h="28">
                      <a:moveTo>
                        <a:pt x="22" y="23"/>
                      </a:moveTo>
                      <a:cubicBezTo>
                        <a:pt x="27" y="18"/>
                        <a:pt x="27" y="10"/>
                        <a:pt x="22" y="5"/>
                      </a:cubicBezTo>
                      <a:cubicBezTo>
                        <a:pt x="18" y="0"/>
                        <a:pt x="10" y="0"/>
                        <a:pt x="5" y="5"/>
                      </a:cubicBezTo>
                      <a:cubicBezTo>
                        <a:pt x="0" y="10"/>
                        <a:pt x="0" y="18"/>
                        <a:pt x="5" y="23"/>
                      </a:cubicBezTo>
                      <a:cubicBezTo>
                        <a:pt x="10" y="28"/>
                        <a:pt x="18" y="28"/>
                        <a:pt x="22" y="2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45">
                  <a:extLst>
                    <a:ext uri="{FF2B5EF4-FFF2-40B4-BE49-F238E27FC236}">
                      <a16:creationId xmlns:a16="http://schemas.microsoft.com/office/drawing/2014/main" id="{146C0553-8511-5070-BCB2-8E304CBE0486}"/>
                    </a:ext>
                  </a:extLst>
                </p:cNvPr>
                <p:cNvSpPr>
                  <a:spLocks/>
                </p:cNvSpPr>
                <p:nvPr/>
              </p:nvSpPr>
              <p:spPr bwMode="auto">
                <a:xfrm>
                  <a:off x="2630" y="1790"/>
                  <a:ext cx="33" cy="34"/>
                </a:xfrm>
                <a:custGeom>
                  <a:avLst/>
                  <a:gdLst>
                    <a:gd name="T0" fmla="*/ 22 w 27"/>
                    <a:gd name="T1" fmla="*/ 23 h 28"/>
                    <a:gd name="T2" fmla="*/ 22 w 27"/>
                    <a:gd name="T3" fmla="*/ 5 h 28"/>
                    <a:gd name="T4" fmla="*/ 5 w 27"/>
                    <a:gd name="T5" fmla="*/ 5 h 28"/>
                    <a:gd name="T6" fmla="*/ 5 w 27"/>
                    <a:gd name="T7" fmla="*/ 23 h 28"/>
                    <a:gd name="T8" fmla="*/ 22 w 27"/>
                    <a:gd name="T9" fmla="*/ 23 h 28"/>
                  </a:gdLst>
                  <a:ahLst/>
                  <a:cxnLst>
                    <a:cxn ang="0">
                      <a:pos x="T0" y="T1"/>
                    </a:cxn>
                    <a:cxn ang="0">
                      <a:pos x="T2" y="T3"/>
                    </a:cxn>
                    <a:cxn ang="0">
                      <a:pos x="T4" y="T5"/>
                    </a:cxn>
                    <a:cxn ang="0">
                      <a:pos x="T6" y="T7"/>
                    </a:cxn>
                    <a:cxn ang="0">
                      <a:pos x="T8" y="T9"/>
                    </a:cxn>
                  </a:cxnLst>
                  <a:rect l="0" t="0" r="r" b="b"/>
                  <a:pathLst>
                    <a:path w="27" h="28">
                      <a:moveTo>
                        <a:pt x="22" y="23"/>
                      </a:moveTo>
                      <a:cubicBezTo>
                        <a:pt x="27" y="18"/>
                        <a:pt x="27" y="10"/>
                        <a:pt x="22" y="5"/>
                      </a:cubicBezTo>
                      <a:cubicBezTo>
                        <a:pt x="17" y="0"/>
                        <a:pt x="9" y="0"/>
                        <a:pt x="5" y="5"/>
                      </a:cubicBezTo>
                      <a:cubicBezTo>
                        <a:pt x="0" y="10"/>
                        <a:pt x="0" y="18"/>
                        <a:pt x="5" y="23"/>
                      </a:cubicBezTo>
                      <a:cubicBezTo>
                        <a:pt x="9" y="28"/>
                        <a:pt x="17" y="28"/>
                        <a:pt x="22" y="2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46">
                  <a:extLst>
                    <a:ext uri="{FF2B5EF4-FFF2-40B4-BE49-F238E27FC236}">
                      <a16:creationId xmlns:a16="http://schemas.microsoft.com/office/drawing/2014/main" id="{3399E220-F4BA-172D-9748-79BA26C35F0E}"/>
                    </a:ext>
                  </a:extLst>
                </p:cNvPr>
                <p:cNvSpPr>
                  <a:spLocks/>
                </p:cNvSpPr>
                <p:nvPr/>
              </p:nvSpPr>
              <p:spPr bwMode="auto">
                <a:xfrm>
                  <a:off x="3011" y="1872"/>
                  <a:ext cx="35" cy="33"/>
                </a:xfrm>
                <a:custGeom>
                  <a:avLst/>
                  <a:gdLst>
                    <a:gd name="T0" fmla="*/ 5 w 28"/>
                    <a:gd name="T1" fmla="*/ 23 h 28"/>
                    <a:gd name="T2" fmla="*/ 5 w 28"/>
                    <a:gd name="T3" fmla="*/ 5 h 28"/>
                    <a:gd name="T4" fmla="*/ 23 w 28"/>
                    <a:gd name="T5" fmla="*/ 5 h 28"/>
                    <a:gd name="T6" fmla="*/ 23 w 28"/>
                    <a:gd name="T7" fmla="*/ 23 h 28"/>
                    <a:gd name="T8" fmla="*/ 5 w 28"/>
                    <a:gd name="T9" fmla="*/ 23 h 28"/>
                  </a:gdLst>
                  <a:ahLst/>
                  <a:cxnLst>
                    <a:cxn ang="0">
                      <a:pos x="T0" y="T1"/>
                    </a:cxn>
                    <a:cxn ang="0">
                      <a:pos x="T2" y="T3"/>
                    </a:cxn>
                    <a:cxn ang="0">
                      <a:pos x="T4" y="T5"/>
                    </a:cxn>
                    <a:cxn ang="0">
                      <a:pos x="T6" y="T7"/>
                    </a:cxn>
                    <a:cxn ang="0">
                      <a:pos x="T8" y="T9"/>
                    </a:cxn>
                  </a:cxnLst>
                  <a:rect l="0" t="0" r="r" b="b"/>
                  <a:pathLst>
                    <a:path w="28" h="28">
                      <a:moveTo>
                        <a:pt x="5" y="23"/>
                      </a:moveTo>
                      <a:cubicBezTo>
                        <a:pt x="0" y="18"/>
                        <a:pt x="0" y="10"/>
                        <a:pt x="5" y="5"/>
                      </a:cubicBezTo>
                      <a:cubicBezTo>
                        <a:pt x="10" y="0"/>
                        <a:pt x="18" y="0"/>
                        <a:pt x="23" y="5"/>
                      </a:cubicBezTo>
                      <a:cubicBezTo>
                        <a:pt x="28" y="10"/>
                        <a:pt x="28" y="18"/>
                        <a:pt x="23" y="23"/>
                      </a:cubicBezTo>
                      <a:cubicBezTo>
                        <a:pt x="18" y="28"/>
                        <a:pt x="10" y="28"/>
                        <a:pt x="5" y="2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47">
                  <a:extLst>
                    <a:ext uri="{FF2B5EF4-FFF2-40B4-BE49-F238E27FC236}">
                      <a16:creationId xmlns:a16="http://schemas.microsoft.com/office/drawing/2014/main" id="{FF13A325-D55F-03DC-20AF-D24D51183976}"/>
                    </a:ext>
                  </a:extLst>
                </p:cNvPr>
                <p:cNvSpPr>
                  <a:spLocks/>
                </p:cNvSpPr>
                <p:nvPr/>
              </p:nvSpPr>
              <p:spPr bwMode="auto">
                <a:xfrm>
                  <a:off x="3064" y="1842"/>
                  <a:ext cx="34" cy="33"/>
                </a:xfrm>
                <a:custGeom>
                  <a:avLst/>
                  <a:gdLst>
                    <a:gd name="T0" fmla="*/ 5 w 28"/>
                    <a:gd name="T1" fmla="*/ 23 h 28"/>
                    <a:gd name="T2" fmla="*/ 5 w 28"/>
                    <a:gd name="T3" fmla="*/ 5 h 28"/>
                    <a:gd name="T4" fmla="*/ 23 w 28"/>
                    <a:gd name="T5" fmla="*/ 5 h 28"/>
                    <a:gd name="T6" fmla="*/ 23 w 28"/>
                    <a:gd name="T7" fmla="*/ 23 h 28"/>
                    <a:gd name="T8" fmla="*/ 5 w 28"/>
                    <a:gd name="T9" fmla="*/ 23 h 28"/>
                  </a:gdLst>
                  <a:ahLst/>
                  <a:cxnLst>
                    <a:cxn ang="0">
                      <a:pos x="T0" y="T1"/>
                    </a:cxn>
                    <a:cxn ang="0">
                      <a:pos x="T2" y="T3"/>
                    </a:cxn>
                    <a:cxn ang="0">
                      <a:pos x="T4" y="T5"/>
                    </a:cxn>
                    <a:cxn ang="0">
                      <a:pos x="T6" y="T7"/>
                    </a:cxn>
                    <a:cxn ang="0">
                      <a:pos x="T8" y="T9"/>
                    </a:cxn>
                  </a:cxnLst>
                  <a:rect l="0" t="0" r="r" b="b"/>
                  <a:pathLst>
                    <a:path w="28" h="28">
                      <a:moveTo>
                        <a:pt x="5" y="23"/>
                      </a:moveTo>
                      <a:cubicBezTo>
                        <a:pt x="0" y="18"/>
                        <a:pt x="0" y="10"/>
                        <a:pt x="5" y="5"/>
                      </a:cubicBezTo>
                      <a:cubicBezTo>
                        <a:pt x="10" y="0"/>
                        <a:pt x="18" y="0"/>
                        <a:pt x="23" y="5"/>
                      </a:cubicBezTo>
                      <a:cubicBezTo>
                        <a:pt x="28" y="10"/>
                        <a:pt x="28" y="18"/>
                        <a:pt x="23" y="23"/>
                      </a:cubicBezTo>
                      <a:cubicBezTo>
                        <a:pt x="18" y="28"/>
                        <a:pt x="10" y="28"/>
                        <a:pt x="5" y="2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48">
                  <a:extLst>
                    <a:ext uri="{FF2B5EF4-FFF2-40B4-BE49-F238E27FC236}">
                      <a16:creationId xmlns:a16="http://schemas.microsoft.com/office/drawing/2014/main" id="{5DDAEFA7-0FE6-0004-7B22-24E32C00C3FF}"/>
                    </a:ext>
                  </a:extLst>
                </p:cNvPr>
                <p:cNvSpPr>
                  <a:spLocks/>
                </p:cNvSpPr>
                <p:nvPr/>
              </p:nvSpPr>
              <p:spPr bwMode="auto">
                <a:xfrm>
                  <a:off x="3095" y="1790"/>
                  <a:ext cx="34" cy="34"/>
                </a:xfrm>
                <a:custGeom>
                  <a:avLst/>
                  <a:gdLst>
                    <a:gd name="T0" fmla="*/ 5 w 28"/>
                    <a:gd name="T1" fmla="*/ 23 h 28"/>
                    <a:gd name="T2" fmla="*/ 5 w 28"/>
                    <a:gd name="T3" fmla="*/ 5 h 28"/>
                    <a:gd name="T4" fmla="*/ 23 w 28"/>
                    <a:gd name="T5" fmla="*/ 5 h 28"/>
                    <a:gd name="T6" fmla="*/ 23 w 28"/>
                    <a:gd name="T7" fmla="*/ 23 h 28"/>
                    <a:gd name="T8" fmla="*/ 5 w 28"/>
                    <a:gd name="T9" fmla="*/ 23 h 28"/>
                  </a:gdLst>
                  <a:ahLst/>
                  <a:cxnLst>
                    <a:cxn ang="0">
                      <a:pos x="T0" y="T1"/>
                    </a:cxn>
                    <a:cxn ang="0">
                      <a:pos x="T2" y="T3"/>
                    </a:cxn>
                    <a:cxn ang="0">
                      <a:pos x="T4" y="T5"/>
                    </a:cxn>
                    <a:cxn ang="0">
                      <a:pos x="T6" y="T7"/>
                    </a:cxn>
                    <a:cxn ang="0">
                      <a:pos x="T8" y="T9"/>
                    </a:cxn>
                  </a:cxnLst>
                  <a:rect l="0" t="0" r="r" b="b"/>
                  <a:pathLst>
                    <a:path w="28" h="28">
                      <a:moveTo>
                        <a:pt x="5" y="23"/>
                      </a:moveTo>
                      <a:cubicBezTo>
                        <a:pt x="0" y="18"/>
                        <a:pt x="0" y="10"/>
                        <a:pt x="5" y="5"/>
                      </a:cubicBezTo>
                      <a:cubicBezTo>
                        <a:pt x="10" y="0"/>
                        <a:pt x="18" y="0"/>
                        <a:pt x="23" y="5"/>
                      </a:cubicBezTo>
                      <a:cubicBezTo>
                        <a:pt x="28" y="10"/>
                        <a:pt x="28" y="18"/>
                        <a:pt x="23" y="23"/>
                      </a:cubicBezTo>
                      <a:cubicBezTo>
                        <a:pt x="18" y="28"/>
                        <a:pt x="10" y="28"/>
                        <a:pt x="5" y="2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6" name="TextBox 15">
                <a:extLst>
                  <a:ext uri="{FF2B5EF4-FFF2-40B4-BE49-F238E27FC236}">
                    <a16:creationId xmlns:a16="http://schemas.microsoft.com/office/drawing/2014/main" id="{1D62A6F3-F125-96FD-2835-CA1C59327539}"/>
                  </a:ext>
                </a:extLst>
              </p:cNvPr>
              <p:cNvSpPr txBox="1"/>
              <p:nvPr/>
            </p:nvSpPr>
            <p:spPr>
              <a:xfrm>
                <a:off x="1202953" y="1711548"/>
                <a:ext cx="1676400" cy="276999"/>
              </a:xfrm>
              <a:prstGeom prst="rect">
                <a:avLst/>
              </a:prstGeom>
              <a:noFill/>
            </p:spPr>
            <p:txBody>
              <a:bodyPr wrap="square" rtlCol="0">
                <a:spAutoFit/>
              </a:bodyPr>
              <a:lstStyle/>
              <a:p>
                <a:pPr algn="ctr"/>
                <a:r>
                  <a:rPr lang="en-GB" sz="1200" dirty="0">
                    <a:latin typeface="+mn-lt"/>
                  </a:rPr>
                  <a:t>Activity ID</a:t>
                </a:r>
              </a:p>
            </p:txBody>
          </p:sp>
        </p:grpSp>
      </p:grpSp>
      <p:grpSp>
        <p:nvGrpSpPr>
          <p:cNvPr id="116" name="Group 115">
            <a:extLst>
              <a:ext uri="{FF2B5EF4-FFF2-40B4-BE49-F238E27FC236}">
                <a16:creationId xmlns:a16="http://schemas.microsoft.com/office/drawing/2014/main" id="{11ED7A87-7AFA-11C1-4230-5E757F32B440}"/>
              </a:ext>
            </a:extLst>
          </p:cNvPr>
          <p:cNvGrpSpPr/>
          <p:nvPr/>
        </p:nvGrpSpPr>
        <p:grpSpPr>
          <a:xfrm>
            <a:off x="10188994" y="2893914"/>
            <a:ext cx="1686861" cy="1937724"/>
            <a:chOff x="10188994" y="2893914"/>
            <a:chExt cx="1686861" cy="1937724"/>
          </a:xfrm>
        </p:grpSpPr>
        <p:sp>
          <p:nvSpPr>
            <p:cNvPr id="113" name="Rectangle: Rounded Corners 112">
              <a:extLst>
                <a:ext uri="{FF2B5EF4-FFF2-40B4-BE49-F238E27FC236}">
                  <a16:creationId xmlns:a16="http://schemas.microsoft.com/office/drawing/2014/main" id="{33A8E8C7-7117-7BF5-F4EC-5F98A4701C62}"/>
                </a:ext>
              </a:extLst>
            </p:cNvPr>
            <p:cNvSpPr/>
            <p:nvPr/>
          </p:nvSpPr>
          <p:spPr>
            <a:xfrm>
              <a:off x="10188994" y="2954823"/>
              <a:ext cx="1686861" cy="1876815"/>
            </a:xfrm>
            <a:prstGeom prst="roundRect">
              <a:avLst/>
            </a:prstGeom>
            <a:gradFill flip="none" rotWithShape="1">
              <a:gsLst>
                <a:gs pos="0">
                  <a:schemeClr val="accent4">
                    <a:lumMod val="67000"/>
                    <a:alpha val="68000"/>
                  </a:schemeClr>
                </a:gs>
                <a:gs pos="48000">
                  <a:schemeClr val="accent4">
                    <a:lumMod val="97000"/>
                    <a:lumOff val="3000"/>
                  </a:schemeClr>
                </a:gs>
                <a:gs pos="100000">
                  <a:schemeClr val="accent4">
                    <a:lumMod val="60000"/>
                    <a:lumOff val="40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38" name="Group 37">
              <a:extLst>
                <a:ext uri="{FF2B5EF4-FFF2-40B4-BE49-F238E27FC236}">
                  <a16:creationId xmlns:a16="http://schemas.microsoft.com/office/drawing/2014/main" id="{C8D49A40-8522-0F03-5CBE-BAB808873912}"/>
                </a:ext>
              </a:extLst>
            </p:cNvPr>
            <p:cNvGrpSpPr/>
            <p:nvPr/>
          </p:nvGrpSpPr>
          <p:grpSpPr>
            <a:xfrm>
              <a:off x="10647777" y="2893914"/>
              <a:ext cx="787110" cy="887064"/>
              <a:chOff x="5169382" y="1104483"/>
              <a:chExt cx="1150711" cy="950288"/>
            </a:xfrm>
          </p:grpSpPr>
          <p:sp>
            <p:nvSpPr>
              <p:cNvPr id="39" name="TextBox 38">
                <a:extLst>
                  <a:ext uri="{FF2B5EF4-FFF2-40B4-BE49-F238E27FC236}">
                    <a16:creationId xmlns:a16="http://schemas.microsoft.com/office/drawing/2014/main" id="{439A3565-B772-7397-873A-71E335F792A1}"/>
                  </a:ext>
                </a:extLst>
              </p:cNvPr>
              <p:cNvSpPr txBox="1"/>
              <p:nvPr/>
            </p:nvSpPr>
            <p:spPr>
              <a:xfrm>
                <a:off x="5169382" y="1777772"/>
                <a:ext cx="1150711" cy="276999"/>
              </a:xfrm>
              <a:prstGeom prst="rect">
                <a:avLst/>
              </a:prstGeom>
              <a:noFill/>
            </p:spPr>
            <p:txBody>
              <a:bodyPr wrap="square" rtlCol="0">
                <a:spAutoFit/>
              </a:bodyPr>
              <a:lstStyle/>
              <a:p>
                <a:pPr algn="ctr"/>
                <a:r>
                  <a:rPr lang="en-GB" sz="1200" dirty="0">
                    <a:latin typeface="+mn-lt"/>
                  </a:rPr>
                  <a:t>Offer ID</a:t>
                </a:r>
              </a:p>
            </p:txBody>
          </p:sp>
          <p:grpSp>
            <p:nvGrpSpPr>
              <p:cNvPr id="40" name="Group 11">
                <a:extLst>
                  <a:ext uri="{FF2B5EF4-FFF2-40B4-BE49-F238E27FC236}">
                    <a16:creationId xmlns:a16="http://schemas.microsoft.com/office/drawing/2014/main" id="{FD26E1B6-0C4F-FE74-96B5-B3074948EB2A}"/>
                  </a:ext>
                </a:extLst>
              </p:cNvPr>
              <p:cNvGrpSpPr>
                <a:grpSpLocks noChangeAspect="1"/>
              </p:cNvGrpSpPr>
              <p:nvPr/>
            </p:nvGrpSpPr>
            <p:grpSpPr bwMode="auto">
              <a:xfrm>
                <a:off x="5402517" y="1104483"/>
                <a:ext cx="686197" cy="697250"/>
                <a:chOff x="2511" y="1238"/>
                <a:chExt cx="745" cy="757"/>
              </a:xfrm>
            </p:grpSpPr>
            <p:sp>
              <p:nvSpPr>
                <p:cNvPr id="41" name="Freeform 12">
                  <a:extLst>
                    <a:ext uri="{FF2B5EF4-FFF2-40B4-BE49-F238E27FC236}">
                      <a16:creationId xmlns:a16="http://schemas.microsoft.com/office/drawing/2014/main" id="{DD53A643-102E-BFC9-3F2B-7374581F08D7}"/>
                    </a:ext>
                  </a:extLst>
                </p:cNvPr>
                <p:cNvSpPr>
                  <a:spLocks/>
                </p:cNvSpPr>
                <p:nvPr/>
              </p:nvSpPr>
              <p:spPr bwMode="auto">
                <a:xfrm>
                  <a:off x="2511" y="1790"/>
                  <a:ext cx="161" cy="205"/>
                </a:xfrm>
                <a:custGeom>
                  <a:avLst/>
                  <a:gdLst>
                    <a:gd name="T0" fmla="*/ 0 w 131"/>
                    <a:gd name="T1" fmla="*/ 21 h 171"/>
                    <a:gd name="T2" fmla="*/ 21 w 131"/>
                    <a:gd name="T3" fmla="*/ 0 h 171"/>
                    <a:gd name="T4" fmla="*/ 109 w 131"/>
                    <a:gd name="T5" fmla="*/ 0 h 171"/>
                    <a:gd name="T6" fmla="*/ 131 w 131"/>
                    <a:gd name="T7" fmla="*/ 21 h 171"/>
                    <a:gd name="T8" fmla="*/ 131 w 131"/>
                    <a:gd name="T9" fmla="*/ 149 h 171"/>
                    <a:gd name="T10" fmla="*/ 109 w 131"/>
                    <a:gd name="T11" fmla="*/ 171 h 171"/>
                    <a:gd name="T12" fmla="*/ 21 w 131"/>
                    <a:gd name="T13" fmla="*/ 171 h 171"/>
                    <a:gd name="T14" fmla="*/ 0 w 131"/>
                    <a:gd name="T15" fmla="*/ 149 h 171"/>
                    <a:gd name="T16" fmla="*/ 0 w 131"/>
                    <a:gd name="T17" fmla="*/ 2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171">
                      <a:moveTo>
                        <a:pt x="0" y="21"/>
                      </a:moveTo>
                      <a:cubicBezTo>
                        <a:pt x="0" y="9"/>
                        <a:pt x="9" y="0"/>
                        <a:pt x="21" y="0"/>
                      </a:cubicBezTo>
                      <a:cubicBezTo>
                        <a:pt x="109" y="0"/>
                        <a:pt x="109" y="0"/>
                        <a:pt x="109" y="0"/>
                      </a:cubicBezTo>
                      <a:cubicBezTo>
                        <a:pt x="121" y="0"/>
                        <a:pt x="131" y="9"/>
                        <a:pt x="131" y="21"/>
                      </a:cubicBezTo>
                      <a:cubicBezTo>
                        <a:pt x="131" y="149"/>
                        <a:pt x="131" y="149"/>
                        <a:pt x="131" y="149"/>
                      </a:cubicBezTo>
                      <a:cubicBezTo>
                        <a:pt x="131" y="162"/>
                        <a:pt x="121" y="171"/>
                        <a:pt x="109" y="171"/>
                      </a:cubicBezTo>
                      <a:cubicBezTo>
                        <a:pt x="21" y="171"/>
                        <a:pt x="21" y="171"/>
                        <a:pt x="21" y="171"/>
                      </a:cubicBezTo>
                      <a:cubicBezTo>
                        <a:pt x="9" y="171"/>
                        <a:pt x="0" y="162"/>
                        <a:pt x="0" y="149"/>
                      </a:cubicBezTo>
                      <a:lnTo>
                        <a:pt x="0" y="21"/>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13">
                  <a:extLst>
                    <a:ext uri="{FF2B5EF4-FFF2-40B4-BE49-F238E27FC236}">
                      <a16:creationId xmlns:a16="http://schemas.microsoft.com/office/drawing/2014/main" id="{12636EE6-3098-5B22-27EA-D2FCE02698C5}"/>
                    </a:ext>
                  </a:extLst>
                </p:cNvPr>
                <p:cNvSpPr>
                  <a:spLocks/>
                </p:cNvSpPr>
                <p:nvPr/>
              </p:nvSpPr>
              <p:spPr bwMode="auto">
                <a:xfrm>
                  <a:off x="2702" y="1705"/>
                  <a:ext cx="161" cy="290"/>
                </a:xfrm>
                <a:custGeom>
                  <a:avLst/>
                  <a:gdLst>
                    <a:gd name="T0" fmla="*/ 0 w 131"/>
                    <a:gd name="T1" fmla="*/ 22 h 242"/>
                    <a:gd name="T2" fmla="*/ 21 w 131"/>
                    <a:gd name="T3" fmla="*/ 0 h 242"/>
                    <a:gd name="T4" fmla="*/ 109 w 131"/>
                    <a:gd name="T5" fmla="*/ 0 h 242"/>
                    <a:gd name="T6" fmla="*/ 131 w 131"/>
                    <a:gd name="T7" fmla="*/ 22 h 242"/>
                    <a:gd name="T8" fmla="*/ 131 w 131"/>
                    <a:gd name="T9" fmla="*/ 220 h 242"/>
                    <a:gd name="T10" fmla="*/ 109 w 131"/>
                    <a:gd name="T11" fmla="*/ 242 h 242"/>
                    <a:gd name="T12" fmla="*/ 21 w 131"/>
                    <a:gd name="T13" fmla="*/ 242 h 242"/>
                    <a:gd name="T14" fmla="*/ 0 w 131"/>
                    <a:gd name="T15" fmla="*/ 220 h 242"/>
                    <a:gd name="T16" fmla="*/ 0 w 131"/>
                    <a:gd name="T17" fmla="*/ 22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242">
                      <a:moveTo>
                        <a:pt x="0" y="22"/>
                      </a:moveTo>
                      <a:cubicBezTo>
                        <a:pt x="0" y="10"/>
                        <a:pt x="9" y="0"/>
                        <a:pt x="21" y="0"/>
                      </a:cubicBezTo>
                      <a:cubicBezTo>
                        <a:pt x="109" y="0"/>
                        <a:pt x="109" y="0"/>
                        <a:pt x="109" y="0"/>
                      </a:cubicBezTo>
                      <a:cubicBezTo>
                        <a:pt x="121" y="0"/>
                        <a:pt x="131" y="10"/>
                        <a:pt x="131" y="22"/>
                      </a:cubicBezTo>
                      <a:cubicBezTo>
                        <a:pt x="131" y="220"/>
                        <a:pt x="131" y="220"/>
                        <a:pt x="131" y="220"/>
                      </a:cubicBezTo>
                      <a:cubicBezTo>
                        <a:pt x="131" y="233"/>
                        <a:pt x="121" y="242"/>
                        <a:pt x="109" y="242"/>
                      </a:cubicBezTo>
                      <a:cubicBezTo>
                        <a:pt x="21" y="242"/>
                        <a:pt x="21" y="242"/>
                        <a:pt x="21" y="242"/>
                      </a:cubicBezTo>
                      <a:cubicBezTo>
                        <a:pt x="9" y="242"/>
                        <a:pt x="0" y="233"/>
                        <a:pt x="0" y="220"/>
                      </a:cubicBezTo>
                      <a:lnTo>
                        <a:pt x="0" y="2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14">
                  <a:extLst>
                    <a:ext uri="{FF2B5EF4-FFF2-40B4-BE49-F238E27FC236}">
                      <a16:creationId xmlns:a16="http://schemas.microsoft.com/office/drawing/2014/main" id="{8F76FAE2-CCAE-9847-67AD-F86CE44EAF0F}"/>
                    </a:ext>
                  </a:extLst>
                </p:cNvPr>
                <p:cNvSpPr>
                  <a:spLocks/>
                </p:cNvSpPr>
                <p:nvPr/>
              </p:nvSpPr>
              <p:spPr bwMode="auto">
                <a:xfrm>
                  <a:off x="2892" y="1572"/>
                  <a:ext cx="161" cy="423"/>
                </a:xfrm>
                <a:custGeom>
                  <a:avLst/>
                  <a:gdLst>
                    <a:gd name="T0" fmla="*/ 0 w 131"/>
                    <a:gd name="T1" fmla="*/ 21 h 353"/>
                    <a:gd name="T2" fmla="*/ 21 w 131"/>
                    <a:gd name="T3" fmla="*/ 0 h 353"/>
                    <a:gd name="T4" fmla="*/ 109 w 131"/>
                    <a:gd name="T5" fmla="*/ 0 h 353"/>
                    <a:gd name="T6" fmla="*/ 131 w 131"/>
                    <a:gd name="T7" fmla="*/ 21 h 353"/>
                    <a:gd name="T8" fmla="*/ 131 w 131"/>
                    <a:gd name="T9" fmla="*/ 331 h 353"/>
                    <a:gd name="T10" fmla="*/ 109 w 131"/>
                    <a:gd name="T11" fmla="*/ 353 h 353"/>
                    <a:gd name="T12" fmla="*/ 21 w 131"/>
                    <a:gd name="T13" fmla="*/ 353 h 353"/>
                    <a:gd name="T14" fmla="*/ 0 w 131"/>
                    <a:gd name="T15" fmla="*/ 331 h 353"/>
                    <a:gd name="T16" fmla="*/ 0 w 131"/>
                    <a:gd name="T17" fmla="*/ 21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353">
                      <a:moveTo>
                        <a:pt x="0" y="21"/>
                      </a:moveTo>
                      <a:cubicBezTo>
                        <a:pt x="0" y="9"/>
                        <a:pt x="9" y="0"/>
                        <a:pt x="21" y="0"/>
                      </a:cubicBezTo>
                      <a:cubicBezTo>
                        <a:pt x="109" y="0"/>
                        <a:pt x="109" y="0"/>
                        <a:pt x="109" y="0"/>
                      </a:cubicBezTo>
                      <a:cubicBezTo>
                        <a:pt x="121" y="0"/>
                        <a:pt x="131" y="9"/>
                        <a:pt x="131" y="21"/>
                      </a:cubicBezTo>
                      <a:cubicBezTo>
                        <a:pt x="131" y="331"/>
                        <a:pt x="131" y="331"/>
                        <a:pt x="131" y="331"/>
                      </a:cubicBezTo>
                      <a:cubicBezTo>
                        <a:pt x="131" y="344"/>
                        <a:pt x="121" y="353"/>
                        <a:pt x="109" y="353"/>
                      </a:cubicBezTo>
                      <a:cubicBezTo>
                        <a:pt x="21" y="353"/>
                        <a:pt x="21" y="353"/>
                        <a:pt x="21" y="353"/>
                      </a:cubicBezTo>
                      <a:cubicBezTo>
                        <a:pt x="9" y="353"/>
                        <a:pt x="0" y="344"/>
                        <a:pt x="0" y="331"/>
                      </a:cubicBezTo>
                      <a:lnTo>
                        <a:pt x="0" y="21"/>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15">
                  <a:extLst>
                    <a:ext uri="{FF2B5EF4-FFF2-40B4-BE49-F238E27FC236}">
                      <a16:creationId xmlns:a16="http://schemas.microsoft.com/office/drawing/2014/main" id="{A4D654B3-875F-0174-1FCB-4796279749FB}"/>
                    </a:ext>
                  </a:extLst>
                </p:cNvPr>
                <p:cNvSpPr>
                  <a:spLocks/>
                </p:cNvSpPr>
                <p:nvPr/>
              </p:nvSpPr>
              <p:spPr bwMode="auto">
                <a:xfrm>
                  <a:off x="3083" y="1632"/>
                  <a:ext cx="161" cy="363"/>
                </a:xfrm>
                <a:custGeom>
                  <a:avLst/>
                  <a:gdLst>
                    <a:gd name="T0" fmla="*/ 0 w 131"/>
                    <a:gd name="T1" fmla="*/ 22 h 303"/>
                    <a:gd name="T2" fmla="*/ 21 w 131"/>
                    <a:gd name="T3" fmla="*/ 0 h 303"/>
                    <a:gd name="T4" fmla="*/ 109 w 131"/>
                    <a:gd name="T5" fmla="*/ 0 h 303"/>
                    <a:gd name="T6" fmla="*/ 131 w 131"/>
                    <a:gd name="T7" fmla="*/ 22 h 303"/>
                    <a:gd name="T8" fmla="*/ 131 w 131"/>
                    <a:gd name="T9" fmla="*/ 281 h 303"/>
                    <a:gd name="T10" fmla="*/ 109 w 131"/>
                    <a:gd name="T11" fmla="*/ 303 h 303"/>
                    <a:gd name="T12" fmla="*/ 21 w 131"/>
                    <a:gd name="T13" fmla="*/ 303 h 303"/>
                    <a:gd name="T14" fmla="*/ 0 w 131"/>
                    <a:gd name="T15" fmla="*/ 281 h 303"/>
                    <a:gd name="T16" fmla="*/ 0 w 131"/>
                    <a:gd name="T17" fmla="*/ 22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303">
                      <a:moveTo>
                        <a:pt x="0" y="22"/>
                      </a:moveTo>
                      <a:cubicBezTo>
                        <a:pt x="0" y="10"/>
                        <a:pt x="9" y="0"/>
                        <a:pt x="21" y="0"/>
                      </a:cubicBezTo>
                      <a:cubicBezTo>
                        <a:pt x="109" y="0"/>
                        <a:pt x="109" y="0"/>
                        <a:pt x="109" y="0"/>
                      </a:cubicBezTo>
                      <a:cubicBezTo>
                        <a:pt x="121" y="0"/>
                        <a:pt x="131" y="10"/>
                        <a:pt x="131" y="22"/>
                      </a:cubicBezTo>
                      <a:cubicBezTo>
                        <a:pt x="131" y="281"/>
                        <a:pt x="131" y="281"/>
                        <a:pt x="131" y="281"/>
                      </a:cubicBezTo>
                      <a:cubicBezTo>
                        <a:pt x="131" y="294"/>
                        <a:pt x="121" y="303"/>
                        <a:pt x="109" y="303"/>
                      </a:cubicBezTo>
                      <a:cubicBezTo>
                        <a:pt x="21" y="303"/>
                        <a:pt x="21" y="303"/>
                        <a:pt x="21" y="303"/>
                      </a:cubicBezTo>
                      <a:cubicBezTo>
                        <a:pt x="9" y="303"/>
                        <a:pt x="0" y="294"/>
                        <a:pt x="0" y="281"/>
                      </a:cubicBezTo>
                      <a:lnTo>
                        <a:pt x="0" y="2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6">
                  <a:extLst>
                    <a:ext uri="{FF2B5EF4-FFF2-40B4-BE49-F238E27FC236}">
                      <a16:creationId xmlns:a16="http://schemas.microsoft.com/office/drawing/2014/main" id="{54B48F3E-F2F8-0A78-A077-243006878C2D}"/>
                    </a:ext>
                  </a:extLst>
                </p:cNvPr>
                <p:cNvSpPr>
                  <a:spLocks/>
                </p:cNvSpPr>
                <p:nvPr/>
              </p:nvSpPr>
              <p:spPr bwMode="auto">
                <a:xfrm>
                  <a:off x="2515" y="1238"/>
                  <a:ext cx="741" cy="381"/>
                </a:xfrm>
                <a:custGeom>
                  <a:avLst/>
                  <a:gdLst>
                    <a:gd name="T0" fmla="*/ 567 w 603"/>
                    <a:gd name="T1" fmla="*/ 70 h 318"/>
                    <a:gd name="T2" fmla="*/ 518 w 603"/>
                    <a:gd name="T3" fmla="*/ 81 h 318"/>
                    <a:gd name="T4" fmla="*/ 517 w 603"/>
                    <a:gd name="T5" fmla="*/ 84 h 318"/>
                    <a:gd name="T6" fmla="*/ 425 w 603"/>
                    <a:gd name="T7" fmla="*/ 50 h 318"/>
                    <a:gd name="T8" fmla="*/ 415 w 603"/>
                    <a:gd name="T9" fmla="*/ 23 h 318"/>
                    <a:gd name="T10" fmla="*/ 351 w 603"/>
                    <a:gd name="T11" fmla="*/ 16 h 318"/>
                    <a:gd name="T12" fmla="*/ 336 w 603"/>
                    <a:gd name="T13" fmla="*/ 63 h 318"/>
                    <a:gd name="T14" fmla="*/ 337 w 603"/>
                    <a:gd name="T15" fmla="*/ 66 h 318"/>
                    <a:gd name="T16" fmla="*/ 232 w 603"/>
                    <a:gd name="T17" fmla="*/ 149 h 318"/>
                    <a:gd name="T18" fmla="*/ 198 w 603"/>
                    <a:gd name="T19" fmla="*/ 152 h 318"/>
                    <a:gd name="T20" fmla="*/ 172 w 603"/>
                    <a:gd name="T21" fmla="*/ 195 h 318"/>
                    <a:gd name="T22" fmla="*/ 173 w 603"/>
                    <a:gd name="T23" fmla="*/ 197 h 318"/>
                    <a:gd name="T24" fmla="*/ 84 w 603"/>
                    <a:gd name="T25" fmla="*/ 240 h 318"/>
                    <a:gd name="T26" fmla="*/ 82 w 603"/>
                    <a:gd name="T27" fmla="*/ 238 h 318"/>
                    <a:gd name="T28" fmla="*/ 33 w 603"/>
                    <a:gd name="T29" fmla="*/ 231 h 318"/>
                    <a:gd name="T30" fmla="*/ 11 w 603"/>
                    <a:gd name="T31" fmla="*/ 292 h 318"/>
                    <a:gd name="T32" fmla="*/ 54 w 603"/>
                    <a:gd name="T33" fmla="*/ 317 h 318"/>
                    <a:gd name="T34" fmla="*/ 72 w 603"/>
                    <a:gd name="T35" fmla="*/ 313 h 318"/>
                    <a:gd name="T36" fmla="*/ 98 w 603"/>
                    <a:gd name="T37" fmla="*/ 270 h 318"/>
                    <a:gd name="T38" fmla="*/ 97 w 603"/>
                    <a:gd name="T39" fmla="*/ 267 h 318"/>
                    <a:gd name="T40" fmla="*/ 186 w 603"/>
                    <a:gd name="T41" fmla="*/ 225 h 318"/>
                    <a:gd name="T42" fmla="*/ 188 w 603"/>
                    <a:gd name="T43" fmla="*/ 227 h 318"/>
                    <a:gd name="T44" fmla="*/ 237 w 603"/>
                    <a:gd name="T45" fmla="*/ 234 h 318"/>
                    <a:gd name="T46" fmla="*/ 259 w 603"/>
                    <a:gd name="T47" fmla="*/ 173 h 318"/>
                    <a:gd name="T48" fmla="*/ 256 w 603"/>
                    <a:gd name="T49" fmla="*/ 168 h 318"/>
                    <a:gd name="T50" fmla="*/ 356 w 603"/>
                    <a:gd name="T51" fmla="*/ 89 h 318"/>
                    <a:gd name="T52" fmla="*/ 358 w 603"/>
                    <a:gd name="T53" fmla="*/ 91 h 318"/>
                    <a:gd name="T54" fmla="*/ 408 w 603"/>
                    <a:gd name="T55" fmla="*/ 87 h 318"/>
                    <a:gd name="T56" fmla="*/ 416 w 603"/>
                    <a:gd name="T57" fmla="*/ 78 h 318"/>
                    <a:gd name="T58" fmla="*/ 506 w 603"/>
                    <a:gd name="T59" fmla="*/ 112 h 318"/>
                    <a:gd name="T60" fmla="*/ 506 w 603"/>
                    <a:gd name="T61" fmla="*/ 115 h 318"/>
                    <a:gd name="T62" fmla="*/ 536 w 603"/>
                    <a:gd name="T63" fmla="*/ 155 h 318"/>
                    <a:gd name="T64" fmla="*/ 594 w 603"/>
                    <a:gd name="T65" fmla="*/ 128 h 318"/>
                    <a:gd name="T66" fmla="*/ 567 w 603"/>
                    <a:gd name="T67" fmla="*/ 7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03" h="318">
                      <a:moveTo>
                        <a:pt x="567" y="70"/>
                      </a:moveTo>
                      <a:cubicBezTo>
                        <a:pt x="550" y="63"/>
                        <a:pt x="530" y="69"/>
                        <a:pt x="518" y="81"/>
                      </a:cubicBezTo>
                      <a:cubicBezTo>
                        <a:pt x="517" y="84"/>
                        <a:pt x="517" y="84"/>
                        <a:pt x="517" y="84"/>
                      </a:cubicBezTo>
                      <a:cubicBezTo>
                        <a:pt x="425" y="50"/>
                        <a:pt x="425" y="50"/>
                        <a:pt x="425" y="50"/>
                      </a:cubicBezTo>
                      <a:cubicBezTo>
                        <a:pt x="425" y="40"/>
                        <a:pt x="421" y="31"/>
                        <a:pt x="415" y="23"/>
                      </a:cubicBezTo>
                      <a:cubicBezTo>
                        <a:pt x="400" y="3"/>
                        <a:pt x="371" y="0"/>
                        <a:pt x="351" y="16"/>
                      </a:cubicBezTo>
                      <a:cubicBezTo>
                        <a:pt x="337" y="27"/>
                        <a:pt x="331" y="46"/>
                        <a:pt x="336" y="63"/>
                      </a:cubicBezTo>
                      <a:cubicBezTo>
                        <a:pt x="337" y="66"/>
                        <a:pt x="337" y="66"/>
                        <a:pt x="337" y="66"/>
                      </a:cubicBezTo>
                      <a:cubicBezTo>
                        <a:pt x="232" y="149"/>
                        <a:pt x="232" y="149"/>
                        <a:pt x="232" y="149"/>
                      </a:cubicBezTo>
                      <a:cubicBezTo>
                        <a:pt x="221" y="146"/>
                        <a:pt x="209" y="146"/>
                        <a:pt x="198" y="152"/>
                      </a:cubicBezTo>
                      <a:cubicBezTo>
                        <a:pt x="181" y="160"/>
                        <a:pt x="172" y="177"/>
                        <a:pt x="172" y="195"/>
                      </a:cubicBezTo>
                      <a:cubicBezTo>
                        <a:pt x="173" y="197"/>
                        <a:pt x="173" y="197"/>
                        <a:pt x="173" y="197"/>
                      </a:cubicBezTo>
                      <a:cubicBezTo>
                        <a:pt x="84" y="240"/>
                        <a:pt x="84" y="240"/>
                        <a:pt x="84" y="240"/>
                      </a:cubicBezTo>
                      <a:cubicBezTo>
                        <a:pt x="82" y="238"/>
                        <a:pt x="82" y="238"/>
                        <a:pt x="82" y="238"/>
                      </a:cubicBezTo>
                      <a:cubicBezTo>
                        <a:pt x="69" y="226"/>
                        <a:pt x="50" y="223"/>
                        <a:pt x="33" y="231"/>
                      </a:cubicBezTo>
                      <a:cubicBezTo>
                        <a:pt x="10" y="242"/>
                        <a:pt x="0" y="269"/>
                        <a:pt x="11" y="292"/>
                      </a:cubicBezTo>
                      <a:cubicBezTo>
                        <a:pt x="19" y="309"/>
                        <a:pt x="37" y="318"/>
                        <a:pt x="54" y="317"/>
                      </a:cubicBezTo>
                      <a:cubicBezTo>
                        <a:pt x="60" y="317"/>
                        <a:pt x="66" y="316"/>
                        <a:pt x="72" y="313"/>
                      </a:cubicBezTo>
                      <a:cubicBezTo>
                        <a:pt x="89" y="305"/>
                        <a:pt x="98" y="288"/>
                        <a:pt x="98" y="270"/>
                      </a:cubicBezTo>
                      <a:cubicBezTo>
                        <a:pt x="97" y="267"/>
                        <a:pt x="97" y="267"/>
                        <a:pt x="97" y="267"/>
                      </a:cubicBezTo>
                      <a:cubicBezTo>
                        <a:pt x="186" y="225"/>
                        <a:pt x="186" y="225"/>
                        <a:pt x="186" y="225"/>
                      </a:cubicBezTo>
                      <a:cubicBezTo>
                        <a:pt x="188" y="227"/>
                        <a:pt x="188" y="227"/>
                        <a:pt x="188" y="227"/>
                      </a:cubicBezTo>
                      <a:cubicBezTo>
                        <a:pt x="201" y="238"/>
                        <a:pt x="220" y="242"/>
                        <a:pt x="237" y="234"/>
                      </a:cubicBezTo>
                      <a:cubicBezTo>
                        <a:pt x="260" y="223"/>
                        <a:pt x="270" y="196"/>
                        <a:pt x="259" y="173"/>
                      </a:cubicBezTo>
                      <a:cubicBezTo>
                        <a:pt x="258" y="171"/>
                        <a:pt x="257" y="170"/>
                        <a:pt x="256" y="168"/>
                      </a:cubicBezTo>
                      <a:cubicBezTo>
                        <a:pt x="356" y="89"/>
                        <a:pt x="356" y="89"/>
                        <a:pt x="356" y="89"/>
                      </a:cubicBezTo>
                      <a:cubicBezTo>
                        <a:pt x="358" y="91"/>
                        <a:pt x="358" y="91"/>
                        <a:pt x="358" y="91"/>
                      </a:cubicBezTo>
                      <a:cubicBezTo>
                        <a:pt x="373" y="100"/>
                        <a:pt x="393" y="98"/>
                        <a:pt x="408" y="87"/>
                      </a:cubicBezTo>
                      <a:cubicBezTo>
                        <a:pt x="411" y="84"/>
                        <a:pt x="414" y="81"/>
                        <a:pt x="416" y="78"/>
                      </a:cubicBezTo>
                      <a:cubicBezTo>
                        <a:pt x="506" y="112"/>
                        <a:pt x="506" y="112"/>
                        <a:pt x="506" y="112"/>
                      </a:cubicBezTo>
                      <a:cubicBezTo>
                        <a:pt x="506" y="115"/>
                        <a:pt x="506" y="115"/>
                        <a:pt x="506" y="115"/>
                      </a:cubicBezTo>
                      <a:cubicBezTo>
                        <a:pt x="507" y="132"/>
                        <a:pt x="518" y="149"/>
                        <a:pt x="536" y="155"/>
                      </a:cubicBezTo>
                      <a:cubicBezTo>
                        <a:pt x="559" y="164"/>
                        <a:pt x="585" y="152"/>
                        <a:pt x="594" y="128"/>
                      </a:cubicBezTo>
                      <a:cubicBezTo>
                        <a:pt x="603" y="105"/>
                        <a:pt x="591" y="79"/>
                        <a:pt x="567" y="70"/>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117" name="Group 116">
            <a:extLst>
              <a:ext uri="{FF2B5EF4-FFF2-40B4-BE49-F238E27FC236}">
                <a16:creationId xmlns:a16="http://schemas.microsoft.com/office/drawing/2014/main" id="{30943D72-F760-69B1-81E2-1BBED9CA8195}"/>
              </a:ext>
            </a:extLst>
          </p:cNvPr>
          <p:cNvGrpSpPr/>
          <p:nvPr/>
        </p:nvGrpSpPr>
        <p:grpSpPr>
          <a:xfrm>
            <a:off x="10188994" y="4882656"/>
            <a:ext cx="1686861" cy="1876815"/>
            <a:chOff x="10188994" y="4882656"/>
            <a:chExt cx="1686861" cy="1876815"/>
          </a:xfrm>
        </p:grpSpPr>
        <p:sp>
          <p:nvSpPr>
            <p:cNvPr id="114" name="Rectangle: Rounded Corners 113">
              <a:extLst>
                <a:ext uri="{FF2B5EF4-FFF2-40B4-BE49-F238E27FC236}">
                  <a16:creationId xmlns:a16="http://schemas.microsoft.com/office/drawing/2014/main" id="{CFAF9CF9-33D4-412B-407A-A059A5A0D7A5}"/>
                </a:ext>
              </a:extLst>
            </p:cNvPr>
            <p:cNvSpPr/>
            <p:nvPr/>
          </p:nvSpPr>
          <p:spPr>
            <a:xfrm>
              <a:off x="10188994" y="4882656"/>
              <a:ext cx="1686861" cy="1876815"/>
            </a:xfrm>
            <a:prstGeom prst="roundRect">
              <a:avLst/>
            </a:prstGeom>
            <a:gradFill flip="none" rotWithShape="1">
              <a:gsLst>
                <a:gs pos="0">
                  <a:schemeClr val="accent4">
                    <a:lumMod val="67000"/>
                    <a:alpha val="68000"/>
                  </a:schemeClr>
                </a:gs>
                <a:gs pos="48000">
                  <a:schemeClr val="accent4">
                    <a:lumMod val="97000"/>
                    <a:lumOff val="3000"/>
                  </a:schemeClr>
                </a:gs>
                <a:gs pos="100000">
                  <a:schemeClr val="accent4">
                    <a:lumMod val="60000"/>
                    <a:lumOff val="40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46" name="Group 45">
              <a:extLst>
                <a:ext uri="{FF2B5EF4-FFF2-40B4-BE49-F238E27FC236}">
                  <a16:creationId xmlns:a16="http://schemas.microsoft.com/office/drawing/2014/main" id="{81D72835-129E-DE0C-EFE1-09FCB2ACFD5A}"/>
                </a:ext>
              </a:extLst>
            </p:cNvPr>
            <p:cNvGrpSpPr/>
            <p:nvPr/>
          </p:nvGrpSpPr>
          <p:grpSpPr>
            <a:xfrm>
              <a:off x="10458034" y="4959214"/>
              <a:ext cx="1166596" cy="784750"/>
              <a:chOff x="9775524" y="917909"/>
              <a:chExt cx="1422802" cy="955925"/>
            </a:xfrm>
          </p:grpSpPr>
          <p:grpSp>
            <p:nvGrpSpPr>
              <p:cNvPr id="47" name="Group 62">
                <a:extLst>
                  <a:ext uri="{FF2B5EF4-FFF2-40B4-BE49-F238E27FC236}">
                    <a16:creationId xmlns:a16="http://schemas.microsoft.com/office/drawing/2014/main" id="{AA29203B-1C7A-E162-E1C9-3B8FD970DBD0}"/>
                  </a:ext>
                </a:extLst>
              </p:cNvPr>
              <p:cNvGrpSpPr>
                <a:grpSpLocks noChangeAspect="1"/>
              </p:cNvGrpSpPr>
              <p:nvPr/>
            </p:nvGrpSpPr>
            <p:grpSpPr bwMode="auto">
              <a:xfrm>
                <a:off x="10103765" y="917909"/>
                <a:ext cx="691479" cy="679218"/>
                <a:chOff x="313" y="1967"/>
                <a:chExt cx="564" cy="554"/>
              </a:xfrm>
            </p:grpSpPr>
            <p:sp>
              <p:nvSpPr>
                <p:cNvPr id="49" name="Freeform 63">
                  <a:extLst>
                    <a:ext uri="{FF2B5EF4-FFF2-40B4-BE49-F238E27FC236}">
                      <a16:creationId xmlns:a16="http://schemas.microsoft.com/office/drawing/2014/main" id="{E4F77C5D-8969-EFA6-1CB7-E218AEC65394}"/>
                    </a:ext>
                  </a:extLst>
                </p:cNvPr>
                <p:cNvSpPr>
                  <a:spLocks noEditPoints="1"/>
                </p:cNvSpPr>
                <p:nvPr/>
              </p:nvSpPr>
              <p:spPr bwMode="auto">
                <a:xfrm>
                  <a:off x="313" y="2303"/>
                  <a:ext cx="139" cy="45"/>
                </a:xfrm>
                <a:custGeom>
                  <a:avLst/>
                  <a:gdLst>
                    <a:gd name="T0" fmla="*/ 213 w 213"/>
                    <a:gd name="T1" fmla="*/ 71 h 71"/>
                    <a:gd name="T2" fmla="*/ 186 w 213"/>
                    <a:gd name="T3" fmla="*/ 71 h 71"/>
                    <a:gd name="T4" fmla="*/ 184 w 213"/>
                    <a:gd name="T5" fmla="*/ 69 h 71"/>
                    <a:gd name="T6" fmla="*/ 176 w 213"/>
                    <a:gd name="T7" fmla="*/ 64 h 71"/>
                    <a:gd name="T8" fmla="*/ 38 w 213"/>
                    <a:gd name="T9" fmla="*/ 64 h 71"/>
                    <a:gd name="T10" fmla="*/ 29 w 213"/>
                    <a:gd name="T11" fmla="*/ 69 h 71"/>
                    <a:gd name="T12" fmla="*/ 27 w 213"/>
                    <a:gd name="T13" fmla="*/ 71 h 71"/>
                    <a:gd name="T14" fmla="*/ 0 w 213"/>
                    <a:gd name="T15" fmla="*/ 71 h 71"/>
                    <a:gd name="T16" fmla="*/ 48 w 213"/>
                    <a:gd name="T17" fmla="*/ 0 h 71"/>
                    <a:gd name="T18" fmla="*/ 165 w 213"/>
                    <a:gd name="T19" fmla="*/ 0 h 71"/>
                    <a:gd name="T20" fmla="*/ 187 w 213"/>
                    <a:gd name="T21" fmla="*/ 34 h 71"/>
                    <a:gd name="T22" fmla="*/ 213 w 213"/>
                    <a:gd name="T23" fmla="*/ 71 h 71"/>
                    <a:gd name="T24" fmla="*/ 47 w 213"/>
                    <a:gd name="T25" fmla="*/ 41 h 71"/>
                    <a:gd name="T26" fmla="*/ 166 w 213"/>
                    <a:gd name="T27" fmla="*/ 41 h 71"/>
                    <a:gd name="T28" fmla="*/ 157 w 213"/>
                    <a:gd name="T29" fmla="*/ 29 h 71"/>
                    <a:gd name="T30" fmla="*/ 146 w 213"/>
                    <a:gd name="T31" fmla="*/ 23 h 71"/>
                    <a:gd name="T32" fmla="*/ 66 w 213"/>
                    <a:gd name="T33" fmla="*/ 23 h 71"/>
                    <a:gd name="T34" fmla="*/ 54 w 213"/>
                    <a:gd name="T35" fmla="*/ 29 h 71"/>
                    <a:gd name="T36" fmla="*/ 47 w 213"/>
                    <a:gd name="T37" fmla="*/ 4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3" h="71">
                      <a:moveTo>
                        <a:pt x="213" y="71"/>
                      </a:moveTo>
                      <a:cubicBezTo>
                        <a:pt x="186" y="71"/>
                        <a:pt x="186" y="71"/>
                        <a:pt x="186" y="71"/>
                      </a:cubicBezTo>
                      <a:cubicBezTo>
                        <a:pt x="184" y="69"/>
                        <a:pt x="184" y="69"/>
                        <a:pt x="184" y="69"/>
                      </a:cubicBezTo>
                      <a:cubicBezTo>
                        <a:pt x="182" y="66"/>
                        <a:pt x="179" y="64"/>
                        <a:pt x="176" y="64"/>
                      </a:cubicBezTo>
                      <a:cubicBezTo>
                        <a:pt x="38" y="64"/>
                        <a:pt x="38" y="64"/>
                        <a:pt x="38" y="64"/>
                      </a:cubicBezTo>
                      <a:cubicBezTo>
                        <a:pt x="35" y="64"/>
                        <a:pt x="31" y="66"/>
                        <a:pt x="29" y="69"/>
                      </a:cubicBezTo>
                      <a:cubicBezTo>
                        <a:pt x="27" y="71"/>
                        <a:pt x="27" y="71"/>
                        <a:pt x="27" y="71"/>
                      </a:cubicBezTo>
                      <a:cubicBezTo>
                        <a:pt x="0" y="71"/>
                        <a:pt x="0" y="71"/>
                        <a:pt x="0" y="71"/>
                      </a:cubicBezTo>
                      <a:cubicBezTo>
                        <a:pt x="48" y="0"/>
                        <a:pt x="48" y="0"/>
                        <a:pt x="48" y="0"/>
                      </a:cubicBezTo>
                      <a:cubicBezTo>
                        <a:pt x="165" y="0"/>
                        <a:pt x="165" y="0"/>
                        <a:pt x="165" y="0"/>
                      </a:cubicBezTo>
                      <a:cubicBezTo>
                        <a:pt x="165" y="0"/>
                        <a:pt x="180" y="23"/>
                        <a:pt x="187" y="34"/>
                      </a:cubicBezTo>
                      <a:cubicBezTo>
                        <a:pt x="196" y="46"/>
                        <a:pt x="204" y="59"/>
                        <a:pt x="213" y="71"/>
                      </a:cubicBezTo>
                      <a:close/>
                      <a:moveTo>
                        <a:pt x="47" y="41"/>
                      </a:moveTo>
                      <a:cubicBezTo>
                        <a:pt x="166" y="41"/>
                        <a:pt x="166" y="41"/>
                        <a:pt x="166" y="41"/>
                      </a:cubicBezTo>
                      <a:cubicBezTo>
                        <a:pt x="157" y="29"/>
                        <a:pt x="157" y="29"/>
                        <a:pt x="157" y="29"/>
                      </a:cubicBezTo>
                      <a:cubicBezTo>
                        <a:pt x="155" y="25"/>
                        <a:pt x="150" y="23"/>
                        <a:pt x="146" y="23"/>
                      </a:cubicBezTo>
                      <a:cubicBezTo>
                        <a:pt x="66" y="23"/>
                        <a:pt x="66" y="23"/>
                        <a:pt x="66" y="23"/>
                      </a:cubicBezTo>
                      <a:cubicBezTo>
                        <a:pt x="61" y="23"/>
                        <a:pt x="56" y="25"/>
                        <a:pt x="54" y="29"/>
                      </a:cubicBezTo>
                      <a:lnTo>
                        <a:pt x="47" y="41"/>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64">
                  <a:extLst>
                    <a:ext uri="{FF2B5EF4-FFF2-40B4-BE49-F238E27FC236}">
                      <a16:creationId xmlns:a16="http://schemas.microsoft.com/office/drawing/2014/main" id="{A25339E4-89F7-78F6-329B-6E9F02DEDA7B}"/>
                    </a:ext>
                  </a:extLst>
                </p:cNvPr>
                <p:cNvSpPr>
                  <a:spLocks noEditPoints="1"/>
                </p:cNvSpPr>
                <p:nvPr/>
              </p:nvSpPr>
              <p:spPr bwMode="auto">
                <a:xfrm>
                  <a:off x="325" y="2156"/>
                  <a:ext cx="115" cy="134"/>
                </a:xfrm>
                <a:custGeom>
                  <a:avLst/>
                  <a:gdLst>
                    <a:gd name="T0" fmla="*/ 177 w 177"/>
                    <a:gd name="T1" fmla="*/ 18 h 211"/>
                    <a:gd name="T2" fmla="*/ 160 w 177"/>
                    <a:gd name="T3" fmla="*/ 0 h 211"/>
                    <a:gd name="T4" fmla="*/ 17 w 177"/>
                    <a:gd name="T5" fmla="*/ 0 h 211"/>
                    <a:gd name="T6" fmla="*/ 0 w 177"/>
                    <a:gd name="T7" fmla="*/ 18 h 211"/>
                    <a:gd name="T8" fmla="*/ 0 w 177"/>
                    <a:gd name="T9" fmla="*/ 193 h 211"/>
                    <a:gd name="T10" fmla="*/ 17 w 177"/>
                    <a:gd name="T11" fmla="*/ 211 h 211"/>
                    <a:gd name="T12" fmla="*/ 160 w 177"/>
                    <a:gd name="T13" fmla="*/ 211 h 211"/>
                    <a:gd name="T14" fmla="*/ 177 w 177"/>
                    <a:gd name="T15" fmla="*/ 193 h 211"/>
                    <a:gd name="T16" fmla="*/ 177 w 177"/>
                    <a:gd name="T17" fmla="*/ 18 h 211"/>
                    <a:gd name="T18" fmla="*/ 156 w 177"/>
                    <a:gd name="T19" fmla="*/ 64 h 211"/>
                    <a:gd name="T20" fmla="*/ 116 w 177"/>
                    <a:gd name="T21" fmla="*/ 104 h 211"/>
                    <a:gd name="T22" fmla="*/ 58 w 177"/>
                    <a:gd name="T23" fmla="*/ 104 h 211"/>
                    <a:gd name="T24" fmla="*/ 19 w 177"/>
                    <a:gd name="T25" fmla="*/ 64 h 211"/>
                    <a:gd name="T26" fmla="*/ 19 w 177"/>
                    <a:gd name="T27" fmla="*/ 64 h 211"/>
                    <a:gd name="T28" fmla="*/ 58 w 177"/>
                    <a:gd name="T29" fmla="*/ 25 h 211"/>
                    <a:gd name="T30" fmla="*/ 116 w 177"/>
                    <a:gd name="T31" fmla="*/ 25 h 211"/>
                    <a:gd name="T32" fmla="*/ 156 w 177"/>
                    <a:gd name="T33" fmla="*/ 64 h 211"/>
                    <a:gd name="T34" fmla="*/ 39 w 177"/>
                    <a:gd name="T35" fmla="*/ 186 h 211"/>
                    <a:gd name="T36" fmla="*/ 20 w 177"/>
                    <a:gd name="T37" fmla="*/ 168 h 211"/>
                    <a:gd name="T38" fmla="*/ 39 w 177"/>
                    <a:gd name="T39" fmla="*/ 149 h 211"/>
                    <a:gd name="T40" fmla="*/ 57 w 177"/>
                    <a:gd name="T41" fmla="*/ 168 h 211"/>
                    <a:gd name="T42" fmla="*/ 39 w 177"/>
                    <a:gd name="T43" fmla="*/ 186 h 211"/>
                    <a:gd name="T44" fmla="*/ 139 w 177"/>
                    <a:gd name="T45" fmla="*/ 186 h 211"/>
                    <a:gd name="T46" fmla="*/ 121 w 177"/>
                    <a:gd name="T47" fmla="*/ 168 h 211"/>
                    <a:gd name="T48" fmla="*/ 139 w 177"/>
                    <a:gd name="T49" fmla="*/ 149 h 211"/>
                    <a:gd name="T50" fmla="*/ 157 w 177"/>
                    <a:gd name="T51" fmla="*/ 168 h 211"/>
                    <a:gd name="T52" fmla="*/ 139 w 177"/>
                    <a:gd name="T53" fmla="*/ 18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7" h="211">
                      <a:moveTo>
                        <a:pt x="177" y="18"/>
                      </a:moveTo>
                      <a:cubicBezTo>
                        <a:pt x="177" y="8"/>
                        <a:pt x="170" y="0"/>
                        <a:pt x="160" y="0"/>
                      </a:cubicBezTo>
                      <a:cubicBezTo>
                        <a:pt x="17" y="0"/>
                        <a:pt x="17" y="0"/>
                        <a:pt x="17" y="0"/>
                      </a:cubicBezTo>
                      <a:cubicBezTo>
                        <a:pt x="7" y="0"/>
                        <a:pt x="0" y="8"/>
                        <a:pt x="0" y="18"/>
                      </a:cubicBezTo>
                      <a:cubicBezTo>
                        <a:pt x="0" y="193"/>
                        <a:pt x="0" y="193"/>
                        <a:pt x="0" y="193"/>
                      </a:cubicBezTo>
                      <a:cubicBezTo>
                        <a:pt x="0" y="203"/>
                        <a:pt x="7" y="211"/>
                        <a:pt x="17" y="211"/>
                      </a:cubicBezTo>
                      <a:cubicBezTo>
                        <a:pt x="160" y="211"/>
                        <a:pt x="160" y="211"/>
                        <a:pt x="160" y="211"/>
                      </a:cubicBezTo>
                      <a:cubicBezTo>
                        <a:pt x="170" y="211"/>
                        <a:pt x="177" y="203"/>
                        <a:pt x="177" y="193"/>
                      </a:cubicBezTo>
                      <a:lnTo>
                        <a:pt x="177" y="18"/>
                      </a:lnTo>
                      <a:close/>
                      <a:moveTo>
                        <a:pt x="156" y="64"/>
                      </a:moveTo>
                      <a:cubicBezTo>
                        <a:pt x="156" y="86"/>
                        <a:pt x="138" y="104"/>
                        <a:pt x="116" y="104"/>
                      </a:cubicBezTo>
                      <a:cubicBezTo>
                        <a:pt x="58" y="104"/>
                        <a:pt x="58" y="104"/>
                        <a:pt x="58" y="104"/>
                      </a:cubicBezTo>
                      <a:cubicBezTo>
                        <a:pt x="36" y="104"/>
                        <a:pt x="19" y="86"/>
                        <a:pt x="19" y="64"/>
                      </a:cubicBezTo>
                      <a:cubicBezTo>
                        <a:pt x="19" y="64"/>
                        <a:pt x="19" y="64"/>
                        <a:pt x="19" y="64"/>
                      </a:cubicBezTo>
                      <a:cubicBezTo>
                        <a:pt x="19" y="43"/>
                        <a:pt x="36" y="25"/>
                        <a:pt x="58" y="25"/>
                      </a:cubicBezTo>
                      <a:cubicBezTo>
                        <a:pt x="116" y="25"/>
                        <a:pt x="116" y="25"/>
                        <a:pt x="116" y="25"/>
                      </a:cubicBezTo>
                      <a:cubicBezTo>
                        <a:pt x="138" y="25"/>
                        <a:pt x="156" y="43"/>
                        <a:pt x="156" y="64"/>
                      </a:cubicBezTo>
                      <a:close/>
                      <a:moveTo>
                        <a:pt x="39" y="186"/>
                      </a:moveTo>
                      <a:cubicBezTo>
                        <a:pt x="28" y="186"/>
                        <a:pt x="20" y="178"/>
                        <a:pt x="20" y="168"/>
                      </a:cubicBezTo>
                      <a:cubicBezTo>
                        <a:pt x="20" y="158"/>
                        <a:pt x="28" y="149"/>
                        <a:pt x="39" y="149"/>
                      </a:cubicBezTo>
                      <a:cubicBezTo>
                        <a:pt x="49" y="149"/>
                        <a:pt x="57" y="158"/>
                        <a:pt x="57" y="168"/>
                      </a:cubicBezTo>
                      <a:cubicBezTo>
                        <a:pt x="57" y="178"/>
                        <a:pt x="49" y="186"/>
                        <a:pt x="39" y="186"/>
                      </a:cubicBezTo>
                      <a:close/>
                      <a:moveTo>
                        <a:pt x="139" y="186"/>
                      </a:moveTo>
                      <a:cubicBezTo>
                        <a:pt x="129" y="186"/>
                        <a:pt x="121" y="178"/>
                        <a:pt x="121" y="168"/>
                      </a:cubicBezTo>
                      <a:cubicBezTo>
                        <a:pt x="121" y="158"/>
                        <a:pt x="129" y="149"/>
                        <a:pt x="139" y="149"/>
                      </a:cubicBezTo>
                      <a:cubicBezTo>
                        <a:pt x="149" y="149"/>
                        <a:pt x="157" y="158"/>
                        <a:pt x="157" y="168"/>
                      </a:cubicBezTo>
                      <a:cubicBezTo>
                        <a:pt x="157" y="178"/>
                        <a:pt x="149" y="186"/>
                        <a:pt x="139" y="186"/>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65">
                  <a:extLst>
                    <a:ext uri="{FF2B5EF4-FFF2-40B4-BE49-F238E27FC236}">
                      <a16:creationId xmlns:a16="http://schemas.microsoft.com/office/drawing/2014/main" id="{B7DBC5A3-FD15-74A5-A864-DDD9B0EAD5DD}"/>
                    </a:ext>
                  </a:extLst>
                </p:cNvPr>
                <p:cNvSpPr>
                  <a:spLocks/>
                </p:cNvSpPr>
                <p:nvPr/>
              </p:nvSpPr>
              <p:spPr bwMode="auto">
                <a:xfrm>
                  <a:off x="447" y="2048"/>
                  <a:ext cx="22" cy="22"/>
                </a:xfrm>
                <a:custGeom>
                  <a:avLst/>
                  <a:gdLst>
                    <a:gd name="T0" fmla="*/ 1 w 34"/>
                    <a:gd name="T1" fmla="*/ 19 h 34"/>
                    <a:gd name="T2" fmla="*/ 20 w 34"/>
                    <a:gd name="T3" fmla="*/ 32 h 34"/>
                    <a:gd name="T4" fmla="*/ 33 w 34"/>
                    <a:gd name="T5" fmla="*/ 14 h 34"/>
                    <a:gd name="T6" fmla="*/ 15 w 34"/>
                    <a:gd name="T7" fmla="*/ 1 h 34"/>
                    <a:gd name="T8" fmla="*/ 1 w 34"/>
                    <a:gd name="T9" fmla="*/ 19 h 34"/>
                  </a:gdLst>
                  <a:ahLst/>
                  <a:cxnLst>
                    <a:cxn ang="0">
                      <a:pos x="T0" y="T1"/>
                    </a:cxn>
                    <a:cxn ang="0">
                      <a:pos x="T2" y="T3"/>
                    </a:cxn>
                    <a:cxn ang="0">
                      <a:pos x="T4" y="T5"/>
                    </a:cxn>
                    <a:cxn ang="0">
                      <a:pos x="T6" y="T7"/>
                    </a:cxn>
                    <a:cxn ang="0">
                      <a:pos x="T8" y="T9"/>
                    </a:cxn>
                  </a:cxnLst>
                  <a:rect l="0" t="0" r="r" b="b"/>
                  <a:pathLst>
                    <a:path w="34" h="34">
                      <a:moveTo>
                        <a:pt x="1" y="19"/>
                      </a:moveTo>
                      <a:cubicBezTo>
                        <a:pt x="3" y="28"/>
                        <a:pt x="11" y="34"/>
                        <a:pt x="20" y="32"/>
                      </a:cubicBezTo>
                      <a:cubicBezTo>
                        <a:pt x="28" y="31"/>
                        <a:pt x="34" y="23"/>
                        <a:pt x="33" y="14"/>
                      </a:cubicBezTo>
                      <a:cubicBezTo>
                        <a:pt x="31" y="6"/>
                        <a:pt x="23" y="0"/>
                        <a:pt x="15" y="1"/>
                      </a:cubicBezTo>
                      <a:cubicBezTo>
                        <a:pt x="6" y="3"/>
                        <a:pt x="0" y="11"/>
                        <a:pt x="1" y="19"/>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66">
                  <a:extLst>
                    <a:ext uri="{FF2B5EF4-FFF2-40B4-BE49-F238E27FC236}">
                      <a16:creationId xmlns:a16="http://schemas.microsoft.com/office/drawing/2014/main" id="{63F5ED49-8D39-C6DD-5C2B-9081C2F59C55}"/>
                    </a:ext>
                  </a:extLst>
                </p:cNvPr>
                <p:cNvSpPr>
                  <a:spLocks/>
                </p:cNvSpPr>
                <p:nvPr/>
              </p:nvSpPr>
              <p:spPr bwMode="auto">
                <a:xfrm>
                  <a:off x="401" y="2090"/>
                  <a:ext cx="23" cy="22"/>
                </a:xfrm>
                <a:custGeom>
                  <a:avLst/>
                  <a:gdLst>
                    <a:gd name="T0" fmla="*/ 2 w 35"/>
                    <a:gd name="T1" fmla="*/ 20 h 34"/>
                    <a:gd name="T2" fmla="*/ 20 w 35"/>
                    <a:gd name="T3" fmla="*/ 33 h 34"/>
                    <a:gd name="T4" fmla="*/ 33 w 35"/>
                    <a:gd name="T5" fmla="*/ 15 h 34"/>
                    <a:gd name="T6" fmla="*/ 15 w 35"/>
                    <a:gd name="T7" fmla="*/ 2 h 34"/>
                    <a:gd name="T8" fmla="*/ 2 w 35"/>
                    <a:gd name="T9" fmla="*/ 20 h 34"/>
                  </a:gdLst>
                  <a:ahLst/>
                  <a:cxnLst>
                    <a:cxn ang="0">
                      <a:pos x="T0" y="T1"/>
                    </a:cxn>
                    <a:cxn ang="0">
                      <a:pos x="T2" y="T3"/>
                    </a:cxn>
                    <a:cxn ang="0">
                      <a:pos x="T4" y="T5"/>
                    </a:cxn>
                    <a:cxn ang="0">
                      <a:pos x="T6" y="T7"/>
                    </a:cxn>
                    <a:cxn ang="0">
                      <a:pos x="T8" y="T9"/>
                    </a:cxn>
                  </a:cxnLst>
                  <a:rect l="0" t="0" r="r" b="b"/>
                  <a:pathLst>
                    <a:path w="35" h="34">
                      <a:moveTo>
                        <a:pt x="2" y="20"/>
                      </a:moveTo>
                      <a:cubicBezTo>
                        <a:pt x="3" y="28"/>
                        <a:pt x="11" y="34"/>
                        <a:pt x="20" y="33"/>
                      </a:cubicBezTo>
                      <a:cubicBezTo>
                        <a:pt x="29" y="31"/>
                        <a:pt x="35" y="23"/>
                        <a:pt x="33" y="15"/>
                      </a:cubicBezTo>
                      <a:cubicBezTo>
                        <a:pt x="32" y="6"/>
                        <a:pt x="24" y="0"/>
                        <a:pt x="15" y="2"/>
                      </a:cubicBezTo>
                      <a:cubicBezTo>
                        <a:pt x="6" y="3"/>
                        <a:pt x="0" y="11"/>
                        <a:pt x="2" y="20"/>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67">
                  <a:extLst>
                    <a:ext uri="{FF2B5EF4-FFF2-40B4-BE49-F238E27FC236}">
                      <a16:creationId xmlns:a16="http://schemas.microsoft.com/office/drawing/2014/main" id="{30A28C85-D4B8-9DFC-F5BB-4654CFF6884B}"/>
                    </a:ext>
                  </a:extLst>
                </p:cNvPr>
                <p:cNvSpPr>
                  <a:spLocks/>
                </p:cNvSpPr>
                <p:nvPr/>
              </p:nvSpPr>
              <p:spPr bwMode="auto">
                <a:xfrm>
                  <a:off x="767" y="2096"/>
                  <a:ext cx="22" cy="22"/>
                </a:xfrm>
                <a:custGeom>
                  <a:avLst/>
                  <a:gdLst>
                    <a:gd name="T0" fmla="*/ 14 w 34"/>
                    <a:gd name="T1" fmla="*/ 2 h 35"/>
                    <a:gd name="T2" fmla="*/ 1 w 34"/>
                    <a:gd name="T3" fmla="*/ 20 h 35"/>
                    <a:gd name="T4" fmla="*/ 19 w 34"/>
                    <a:gd name="T5" fmla="*/ 33 h 35"/>
                    <a:gd name="T6" fmla="*/ 32 w 34"/>
                    <a:gd name="T7" fmla="*/ 15 h 35"/>
                    <a:gd name="T8" fmla="*/ 14 w 34"/>
                    <a:gd name="T9" fmla="*/ 2 h 35"/>
                  </a:gdLst>
                  <a:ahLst/>
                  <a:cxnLst>
                    <a:cxn ang="0">
                      <a:pos x="T0" y="T1"/>
                    </a:cxn>
                    <a:cxn ang="0">
                      <a:pos x="T2" y="T3"/>
                    </a:cxn>
                    <a:cxn ang="0">
                      <a:pos x="T4" y="T5"/>
                    </a:cxn>
                    <a:cxn ang="0">
                      <a:pos x="T6" y="T7"/>
                    </a:cxn>
                    <a:cxn ang="0">
                      <a:pos x="T8" y="T9"/>
                    </a:cxn>
                  </a:cxnLst>
                  <a:rect l="0" t="0" r="r" b="b"/>
                  <a:pathLst>
                    <a:path w="34" h="35">
                      <a:moveTo>
                        <a:pt x="14" y="2"/>
                      </a:moveTo>
                      <a:cubicBezTo>
                        <a:pt x="6" y="3"/>
                        <a:pt x="0" y="11"/>
                        <a:pt x="1" y="20"/>
                      </a:cubicBezTo>
                      <a:cubicBezTo>
                        <a:pt x="2" y="29"/>
                        <a:pt x="11" y="35"/>
                        <a:pt x="19" y="33"/>
                      </a:cubicBezTo>
                      <a:cubicBezTo>
                        <a:pt x="28" y="32"/>
                        <a:pt x="34" y="24"/>
                        <a:pt x="32" y="15"/>
                      </a:cubicBezTo>
                      <a:cubicBezTo>
                        <a:pt x="31" y="6"/>
                        <a:pt x="23" y="0"/>
                        <a:pt x="14" y="2"/>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68">
                  <a:extLst>
                    <a:ext uri="{FF2B5EF4-FFF2-40B4-BE49-F238E27FC236}">
                      <a16:creationId xmlns:a16="http://schemas.microsoft.com/office/drawing/2014/main" id="{DAEC5CC7-AD61-0057-80D7-36AABBC2A76C}"/>
                    </a:ext>
                  </a:extLst>
                </p:cNvPr>
                <p:cNvSpPr>
                  <a:spLocks/>
                </p:cNvSpPr>
                <p:nvPr/>
              </p:nvSpPr>
              <p:spPr bwMode="auto">
                <a:xfrm>
                  <a:off x="718" y="2052"/>
                  <a:ext cx="23" cy="22"/>
                </a:xfrm>
                <a:custGeom>
                  <a:avLst/>
                  <a:gdLst>
                    <a:gd name="T0" fmla="*/ 15 w 34"/>
                    <a:gd name="T1" fmla="*/ 2 h 34"/>
                    <a:gd name="T2" fmla="*/ 2 w 34"/>
                    <a:gd name="T3" fmla="*/ 20 h 34"/>
                    <a:gd name="T4" fmla="*/ 20 w 34"/>
                    <a:gd name="T5" fmla="*/ 33 h 34"/>
                    <a:gd name="T6" fmla="*/ 33 w 34"/>
                    <a:gd name="T7" fmla="*/ 15 h 34"/>
                    <a:gd name="T8" fmla="*/ 15 w 34"/>
                    <a:gd name="T9" fmla="*/ 2 h 34"/>
                  </a:gdLst>
                  <a:ahLst/>
                  <a:cxnLst>
                    <a:cxn ang="0">
                      <a:pos x="T0" y="T1"/>
                    </a:cxn>
                    <a:cxn ang="0">
                      <a:pos x="T2" y="T3"/>
                    </a:cxn>
                    <a:cxn ang="0">
                      <a:pos x="T4" y="T5"/>
                    </a:cxn>
                    <a:cxn ang="0">
                      <a:pos x="T6" y="T7"/>
                    </a:cxn>
                    <a:cxn ang="0">
                      <a:pos x="T8" y="T9"/>
                    </a:cxn>
                  </a:cxnLst>
                  <a:rect l="0" t="0" r="r" b="b"/>
                  <a:pathLst>
                    <a:path w="34" h="34">
                      <a:moveTo>
                        <a:pt x="15" y="2"/>
                      </a:moveTo>
                      <a:cubicBezTo>
                        <a:pt x="6" y="3"/>
                        <a:pt x="0" y="11"/>
                        <a:pt x="2" y="20"/>
                      </a:cubicBezTo>
                      <a:cubicBezTo>
                        <a:pt x="3" y="28"/>
                        <a:pt x="11" y="34"/>
                        <a:pt x="20" y="33"/>
                      </a:cubicBezTo>
                      <a:cubicBezTo>
                        <a:pt x="29" y="31"/>
                        <a:pt x="34" y="23"/>
                        <a:pt x="33" y="15"/>
                      </a:cubicBezTo>
                      <a:cubicBezTo>
                        <a:pt x="32" y="6"/>
                        <a:pt x="24" y="0"/>
                        <a:pt x="15" y="2"/>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69">
                  <a:extLst>
                    <a:ext uri="{FF2B5EF4-FFF2-40B4-BE49-F238E27FC236}">
                      <a16:creationId xmlns:a16="http://schemas.microsoft.com/office/drawing/2014/main" id="{25EB5FD3-DCAB-C8D6-3D9C-3312B87CF05F}"/>
                    </a:ext>
                  </a:extLst>
                </p:cNvPr>
                <p:cNvSpPr>
                  <a:spLocks/>
                </p:cNvSpPr>
                <p:nvPr/>
              </p:nvSpPr>
              <p:spPr bwMode="auto">
                <a:xfrm>
                  <a:off x="725" y="2422"/>
                  <a:ext cx="22" cy="22"/>
                </a:xfrm>
                <a:custGeom>
                  <a:avLst/>
                  <a:gdLst>
                    <a:gd name="T0" fmla="*/ 33 w 34"/>
                    <a:gd name="T1" fmla="*/ 14 h 34"/>
                    <a:gd name="T2" fmla="*/ 14 w 34"/>
                    <a:gd name="T3" fmla="*/ 1 h 34"/>
                    <a:gd name="T4" fmla="*/ 1 w 34"/>
                    <a:gd name="T5" fmla="*/ 19 h 34"/>
                    <a:gd name="T6" fmla="*/ 19 w 34"/>
                    <a:gd name="T7" fmla="*/ 32 h 34"/>
                    <a:gd name="T8" fmla="*/ 33 w 34"/>
                    <a:gd name="T9" fmla="*/ 14 h 34"/>
                  </a:gdLst>
                  <a:ahLst/>
                  <a:cxnLst>
                    <a:cxn ang="0">
                      <a:pos x="T0" y="T1"/>
                    </a:cxn>
                    <a:cxn ang="0">
                      <a:pos x="T2" y="T3"/>
                    </a:cxn>
                    <a:cxn ang="0">
                      <a:pos x="T4" y="T5"/>
                    </a:cxn>
                    <a:cxn ang="0">
                      <a:pos x="T6" y="T7"/>
                    </a:cxn>
                    <a:cxn ang="0">
                      <a:pos x="T8" y="T9"/>
                    </a:cxn>
                  </a:cxnLst>
                  <a:rect l="0" t="0" r="r" b="b"/>
                  <a:pathLst>
                    <a:path w="34" h="34">
                      <a:moveTo>
                        <a:pt x="33" y="14"/>
                      </a:moveTo>
                      <a:cubicBezTo>
                        <a:pt x="31" y="5"/>
                        <a:pt x="23" y="0"/>
                        <a:pt x="14" y="1"/>
                      </a:cubicBezTo>
                      <a:cubicBezTo>
                        <a:pt x="6" y="2"/>
                        <a:pt x="0" y="10"/>
                        <a:pt x="1" y="19"/>
                      </a:cubicBezTo>
                      <a:cubicBezTo>
                        <a:pt x="3" y="28"/>
                        <a:pt x="11" y="34"/>
                        <a:pt x="19" y="32"/>
                      </a:cubicBezTo>
                      <a:cubicBezTo>
                        <a:pt x="28" y="31"/>
                        <a:pt x="34" y="23"/>
                        <a:pt x="33" y="14"/>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70">
                  <a:extLst>
                    <a:ext uri="{FF2B5EF4-FFF2-40B4-BE49-F238E27FC236}">
                      <a16:creationId xmlns:a16="http://schemas.microsoft.com/office/drawing/2014/main" id="{B11E3DAD-ED73-0A3D-6650-1AF2A1BE0AE7}"/>
                    </a:ext>
                  </a:extLst>
                </p:cNvPr>
                <p:cNvSpPr>
                  <a:spLocks/>
                </p:cNvSpPr>
                <p:nvPr/>
              </p:nvSpPr>
              <p:spPr bwMode="auto">
                <a:xfrm>
                  <a:off x="771" y="2380"/>
                  <a:ext cx="22" cy="21"/>
                </a:xfrm>
                <a:custGeom>
                  <a:avLst/>
                  <a:gdLst>
                    <a:gd name="T0" fmla="*/ 33 w 34"/>
                    <a:gd name="T1" fmla="*/ 15 h 34"/>
                    <a:gd name="T2" fmla="*/ 15 w 34"/>
                    <a:gd name="T3" fmla="*/ 1 h 34"/>
                    <a:gd name="T4" fmla="*/ 2 w 34"/>
                    <a:gd name="T5" fmla="*/ 20 h 34"/>
                    <a:gd name="T6" fmla="*/ 20 w 34"/>
                    <a:gd name="T7" fmla="*/ 33 h 34"/>
                    <a:gd name="T8" fmla="*/ 33 w 34"/>
                    <a:gd name="T9" fmla="*/ 15 h 34"/>
                  </a:gdLst>
                  <a:ahLst/>
                  <a:cxnLst>
                    <a:cxn ang="0">
                      <a:pos x="T0" y="T1"/>
                    </a:cxn>
                    <a:cxn ang="0">
                      <a:pos x="T2" y="T3"/>
                    </a:cxn>
                    <a:cxn ang="0">
                      <a:pos x="T4" y="T5"/>
                    </a:cxn>
                    <a:cxn ang="0">
                      <a:pos x="T6" y="T7"/>
                    </a:cxn>
                    <a:cxn ang="0">
                      <a:pos x="T8" y="T9"/>
                    </a:cxn>
                  </a:cxnLst>
                  <a:rect l="0" t="0" r="r" b="b"/>
                  <a:pathLst>
                    <a:path w="34" h="34">
                      <a:moveTo>
                        <a:pt x="33" y="15"/>
                      </a:moveTo>
                      <a:cubicBezTo>
                        <a:pt x="32" y="6"/>
                        <a:pt x="24" y="0"/>
                        <a:pt x="15" y="1"/>
                      </a:cubicBezTo>
                      <a:cubicBezTo>
                        <a:pt x="6" y="3"/>
                        <a:pt x="0" y="11"/>
                        <a:pt x="2" y="20"/>
                      </a:cubicBezTo>
                      <a:cubicBezTo>
                        <a:pt x="3" y="28"/>
                        <a:pt x="11" y="34"/>
                        <a:pt x="20" y="33"/>
                      </a:cubicBezTo>
                      <a:cubicBezTo>
                        <a:pt x="29" y="31"/>
                        <a:pt x="34" y="23"/>
                        <a:pt x="33" y="15"/>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71">
                  <a:extLst>
                    <a:ext uri="{FF2B5EF4-FFF2-40B4-BE49-F238E27FC236}">
                      <a16:creationId xmlns:a16="http://schemas.microsoft.com/office/drawing/2014/main" id="{453FEE98-A782-59B7-E218-ED907BABCB70}"/>
                    </a:ext>
                  </a:extLst>
                </p:cNvPr>
                <p:cNvSpPr>
                  <a:spLocks/>
                </p:cNvSpPr>
                <p:nvPr/>
              </p:nvSpPr>
              <p:spPr bwMode="auto">
                <a:xfrm>
                  <a:off x="398" y="2385"/>
                  <a:ext cx="22" cy="21"/>
                </a:xfrm>
                <a:custGeom>
                  <a:avLst/>
                  <a:gdLst>
                    <a:gd name="T0" fmla="*/ 14 w 34"/>
                    <a:gd name="T1" fmla="*/ 33 h 34"/>
                    <a:gd name="T2" fmla="*/ 32 w 34"/>
                    <a:gd name="T3" fmla="*/ 20 h 34"/>
                    <a:gd name="T4" fmla="*/ 19 w 34"/>
                    <a:gd name="T5" fmla="*/ 2 h 34"/>
                    <a:gd name="T6" fmla="*/ 1 w 34"/>
                    <a:gd name="T7" fmla="*/ 15 h 34"/>
                    <a:gd name="T8" fmla="*/ 14 w 34"/>
                    <a:gd name="T9" fmla="*/ 33 h 34"/>
                  </a:gdLst>
                  <a:ahLst/>
                  <a:cxnLst>
                    <a:cxn ang="0">
                      <a:pos x="T0" y="T1"/>
                    </a:cxn>
                    <a:cxn ang="0">
                      <a:pos x="T2" y="T3"/>
                    </a:cxn>
                    <a:cxn ang="0">
                      <a:pos x="T4" y="T5"/>
                    </a:cxn>
                    <a:cxn ang="0">
                      <a:pos x="T6" y="T7"/>
                    </a:cxn>
                    <a:cxn ang="0">
                      <a:pos x="T8" y="T9"/>
                    </a:cxn>
                  </a:cxnLst>
                  <a:rect l="0" t="0" r="r" b="b"/>
                  <a:pathLst>
                    <a:path w="34" h="34">
                      <a:moveTo>
                        <a:pt x="14" y="33"/>
                      </a:moveTo>
                      <a:cubicBezTo>
                        <a:pt x="23" y="34"/>
                        <a:pt x="31" y="28"/>
                        <a:pt x="32" y="20"/>
                      </a:cubicBezTo>
                      <a:cubicBezTo>
                        <a:pt x="34" y="11"/>
                        <a:pt x="28" y="3"/>
                        <a:pt x="19" y="2"/>
                      </a:cubicBezTo>
                      <a:cubicBezTo>
                        <a:pt x="11" y="0"/>
                        <a:pt x="3" y="6"/>
                        <a:pt x="1" y="15"/>
                      </a:cubicBezTo>
                      <a:cubicBezTo>
                        <a:pt x="0" y="23"/>
                        <a:pt x="6" y="31"/>
                        <a:pt x="14" y="33"/>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72">
                  <a:extLst>
                    <a:ext uri="{FF2B5EF4-FFF2-40B4-BE49-F238E27FC236}">
                      <a16:creationId xmlns:a16="http://schemas.microsoft.com/office/drawing/2014/main" id="{C9E5584A-F404-E9B8-175A-99695277AA52}"/>
                    </a:ext>
                  </a:extLst>
                </p:cNvPr>
                <p:cNvSpPr>
                  <a:spLocks/>
                </p:cNvSpPr>
                <p:nvPr/>
              </p:nvSpPr>
              <p:spPr bwMode="auto">
                <a:xfrm>
                  <a:off x="441" y="2423"/>
                  <a:ext cx="22" cy="21"/>
                </a:xfrm>
                <a:custGeom>
                  <a:avLst/>
                  <a:gdLst>
                    <a:gd name="T0" fmla="*/ 14 w 34"/>
                    <a:gd name="T1" fmla="*/ 32 h 34"/>
                    <a:gd name="T2" fmla="*/ 32 w 34"/>
                    <a:gd name="T3" fmla="*/ 19 h 34"/>
                    <a:gd name="T4" fmla="*/ 19 w 34"/>
                    <a:gd name="T5" fmla="*/ 1 h 34"/>
                    <a:gd name="T6" fmla="*/ 1 w 34"/>
                    <a:gd name="T7" fmla="*/ 14 h 34"/>
                    <a:gd name="T8" fmla="*/ 14 w 34"/>
                    <a:gd name="T9" fmla="*/ 32 h 34"/>
                  </a:gdLst>
                  <a:ahLst/>
                  <a:cxnLst>
                    <a:cxn ang="0">
                      <a:pos x="T0" y="T1"/>
                    </a:cxn>
                    <a:cxn ang="0">
                      <a:pos x="T2" y="T3"/>
                    </a:cxn>
                    <a:cxn ang="0">
                      <a:pos x="T4" y="T5"/>
                    </a:cxn>
                    <a:cxn ang="0">
                      <a:pos x="T6" y="T7"/>
                    </a:cxn>
                    <a:cxn ang="0">
                      <a:pos x="T8" y="T9"/>
                    </a:cxn>
                  </a:cxnLst>
                  <a:rect l="0" t="0" r="r" b="b"/>
                  <a:pathLst>
                    <a:path w="34" h="34">
                      <a:moveTo>
                        <a:pt x="14" y="32"/>
                      </a:moveTo>
                      <a:cubicBezTo>
                        <a:pt x="23" y="34"/>
                        <a:pt x="31" y="28"/>
                        <a:pt x="32" y="19"/>
                      </a:cubicBezTo>
                      <a:cubicBezTo>
                        <a:pt x="34" y="10"/>
                        <a:pt x="28" y="2"/>
                        <a:pt x="19" y="1"/>
                      </a:cubicBezTo>
                      <a:cubicBezTo>
                        <a:pt x="11" y="0"/>
                        <a:pt x="2" y="5"/>
                        <a:pt x="1" y="14"/>
                      </a:cubicBezTo>
                      <a:cubicBezTo>
                        <a:pt x="0" y="23"/>
                        <a:pt x="6" y="31"/>
                        <a:pt x="14" y="32"/>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73">
                  <a:extLst>
                    <a:ext uri="{FF2B5EF4-FFF2-40B4-BE49-F238E27FC236}">
                      <a16:creationId xmlns:a16="http://schemas.microsoft.com/office/drawing/2014/main" id="{1B9919B5-7D2C-A6ED-0B9C-A105124246EB}"/>
                    </a:ext>
                  </a:extLst>
                </p:cNvPr>
                <p:cNvSpPr>
                  <a:spLocks/>
                </p:cNvSpPr>
                <p:nvPr/>
              </p:nvSpPr>
              <p:spPr bwMode="auto">
                <a:xfrm>
                  <a:off x="541" y="1967"/>
                  <a:ext cx="106" cy="112"/>
                </a:xfrm>
                <a:custGeom>
                  <a:avLst/>
                  <a:gdLst>
                    <a:gd name="T0" fmla="*/ 9 w 163"/>
                    <a:gd name="T1" fmla="*/ 167 h 176"/>
                    <a:gd name="T2" fmla="*/ 60 w 163"/>
                    <a:gd name="T3" fmla="*/ 123 h 176"/>
                    <a:gd name="T4" fmla="*/ 105 w 163"/>
                    <a:gd name="T5" fmla="*/ 122 h 176"/>
                    <a:gd name="T6" fmla="*/ 150 w 163"/>
                    <a:gd name="T7" fmla="*/ 161 h 176"/>
                    <a:gd name="T8" fmla="*/ 162 w 163"/>
                    <a:gd name="T9" fmla="*/ 172 h 176"/>
                    <a:gd name="T10" fmla="*/ 162 w 163"/>
                    <a:gd name="T11" fmla="*/ 101 h 176"/>
                    <a:gd name="T12" fmla="*/ 157 w 163"/>
                    <a:gd name="T13" fmla="*/ 89 h 176"/>
                    <a:gd name="T14" fmla="*/ 144 w 163"/>
                    <a:gd name="T15" fmla="*/ 83 h 176"/>
                    <a:gd name="T16" fmla="*/ 122 w 163"/>
                    <a:gd name="T17" fmla="*/ 83 h 176"/>
                    <a:gd name="T18" fmla="*/ 122 w 163"/>
                    <a:gd name="T19" fmla="*/ 69 h 176"/>
                    <a:gd name="T20" fmla="*/ 104 w 163"/>
                    <a:gd name="T21" fmla="*/ 50 h 176"/>
                    <a:gd name="T22" fmla="*/ 91 w 163"/>
                    <a:gd name="T23" fmla="*/ 49 h 176"/>
                    <a:gd name="T24" fmla="*/ 91 w 163"/>
                    <a:gd name="T25" fmla="*/ 0 h 176"/>
                    <a:gd name="T26" fmla="*/ 70 w 163"/>
                    <a:gd name="T27" fmla="*/ 0 h 176"/>
                    <a:gd name="T28" fmla="*/ 70 w 163"/>
                    <a:gd name="T29" fmla="*/ 49 h 176"/>
                    <a:gd name="T30" fmla="*/ 58 w 163"/>
                    <a:gd name="T31" fmla="*/ 49 h 176"/>
                    <a:gd name="T32" fmla="*/ 40 w 163"/>
                    <a:gd name="T33" fmla="*/ 71 h 176"/>
                    <a:gd name="T34" fmla="*/ 41 w 163"/>
                    <a:gd name="T35" fmla="*/ 83 h 176"/>
                    <a:gd name="T36" fmla="*/ 17 w 163"/>
                    <a:gd name="T37" fmla="*/ 83 h 176"/>
                    <a:gd name="T38" fmla="*/ 4 w 163"/>
                    <a:gd name="T39" fmla="*/ 90 h 176"/>
                    <a:gd name="T40" fmla="*/ 0 w 163"/>
                    <a:gd name="T41" fmla="*/ 101 h 176"/>
                    <a:gd name="T42" fmla="*/ 0 w 163"/>
                    <a:gd name="T43" fmla="*/ 176 h 176"/>
                    <a:gd name="T44" fmla="*/ 9 w 163"/>
                    <a:gd name="T45" fmla="*/ 167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3" h="176">
                      <a:moveTo>
                        <a:pt x="9" y="167"/>
                      </a:moveTo>
                      <a:cubicBezTo>
                        <a:pt x="29" y="150"/>
                        <a:pt x="40" y="139"/>
                        <a:pt x="60" y="123"/>
                      </a:cubicBezTo>
                      <a:cubicBezTo>
                        <a:pt x="73" y="112"/>
                        <a:pt x="92" y="112"/>
                        <a:pt x="105" y="122"/>
                      </a:cubicBezTo>
                      <a:cubicBezTo>
                        <a:pt x="120" y="135"/>
                        <a:pt x="135" y="148"/>
                        <a:pt x="150" y="161"/>
                      </a:cubicBezTo>
                      <a:cubicBezTo>
                        <a:pt x="156" y="166"/>
                        <a:pt x="157" y="167"/>
                        <a:pt x="162" y="172"/>
                      </a:cubicBezTo>
                      <a:cubicBezTo>
                        <a:pt x="162" y="172"/>
                        <a:pt x="162" y="105"/>
                        <a:pt x="162" y="101"/>
                      </a:cubicBezTo>
                      <a:cubicBezTo>
                        <a:pt x="163" y="97"/>
                        <a:pt x="160" y="93"/>
                        <a:pt x="157" y="89"/>
                      </a:cubicBezTo>
                      <a:cubicBezTo>
                        <a:pt x="154" y="86"/>
                        <a:pt x="148" y="83"/>
                        <a:pt x="144" y="83"/>
                      </a:cubicBezTo>
                      <a:cubicBezTo>
                        <a:pt x="140" y="82"/>
                        <a:pt x="122" y="83"/>
                        <a:pt x="122" y="83"/>
                      </a:cubicBezTo>
                      <a:cubicBezTo>
                        <a:pt x="122" y="77"/>
                        <a:pt x="122" y="71"/>
                        <a:pt x="122" y="69"/>
                      </a:cubicBezTo>
                      <a:cubicBezTo>
                        <a:pt x="123" y="58"/>
                        <a:pt x="115" y="51"/>
                        <a:pt x="104" y="50"/>
                      </a:cubicBezTo>
                      <a:cubicBezTo>
                        <a:pt x="100" y="49"/>
                        <a:pt x="93" y="49"/>
                        <a:pt x="91" y="49"/>
                      </a:cubicBezTo>
                      <a:cubicBezTo>
                        <a:pt x="91" y="0"/>
                        <a:pt x="91" y="0"/>
                        <a:pt x="91" y="0"/>
                      </a:cubicBezTo>
                      <a:cubicBezTo>
                        <a:pt x="70" y="0"/>
                        <a:pt x="70" y="0"/>
                        <a:pt x="70" y="0"/>
                      </a:cubicBezTo>
                      <a:cubicBezTo>
                        <a:pt x="70" y="49"/>
                        <a:pt x="70" y="49"/>
                        <a:pt x="70" y="49"/>
                      </a:cubicBezTo>
                      <a:cubicBezTo>
                        <a:pt x="63" y="49"/>
                        <a:pt x="62" y="49"/>
                        <a:pt x="58" y="49"/>
                      </a:cubicBezTo>
                      <a:cubicBezTo>
                        <a:pt x="47" y="50"/>
                        <a:pt x="41" y="60"/>
                        <a:pt x="40" y="71"/>
                      </a:cubicBezTo>
                      <a:cubicBezTo>
                        <a:pt x="40" y="74"/>
                        <a:pt x="41" y="77"/>
                        <a:pt x="41" y="83"/>
                      </a:cubicBezTo>
                      <a:cubicBezTo>
                        <a:pt x="41" y="83"/>
                        <a:pt x="22" y="83"/>
                        <a:pt x="17" y="83"/>
                      </a:cubicBezTo>
                      <a:cubicBezTo>
                        <a:pt x="12" y="83"/>
                        <a:pt x="7" y="86"/>
                        <a:pt x="4" y="90"/>
                      </a:cubicBezTo>
                      <a:cubicBezTo>
                        <a:pt x="2" y="93"/>
                        <a:pt x="0" y="97"/>
                        <a:pt x="0" y="101"/>
                      </a:cubicBezTo>
                      <a:cubicBezTo>
                        <a:pt x="0" y="104"/>
                        <a:pt x="0" y="176"/>
                        <a:pt x="0" y="176"/>
                      </a:cubicBezTo>
                      <a:cubicBezTo>
                        <a:pt x="0" y="174"/>
                        <a:pt x="8" y="169"/>
                        <a:pt x="9" y="16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74">
                  <a:extLst>
                    <a:ext uri="{FF2B5EF4-FFF2-40B4-BE49-F238E27FC236}">
                      <a16:creationId xmlns:a16="http://schemas.microsoft.com/office/drawing/2014/main" id="{DCEE85FD-192E-4B3F-0ABE-0D6C0B770F74}"/>
                    </a:ext>
                  </a:extLst>
                </p:cNvPr>
                <p:cNvSpPr>
                  <a:spLocks/>
                </p:cNvSpPr>
                <p:nvPr/>
              </p:nvSpPr>
              <p:spPr bwMode="auto">
                <a:xfrm>
                  <a:off x="519" y="2055"/>
                  <a:ext cx="152" cy="139"/>
                </a:xfrm>
                <a:custGeom>
                  <a:avLst/>
                  <a:gdLst>
                    <a:gd name="T0" fmla="*/ 221 w 234"/>
                    <a:gd name="T1" fmla="*/ 80 h 219"/>
                    <a:gd name="T2" fmla="*/ 144 w 234"/>
                    <a:gd name="T3" fmla="*/ 16 h 219"/>
                    <a:gd name="T4" fmla="*/ 123 w 234"/>
                    <a:gd name="T5" fmla="*/ 0 h 219"/>
                    <a:gd name="T6" fmla="*/ 123 w 234"/>
                    <a:gd name="T7" fmla="*/ 4 h 219"/>
                    <a:gd name="T8" fmla="*/ 125 w 234"/>
                    <a:gd name="T9" fmla="*/ 66 h 219"/>
                    <a:gd name="T10" fmla="*/ 126 w 234"/>
                    <a:gd name="T11" fmla="*/ 124 h 219"/>
                    <a:gd name="T12" fmla="*/ 115 w 234"/>
                    <a:gd name="T13" fmla="*/ 135 h 219"/>
                    <a:gd name="T14" fmla="*/ 108 w 234"/>
                    <a:gd name="T15" fmla="*/ 123 h 219"/>
                    <a:gd name="T16" fmla="*/ 108 w 234"/>
                    <a:gd name="T17" fmla="*/ 29 h 219"/>
                    <a:gd name="T18" fmla="*/ 108 w 234"/>
                    <a:gd name="T19" fmla="*/ 0 h 219"/>
                    <a:gd name="T20" fmla="*/ 104 w 234"/>
                    <a:gd name="T21" fmla="*/ 3 h 219"/>
                    <a:gd name="T22" fmla="*/ 11 w 234"/>
                    <a:gd name="T23" fmla="*/ 81 h 219"/>
                    <a:gd name="T24" fmla="*/ 4 w 234"/>
                    <a:gd name="T25" fmla="*/ 108 h 219"/>
                    <a:gd name="T26" fmla="*/ 43 w 234"/>
                    <a:gd name="T27" fmla="*/ 216 h 219"/>
                    <a:gd name="T28" fmla="*/ 47 w 234"/>
                    <a:gd name="T29" fmla="*/ 219 h 219"/>
                    <a:gd name="T30" fmla="*/ 186 w 234"/>
                    <a:gd name="T31" fmla="*/ 219 h 219"/>
                    <a:gd name="T32" fmla="*/ 190 w 234"/>
                    <a:gd name="T33" fmla="*/ 216 h 219"/>
                    <a:gd name="T34" fmla="*/ 229 w 234"/>
                    <a:gd name="T35" fmla="*/ 110 h 219"/>
                    <a:gd name="T36" fmla="*/ 221 w 234"/>
                    <a:gd name="T37" fmla="*/ 8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4" h="219">
                      <a:moveTo>
                        <a:pt x="221" y="80"/>
                      </a:moveTo>
                      <a:cubicBezTo>
                        <a:pt x="196" y="59"/>
                        <a:pt x="169" y="38"/>
                        <a:pt x="144" y="16"/>
                      </a:cubicBezTo>
                      <a:cubicBezTo>
                        <a:pt x="138" y="11"/>
                        <a:pt x="135" y="6"/>
                        <a:pt x="123" y="0"/>
                      </a:cubicBezTo>
                      <a:cubicBezTo>
                        <a:pt x="123" y="2"/>
                        <a:pt x="123" y="3"/>
                        <a:pt x="123" y="4"/>
                      </a:cubicBezTo>
                      <a:cubicBezTo>
                        <a:pt x="123" y="25"/>
                        <a:pt x="125" y="46"/>
                        <a:pt x="125" y="66"/>
                      </a:cubicBezTo>
                      <a:cubicBezTo>
                        <a:pt x="125" y="86"/>
                        <a:pt x="126" y="105"/>
                        <a:pt x="126" y="124"/>
                      </a:cubicBezTo>
                      <a:cubicBezTo>
                        <a:pt x="126" y="131"/>
                        <a:pt x="121" y="136"/>
                        <a:pt x="115" y="135"/>
                      </a:cubicBezTo>
                      <a:cubicBezTo>
                        <a:pt x="110" y="134"/>
                        <a:pt x="108" y="130"/>
                        <a:pt x="108" y="123"/>
                      </a:cubicBezTo>
                      <a:cubicBezTo>
                        <a:pt x="108" y="92"/>
                        <a:pt x="108" y="60"/>
                        <a:pt x="108" y="29"/>
                      </a:cubicBezTo>
                      <a:cubicBezTo>
                        <a:pt x="108" y="19"/>
                        <a:pt x="108" y="10"/>
                        <a:pt x="108" y="0"/>
                      </a:cubicBezTo>
                      <a:cubicBezTo>
                        <a:pt x="106" y="2"/>
                        <a:pt x="105" y="2"/>
                        <a:pt x="104" y="3"/>
                      </a:cubicBezTo>
                      <a:cubicBezTo>
                        <a:pt x="73" y="29"/>
                        <a:pt x="42" y="55"/>
                        <a:pt x="11" y="81"/>
                      </a:cubicBezTo>
                      <a:cubicBezTo>
                        <a:pt x="1" y="89"/>
                        <a:pt x="0" y="100"/>
                        <a:pt x="4" y="108"/>
                      </a:cubicBezTo>
                      <a:cubicBezTo>
                        <a:pt x="17" y="144"/>
                        <a:pt x="30" y="180"/>
                        <a:pt x="43" y="216"/>
                      </a:cubicBezTo>
                      <a:cubicBezTo>
                        <a:pt x="44" y="218"/>
                        <a:pt x="45" y="219"/>
                        <a:pt x="47" y="219"/>
                      </a:cubicBezTo>
                      <a:cubicBezTo>
                        <a:pt x="93" y="219"/>
                        <a:pt x="140" y="219"/>
                        <a:pt x="186" y="219"/>
                      </a:cubicBezTo>
                      <a:cubicBezTo>
                        <a:pt x="188" y="219"/>
                        <a:pt x="190" y="218"/>
                        <a:pt x="190" y="216"/>
                      </a:cubicBezTo>
                      <a:cubicBezTo>
                        <a:pt x="203" y="180"/>
                        <a:pt x="216" y="145"/>
                        <a:pt x="229" y="110"/>
                      </a:cubicBezTo>
                      <a:cubicBezTo>
                        <a:pt x="234" y="97"/>
                        <a:pt x="231" y="89"/>
                        <a:pt x="221" y="8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Line 75">
                  <a:extLst>
                    <a:ext uri="{FF2B5EF4-FFF2-40B4-BE49-F238E27FC236}">
                      <a16:creationId xmlns:a16="http://schemas.microsoft.com/office/drawing/2014/main" id="{04B39603-5C52-6D6D-AB0B-0D6E3B861037}"/>
                    </a:ext>
                  </a:extLst>
                </p:cNvPr>
                <p:cNvSpPr>
                  <a:spLocks noChangeShapeType="1"/>
                </p:cNvSpPr>
                <p:nvPr/>
              </p:nvSpPr>
              <p:spPr bwMode="auto">
                <a:xfrm>
                  <a:off x="646" y="2026"/>
                  <a:ext cx="0" cy="0"/>
                </a:xfrm>
                <a:prstGeom prst="line">
                  <a:avLst/>
                </a:prstGeom>
                <a:noFill/>
                <a:ln w="4763"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Line 76">
                  <a:extLst>
                    <a:ext uri="{FF2B5EF4-FFF2-40B4-BE49-F238E27FC236}">
                      <a16:creationId xmlns:a16="http://schemas.microsoft.com/office/drawing/2014/main" id="{2EB78CAE-CE57-E3C6-820C-4CBE3382FEF9}"/>
                    </a:ext>
                  </a:extLst>
                </p:cNvPr>
                <p:cNvSpPr>
                  <a:spLocks noChangeShapeType="1"/>
                </p:cNvSpPr>
                <p:nvPr/>
              </p:nvSpPr>
              <p:spPr bwMode="auto">
                <a:xfrm>
                  <a:off x="542" y="2026"/>
                  <a:ext cx="0" cy="0"/>
                </a:xfrm>
                <a:prstGeom prst="line">
                  <a:avLst/>
                </a:prstGeom>
                <a:noFill/>
                <a:ln w="4763"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Freeform 77">
                  <a:extLst>
                    <a:ext uri="{FF2B5EF4-FFF2-40B4-BE49-F238E27FC236}">
                      <a16:creationId xmlns:a16="http://schemas.microsoft.com/office/drawing/2014/main" id="{6FF9917A-4BD7-DBC4-5D5A-46086281E7CF}"/>
                    </a:ext>
                  </a:extLst>
                </p:cNvPr>
                <p:cNvSpPr>
                  <a:spLocks noEditPoints="1"/>
                </p:cNvSpPr>
                <p:nvPr/>
              </p:nvSpPr>
              <p:spPr bwMode="auto">
                <a:xfrm>
                  <a:off x="432" y="2348"/>
                  <a:ext cx="325" cy="173"/>
                </a:xfrm>
                <a:custGeom>
                  <a:avLst/>
                  <a:gdLst>
                    <a:gd name="T0" fmla="*/ 493 w 499"/>
                    <a:gd name="T1" fmla="*/ 190 h 272"/>
                    <a:gd name="T2" fmla="*/ 335 w 499"/>
                    <a:gd name="T3" fmla="*/ 164 h 272"/>
                    <a:gd name="T4" fmla="*/ 261 w 499"/>
                    <a:gd name="T5" fmla="*/ 99 h 272"/>
                    <a:gd name="T6" fmla="*/ 261 w 499"/>
                    <a:gd name="T7" fmla="*/ 99 h 272"/>
                    <a:gd name="T8" fmla="*/ 261 w 499"/>
                    <a:gd name="T9" fmla="*/ 11 h 272"/>
                    <a:gd name="T10" fmla="*/ 250 w 499"/>
                    <a:gd name="T11" fmla="*/ 0 h 272"/>
                    <a:gd name="T12" fmla="*/ 238 w 499"/>
                    <a:gd name="T13" fmla="*/ 11 h 272"/>
                    <a:gd name="T14" fmla="*/ 238 w 499"/>
                    <a:gd name="T15" fmla="*/ 99 h 272"/>
                    <a:gd name="T16" fmla="*/ 239 w 499"/>
                    <a:gd name="T17" fmla="*/ 99 h 272"/>
                    <a:gd name="T18" fmla="*/ 166 w 499"/>
                    <a:gd name="T19" fmla="*/ 164 h 272"/>
                    <a:gd name="T20" fmla="*/ 6 w 499"/>
                    <a:gd name="T21" fmla="*/ 190 h 272"/>
                    <a:gd name="T22" fmla="*/ 0 w 499"/>
                    <a:gd name="T23" fmla="*/ 197 h 272"/>
                    <a:gd name="T24" fmla="*/ 8 w 499"/>
                    <a:gd name="T25" fmla="*/ 205 h 272"/>
                    <a:gd name="T26" fmla="*/ 48 w 499"/>
                    <a:gd name="T27" fmla="*/ 205 h 272"/>
                    <a:gd name="T28" fmla="*/ 46 w 499"/>
                    <a:gd name="T29" fmla="*/ 218 h 272"/>
                    <a:gd name="T30" fmla="*/ 86 w 499"/>
                    <a:gd name="T31" fmla="*/ 259 h 272"/>
                    <a:gd name="T32" fmla="*/ 126 w 499"/>
                    <a:gd name="T33" fmla="*/ 218 h 272"/>
                    <a:gd name="T34" fmla="*/ 124 w 499"/>
                    <a:gd name="T35" fmla="*/ 205 h 272"/>
                    <a:gd name="T36" fmla="*/ 166 w 499"/>
                    <a:gd name="T37" fmla="*/ 205 h 272"/>
                    <a:gd name="T38" fmla="*/ 250 w 499"/>
                    <a:gd name="T39" fmla="*/ 272 h 272"/>
                    <a:gd name="T40" fmla="*/ 335 w 499"/>
                    <a:gd name="T41" fmla="*/ 205 h 272"/>
                    <a:gd name="T42" fmla="*/ 377 w 499"/>
                    <a:gd name="T43" fmla="*/ 205 h 272"/>
                    <a:gd name="T44" fmla="*/ 374 w 499"/>
                    <a:gd name="T45" fmla="*/ 218 h 272"/>
                    <a:gd name="T46" fmla="*/ 414 w 499"/>
                    <a:gd name="T47" fmla="*/ 259 h 272"/>
                    <a:gd name="T48" fmla="*/ 455 w 499"/>
                    <a:gd name="T49" fmla="*/ 218 h 272"/>
                    <a:gd name="T50" fmla="*/ 452 w 499"/>
                    <a:gd name="T51" fmla="*/ 205 h 272"/>
                    <a:gd name="T52" fmla="*/ 492 w 499"/>
                    <a:gd name="T53" fmla="*/ 205 h 272"/>
                    <a:gd name="T54" fmla="*/ 499 w 499"/>
                    <a:gd name="T55" fmla="*/ 197 h 272"/>
                    <a:gd name="T56" fmla="*/ 499 w 499"/>
                    <a:gd name="T57" fmla="*/ 197 h 272"/>
                    <a:gd name="T58" fmla="*/ 493 w 499"/>
                    <a:gd name="T59" fmla="*/ 190 h 272"/>
                    <a:gd name="T60" fmla="*/ 284 w 499"/>
                    <a:gd name="T61" fmla="*/ 174 h 272"/>
                    <a:gd name="T62" fmla="*/ 216 w 499"/>
                    <a:gd name="T63" fmla="*/ 174 h 272"/>
                    <a:gd name="T64" fmla="*/ 204 w 499"/>
                    <a:gd name="T65" fmla="*/ 163 h 272"/>
                    <a:gd name="T66" fmla="*/ 216 w 499"/>
                    <a:gd name="T67" fmla="*/ 152 h 272"/>
                    <a:gd name="T68" fmla="*/ 284 w 499"/>
                    <a:gd name="T69" fmla="*/ 152 h 272"/>
                    <a:gd name="T70" fmla="*/ 296 w 499"/>
                    <a:gd name="T71" fmla="*/ 163 h 272"/>
                    <a:gd name="T72" fmla="*/ 284 w 499"/>
                    <a:gd name="T73" fmla="*/ 174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99" h="272">
                      <a:moveTo>
                        <a:pt x="493" y="190"/>
                      </a:moveTo>
                      <a:cubicBezTo>
                        <a:pt x="335" y="164"/>
                        <a:pt x="335" y="164"/>
                        <a:pt x="335" y="164"/>
                      </a:cubicBezTo>
                      <a:cubicBezTo>
                        <a:pt x="326" y="130"/>
                        <a:pt x="297" y="103"/>
                        <a:pt x="261" y="99"/>
                      </a:cubicBezTo>
                      <a:cubicBezTo>
                        <a:pt x="261" y="99"/>
                        <a:pt x="261" y="99"/>
                        <a:pt x="261" y="99"/>
                      </a:cubicBezTo>
                      <a:cubicBezTo>
                        <a:pt x="261" y="11"/>
                        <a:pt x="261" y="11"/>
                        <a:pt x="261" y="11"/>
                      </a:cubicBezTo>
                      <a:cubicBezTo>
                        <a:pt x="261" y="5"/>
                        <a:pt x="256" y="0"/>
                        <a:pt x="250" y="0"/>
                      </a:cubicBezTo>
                      <a:cubicBezTo>
                        <a:pt x="244" y="0"/>
                        <a:pt x="238" y="5"/>
                        <a:pt x="238" y="11"/>
                      </a:cubicBezTo>
                      <a:cubicBezTo>
                        <a:pt x="238" y="99"/>
                        <a:pt x="238" y="99"/>
                        <a:pt x="238" y="99"/>
                      </a:cubicBezTo>
                      <a:cubicBezTo>
                        <a:pt x="239" y="99"/>
                        <a:pt x="239" y="99"/>
                        <a:pt x="239" y="99"/>
                      </a:cubicBezTo>
                      <a:cubicBezTo>
                        <a:pt x="203" y="104"/>
                        <a:pt x="174" y="130"/>
                        <a:pt x="166" y="164"/>
                      </a:cubicBezTo>
                      <a:cubicBezTo>
                        <a:pt x="6" y="190"/>
                        <a:pt x="6" y="190"/>
                        <a:pt x="6" y="190"/>
                      </a:cubicBezTo>
                      <a:cubicBezTo>
                        <a:pt x="3" y="190"/>
                        <a:pt x="0" y="194"/>
                        <a:pt x="0" y="197"/>
                      </a:cubicBezTo>
                      <a:cubicBezTo>
                        <a:pt x="0" y="201"/>
                        <a:pt x="4" y="205"/>
                        <a:pt x="8" y="205"/>
                      </a:cubicBezTo>
                      <a:cubicBezTo>
                        <a:pt x="48" y="205"/>
                        <a:pt x="48" y="205"/>
                        <a:pt x="48" y="205"/>
                      </a:cubicBezTo>
                      <a:cubicBezTo>
                        <a:pt x="47" y="209"/>
                        <a:pt x="46" y="214"/>
                        <a:pt x="46" y="218"/>
                      </a:cubicBezTo>
                      <a:cubicBezTo>
                        <a:pt x="46" y="241"/>
                        <a:pt x="64" y="259"/>
                        <a:pt x="86" y="259"/>
                      </a:cubicBezTo>
                      <a:cubicBezTo>
                        <a:pt x="108" y="259"/>
                        <a:pt x="126" y="241"/>
                        <a:pt x="126" y="218"/>
                      </a:cubicBezTo>
                      <a:cubicBezTo>
                        <a:pt x="126" y="214"/>
                        <a:pt x="125" y="209"/>
                        <a:pt x="124" y="205"/>
                      </a:cubicBezTo>
                      <a:cubicBezTo>
                        <a:pt x="166" y="205"/>
                        <a:pt x="166" y="205"/>
                        <a:pt x="166" y="205"/>
                      </a:cubicBezTo>
                      <a:cubicBezTo>
                        <a:pt x="175" y="243"/>
                        <a:pt x="209" y="272"/>
                        <a:pt x="250" y="272"/>
                      </a:cubicBezTo>
                      <a:cubicBezTo>
                        <a:pt x="292" y="272"/>
                        <a:pt x="326" y="243"/>
                        <a:pt x="335" y="205"/>
                      </a:cubicBezTo>
                      <a:cubicBezTo>
                        <a:pt x="377" y="205"/>
                        <a:pt x="377" y="205"/>
                        <a:pt x="377" y="205"/>
                      </a:cubicBezTo>
                      <a:cubicBezTo>
                        <a:pt x="375" y="209"/>
                        <a:pt x="374" y="214"/>
                        <a:pt x="374" y="218"/>
                      </a:cubicBezTo>
                      <a:cubicBezTo>
                        <a:pt x="374" y="241"/>
                        <a:pt x="392" y="259"/>
                        <a:pt x="414" y="259"/>
                      </a:cubicBezTo>
                      <a:cubicBezTo>
                        <a:pt x="437" y="259"/>
                        <a:pt x="455" y="241"/>
                        <a:pt x="455" y="218"/>
                      </a:cubicBezTo>
                      <a:cubicBezTo>
                        <a:pt x="455" y="214"/>
                        <a:pt x="454" y="209"/>
                        <a:pt x="452" y="205"/>
                      </a:cubicBezTo>
                      <a:cubicBezTo>
                        <a:pt x="492" y="205"/>
                        <a:pt x="492" y="205"/>
                        <a:pt x="492" y="205"/>
                      </a:cubicBezTo>
                      <a:cubicBezTo>
                        <a:pt x="496" y="205"/>
                        <a:pt x="499" y="201"/>
                        <a:pt x="499" y="197"/>
                      </a:cubicBezTo>
                      <a:cubicBezTo>
                        <a:pt x="499" y="197"/>
                        <a:pt x="499" y="197"/>
                        <a:pt x="499" y="197"/>
                      </a:cubicBezTo>
                      <a:cubicBezTo>
                        <a:pt x="499" y="194"/>
                        <a:pt x="496" y="190"/>
                        <a:pt x="493" y="190"/>
                      </a:cubicBezTo>
                      <a:close/>
                      <a:moveTo>
                        <a:pt x="284" y="174"/>
                      </a:moveTo>
                      <a:cubicBezTo>
                        <a:pt x="216" y="174"/>
                        <a:pt x="216" y="174"/>
                        <a:pt x="216" y="174"/>
                      </a:cubicBezTo>
                      <a:cubicBezTo>
                        <a:pt x="209" y="174"/>
                        <a:pt x="204" y="170"/>
                        <a:pt x="204" y="163"/>
                      </a:cubicBezTo>
                      <a:cubicBezTo>
                        <a:pt x="204" y="156"/>
                        <a:pt x="209" y="152"/>
                        <a:pt x="216" y="152"/>
                      </a:cubicBezTo>
                      <a:cubicBezTo>
                        <a:pt x="284" y="152"/>
                        <a:pt x="284" y="152"/>
                        <a:pt x="284" y="152"/>
                      </a:cubicBezTo>
                      <a:cubicBezTo>
                        <a:pt x="290" y="152"/>
                        <a:pt x="296" y="156"/>
                        <a:pt x="296" y="163"/>
                      </a:cubicBezTo>
                      <a:cubicBezTo>
                        <a:pt x="296" y="170"/>
                        <a:pt x="290" y="174"/>
                        <a:pt x="284" y="174"/>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78">
                  <a:extLst>
                    <a:ext uri="{FF2B5EF4-FFF2-40B4-BE49-F238E27FC236}">
                      <a16:creationId xmlns:a16="http://schemas.microsoft.com/office/drawing/2014/main" id="{7D801B44-7BDC-0C37-BD04-EAF66426A707}"/>
                    </a:ext>
                  </a:extLst>
                </p:cNvPr>
                <p:cNvSpPr>
                  <a:spLocks noEditPoints="1"/>
                </p:cNvSpPr>
                <p:nvPr/>
              </p:nvSpPr>
              <p:spPr bwMode="auto">
                <a:xfrm>
                  <a:off x="714" y="2151"/>
                  <a:ext cx="163" cy="192"/>
                </a:xfrm>
                <a:custGeom>
                  <a:avLst/>
                  <a:gdLst>
                    <a:gd name="T0" fmla="*/ 239 w 251"/>
                    <a:gd name="T1" fmla="*/ 249 h 302"/>
                    <a:gd name="T2" fmla="*/ 221 w 251"/>
                    <a:gd name="T3" fmla="*/ 185 h 302"/>
                    <a:gd name="T4" fmla="*/ 217 w 251"/>
                    <a:gd name="T5" fmla="*/ 10 h 302"/>
                    <a:gd name="T6" fmla="*/ 196 w 251"/>
                    <a:gd name="T7" fmla="*/ 10 h 302"/>
                    <a:gd name="T8" fmla="*/ 168 w 251"/>
                    <a:gd name="T9" fmla="*/ 37 h 302"/>
                    <a:gd name="T10" fmla="*/ 58 w 251"/>
                    <a:gd name="T11" fmla="*/ 60 h 302"/>
                    <a:gd name="T12" fmla="*/ 47 w 251"/>
                    <a:gd name="T13" fmla="*/ 0 h 302"/>
                    <a:gd name="T14" fmla="*/ 37 w 251"/>
                    <a:gd name="T15" fmla="*/ 185 h 302"/>
                    <a:gd name="T16" fmla="*/ 13 w 251"/>
                    <a:gd name="T17" fmla="*/ 203 h 302"/>
                    <a:gd name="T18" fmla="*/ 3 w 251"/>
                    <a:gd name="T19" fmla="*/ 249 h 302"/>
                    <a:gd name="T20" fmla="*/ 0 w 251"/>
                    <a:gd name="T21" fmla="*/ 277 h 302"/>
                    <a:gd name="T22" fmla="*/ 24 w 251"/>
                    <a:gd name="T23" fmla="*/ 279 h 302"/>
                    <a:gd name="T24" fmla="*/ 32 w 251"/>
                    <a:gd name="T25" fmla="*/ 302 h 302"/>
                    <a:gd name="T26" fmla="*/ 66 w 251"/>
                    <a:gd name="T27" fmla="*/ 293 h 302"/>
                    <a:gd name="T28" fmla="*/ 186 w 251"/>
                    <a:gd name="T29" fmla="*/ 279 h 302"/>
                    <a:gd name="T30" fmla="*/ 195 w 251"/>
                    <a:gd name="T31" fmla="*/ 302 h 302"/>
                    <a:gd name="T32" fmla="*/ 228 w 251"/>
                    <a:gd name="T33" fmla="*/ 293 h 302"/>
                    <a:gd name="T34" fmla="*/ 248 w 251"/>
                    <a:gd name="T35" fmla="*/ 279 h 302"/>
                    <a:gd name="T36" fmla="*/ 251 w 251"/>
                    <a:gd name="T37" fmla="*/ 252 h 302"/>
                    <a:gd name="T38" fmla="*/ 50 w 251"/>
                    <a:gd name="T39" fmla="*/ 239 h 302"/>
                    <a:gd name="T40" fmla="*/ 50 w 251"/>
                    <a:gd name="T41" fmla="*/ 211 h 302"/>
                    <a:gd name="T42" fmla="*/ 50 w 251"/>
                    <a:gd name="T43" fmla="*/ 239 h 302"/>
                    <a:gd name="T44" fmla="*/ 94 w 251"/>
                    <a:gd name="T45" fmla="*/ 238 h 302"/>
                    <a:gd name="T46" fmla="*/ 87 w 251"/>
                    <a:gd name="T47" fmla="*/ 214 h 302"/>
                    <a:gd name="T48" fmla="*/ 164 w 251"/>
                    <a:gd name="T49" fmla="*/ 230 h 302"/>
                    <a:gd name="T50" fmla="*/ 168 w 251"/>
                    <a:gd name="T51" fmla="*/ 133 h 302"/>
                    <a:gd name="T52" fmla="*/ 61 w 251"/>
                    <a:gd name="T53" fmla="*/ 112 h 302"/>
                    <a:gd name="T54" fmla="*/ 82 w 251"/>
                    <a:gd name="T55" fmla="*/ 90 h 302"/>
                    <a:gd name="T56" fmla="*/ 190 w 251"/>
                    <a:gd name="T57" fmla="*/ 111 h 302"/>
                    <a:gd name="T58" fmla="*/ 168 w 251"/>
                    <a:gd name="T59" fmla="*/ 133 h 302"/>
                    <a:gd name="T60" fmla="*/ 187 w 251"/>
                    <a:gd name="T61" fmla="*/ 225 h 302"/>
                    <a:gd name="T62" fmla="*/ 215 w 251"/>
                    <a:gd name="T63" fmla="*/ 225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1" h="302">
                      <a:moveTo>
                        <a:pt x="248" y="249"/>
                      </a:moveTo>
                      <a:cubicBezTo>
                        <a:pt x="239" y="249"/>
                        <a:pt x="239" y="249"/>
                        <a:pt x="239" y="249"/>
                      </a:cubicBezTo>
                      <a:cubicBezTo>
                        <a:pt x="239" y="203"/>
                        <a:pt x="239" y="203"/>
                        <a:pt x="239" y="203"/>
                      </a:cubicBezTo>
                      <a:cubicBezTo>
                        <a:pt x="239" y="193"/>
                        <a:pt x="231" y="185"/>
                        <a:pt x="221" y="185"/>
                      </a:cubicBezTo>
                      <a:cubicBezTo>
                        <a:pt x="217" y="185"/>
                        <a:pt x="217" y="185"/>
                        <a:pt x="217" y="185"/>
                      </a:cubicBezTo>
                      <a:cubicBezTo>
                        <a:pt x="217" y="10"/>
                        <a:pt x="217" y="10"/>
                        <a:pt x="217" y="10"/>
                      </a:cubicBezTo>
                      <a:cubicBezTo>
                        <a:pt x="217" y="4"/>
                        <a:pt x="212" y="0"/>
                        <a:pt x="206" y="0"/>
                      </a:cubicBezTo>
                      <a:cubicBezTo>
                        <a:pt x="201" y="0"/>
                        <a:pt x="196" y="4"/>
                        <a:pt x="196" y="10"/>
                      </a:cubicBezTo>
                      <a:cubicBezTo>
                        <a:pt x="196" y="65"/>
                        <a:pt x="196" y="65"/>
                        <a:pt x="196" y="65"/>
                      </a:cubicBezTo>
                      <a:cubicBezTo>
                        <a:pt x="196" y="49"/>
                        <a:pt x="184" y="37"/>
                        <a:pt x="168" y="37"/>
                      </a:cubicBezTo>
                      <a:cubicBezTo>
                        <a:pt x="85" y="37"/>
                        <a:pt x="85" y="37"/>
                        <a:pt x="85" y="37"/>
                      </a:cubicBezTo>
                      <a:cubicBezTo>
                        <a:pt x="71" y="37"/>
                        <a:pt x="59" y="47"/>
                        <a:pt x="58" y="60"/>
                      </a:cubicBezTo>
                      <a:cubicBezTo>
                        <a:pt x="58" y="10"/>
                        <a:pt x="58" y="10"/>
                        <a:pt x="58" y="10"/>
                      </a:cubicBezTo>
                      <a:cubicBezTo>
                        <a:pt x="58" y="4"/>
                        <a:pt x="53" y="0"/>
                        <a:pt x="47" y="0"/>
                      </a:cubicBezTo>
                      <a:cubicBezTo>
                        <a:pt x="42" y="0"/>
                        <a:pt x="37" y="4"/>
                        <a:pt x="37" y="10"/>
                      </a:cubicBezTo>
                      <a:cubicBezTo>
                        <a:pt x="37" y="185"/>
                        <a:pt x="37" y="185"/>
                        <a:pt x="37" y="185"/>
                      </a:cubicBezTo>
                      <a:cubicBezTo>
                        <a:pt x="30" y="185"/>
                        <a:pt x="30" y="185"/>
                        <a:pt x="30" y="185"/>
                      </a:cubicBezTo>
                      <a:cubicBezTo>
                        <a:pt x="20" y="185"/>
                        <a:pt x="13" y="193"/>
                        <a:pt x="13" y="203"/>
                      </a:cubicBezTo>
                      <a:cubicBezTo>
                        <a:pt x="13" y="249"/>
                        <a:pt x="13" y="249"/>
                        <a:pt x="13" y="249"/>
                      </a:cubicBezTo>
                      <a:cubicBezTo>
                        <a:pt x="3" y="249"/>
                        <a:pt x="3" y="249"/>
                        <a:pt x="3" y="249"/>
                      </a:cubicBezTo>
                      <a:cubicBezTo>
                        <a:pt x="2" y="249"/>
                        <a:pt x="0" y="250"/>
                        <a:pt x="0" y="252"/>
                      </a:cubicBezTo>
                      <a:cubicBezTo>
                        <a:pt x="0" y="277"/>
                        <a:pt x="0" y="277"/>
                        <a:pt x="0" y="277"/>
                      </a:cubicBezTo>
                      <a:cubicBezTo>
                        <a:pt x="0" y="279"/>
                        <a:pt x="2" y="279"/>
                        <a:pt x="3" y="279"/>
                      </a:cubicBezTo>
                      <a:cubicBezTo>
                        <a:pt x="24" y="279"/>
                        <a:pt x="24" y="279"/>
                        <a:pt x="24" y="279"/>
                      </a:cubicBezTo>
                      <a:cubicBezTo>
                        <a:pt x="24" y="293"/>
                        <a:pt x="24" y="293"/>
                        <a:pt x="24" y="293"/>
                      </a:cubicBezTo>
                      <a:cubicBezTo>
                        <a:pt x="24" y="297"/>
                        <a:pt x="28" y="302"/>
                        <a:pt x="32" y="302"/>
                      </a:cubicBezTo>
                      <a:cubicBezTo>
                        <a:pt x="57" y="302"/>
                        <a:pt x="57" y="302"/>
                        <a:pt x="57" y="302"/>
                      </a:cubicBezTo>
                      <a:cubicBezTo>
                        <a:pt x="61" y="302"/>
                        <a:pt x="66" y="297"/>
                        <a:pt x="66" y="293"/>
                      </a:cubicBezTo>
                      <a:cubicBezTo>
                        <a:pt x="66" y="279"/>
                        <a:pt x="66" y="279"/>
                        <a:pt x="66" y="279"/>
                      </a:cubicBezTo>
                      <a:cubicBezTo>
                        <a:pt x="186" y="279"/>
                        <a:pt x="186" y="279"/>
                        <a:pt x="186" y="279"/>
                      </a:cubicBezTo>
                      <a:cubicBezTo>
                        <a:pt x="186" y="293"/>
                        <a:pt x="186" y="293"/>
                        <a:pt x="186" y="293"/>
                      </a:cubicBezTo>
                      <a:cubicBezTo>
                        <a:pt x="186" y="297"/>
                        <a:pt x="191" y="302"/>
                        <a:pt x="195" y="302"/>
                      </a:cubicBezTo>
                      <a:cubicBezTo>
                        <a:pt x="220" y="302"/>
                        <a:pt x="220" y="302"/>
                        <a:pt x="220" y="302"/>
                      </a:cubicBezTo>
                      <a:cubicBezTo>
                        <a:pt x="224" y="302"/>
                        <a:pt x="228" y="297"/>
                        <a:pt x="228" y="293"/>
                      </a:cubicBezTo>
                      <a:cubicBezTo>
                        <a:pt x="228" y="279"/>
                        <a:pt x="228" y="279"/>
                        <a:pt x="228" y="279"/>
                      </a:cubicBezTo>
                      <a:cubicBezTo>
                        <a:pt x="248" y="279"/>
                        <a:pt x="248" y="279"/>
                        <a:pt x="248" y="279"/>
                      </a:cubicBezTo>
                      <a:cubicBezTo>
                        <a:pt x="250" y="279"/>
                        <a:pt x="251" y="279"/>
                        <a:pt x="251" y="277"/>
                      </a:cubicBezTo>
                      <a:cubicBezTo>
                        <a:pt x="251" y="252"/>
                        <a:pt x="251" y="252"/>
                        <a:pt x="251" y="252"/>
                      </a:cubicBezTo>
                      <a:cubicBezTo>
                        <a:pt x="251" y="250"/>
                        <a:pt x="250" y="249"/>
                        <a:pt x="248" y="249"/>
                      </a:cubicBezTo>
                      <a:close/>
                      <a:moveTo>
                        <a:pt x="50" y="239"/>
                      </a:moveTo>
                      <a:cubicBezTo>
                        <a:pt x="42" y="239"/>
                        <a:pt x="35" y="233"/>
                        <a:pt x="35" y="225"/>
                      </a:cubicBezTo>
                      <a:cubicBezTo>
                        <a:pt x="35" y="217"/>
                        <a:pt x="42" y="211"/>
                        <a:pt x="50" y="211"/>
                      </a:cubicBezTo>
                      <a:cubicBezTo>
                        <a:pt x="57" y="211"/>
                        <a:pt x="64" y="217"/>
                        <a:pt x="64" y="225"/>
                      </a:cubicBezTo>
                      <a:cubicBezTo>
                        <a:pt x="64" y="233"/>
                        <a:pt x="57" y="239"/>
                        <a:pt x="50" y="239"/>
                      </a:cubicBezTo>
                      <a:close/>
                      <a:moveTo>
                        <a:pt x="157" y="238"/>
                      </a:moveTo>
                      <a:cubicBezTo>
                        <a:pt x="94" y="238"/>
                        <a:pt x="94" y="238"/>
                        <a:pt x="94" y="238"/>
                      </a:cubicBezTo>
                      <a:cubicBezTo>
                        <a:pt x="90" y="238"/>
                        <a:pt x="87" y="234"/>
                        <a:pt x="87" y="230"/>
                      </a:cubicBezTo>
                      <a:cubicBezTo>
                        <a:pt x="87" y="214"/>
                        <a:pt x="87" y="214"/>
                        <a:pt x="87" y="214"/>
                      </a:cubicBezTo>
                      <a:cubicBezTo>
                        <a:pt x="164" y="214"/>
                        <a:pt x="164" y="214"/>
                        <a:pt x="164" y="214"/>
                      </a:cubicBezTo>
                      <a:cubicBezTo>
                        <a:pt x="164" y="230"/>
                        <a:pt x="164" y="230"/>
                        <a:pt x="164" y="230"/>
                      </a:cubicBezTo>
                      <a:cubicBezTo>
                        <a:pt x="164" y="234"/>
                        <a:pt x="161" y="238"/>
                        <a:pt x="157" y="238"/>
                      </a:cubicBezTo>
                      <a:close/>
                      <a:moveTo>
                        <a:pt x="168" y="133"/>
                      </a:moveTo>
                      <a:cubicBezTo>
                        <a:pt x="82" y="133"/>
                        <a:pt x="82" y="133"/>
                        <a:pt x="82" y="133"/>
                      </a:cubicBezTo>
                      <a:cubicBezTo>
                        <a:pt x="70" y="133"/>
                        <a:pt x="61" y="124"/>
                        <a:pt x="61" y="112"/>
                      </a:cubicBezTo>
                      <a:cubicBezTo>
                        <a:pt x="61" y="111"/>
                        <a:pt x="61" y="111"/>
                        <a:pt x="61" y="111"/>
                      </a:cubicBezTo>
                      <a:cubicBezTo>
                        <a:pt x="61" y="99"/>
                        <a:pt x="70" y="90"/>
                        <a:pt x="82" y="90"/>
                      </a:cubicBezTo>
                      <a:cubicBezTo>
                        <a:pt x="168" y="90"/>
                        <a:pt x="168" y="90"/>
                        <a:pt x="168" y="90"/>
                      </a:cubicBezTo>
                      <a:cubicBezTo>
                        <a:pt x="180" y="90"/>
                        <a:pt x="190" y="99"/>
                        <a:pt x="190" y="111"/>
                      </a:cubicBezTo>
                      <a:cubicBezTo>
                        <a:pt x="190" y="112"/>
                        <a:pt x="190" y="112"/>
                        <a:pt x="190" y="112"/>
                      </a:cubicBezTo>
                      <a:cubicBezTo>
                        <a:pt x="190" y="124"/>
                        <a:pt x="180" y="133"/>
                        <a:pt x="168" y="133"/>
                      </a:cubicBezTo>
                      <a:close/>
                      <a:moveTo>
                        <a:pt x="201" y="239"/>
                      </a:moveTo>
                      <a:cubicBezTo>
                        <a:pt x="193" y="239"/>
                        <a:pt x="187" y="233"/>
                        <a:pt x="187" y="225"/>
                      </a:cubicBezTo>
                      <a:cubicBezTo>
                        <a:pt x="187" y="217"/>
                        <a:pt x="193" y="211"/>
                        <a:pt x="201" y="211"/>
                      </a:cubicBezTo>
                      <a:cubicBezTo>
                        <a:pt x="209" y="211"/>
                        <a:pt x="215" y="217"/>
                        <a:pt x="215" y="225"/>
                      </a:cubicBezTo>
                      <a:cubicBezTo>
                        <a:pt x="215" y="233"/>
                        <a:pt x="209" y="239"/>
                        <a:pt x="201" y="239"/>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8" name="TextBox 47">
                <a:extLst>
                  <a:ext uri="{FF2B5EF4-FFF2-40B4-BE49-F238E27FC236}">
                    <a16:creationId xmlns:a16="http://schemas.microsoft.com/office/drawing/2014/main" id="{AAD0DA80-68FB-5060-9F13-283A8C4F20FE}"/>
                  </a:ext>
                </a:extLst>
              </p:cNvPr>
              <p:cNvSpPr txBox="1"/>
              <p:nvPr/>
            </p:nvSpPr>
            <p:spPr>
              <a:xfrm>
                <a:off x="9775524" y="1596835"/>
                <a:ext cx="1422802" cy="276999"/>
              </a:xfrm>
              <a:prstGeom prst="rect">
                <a:avLst/>
              </a:prstGeom>
              <a:noFill/>
            </p:spPr>
            <p:txBody>
              <a:bodyPr wrap="square" rtlCol="0">
                <a:spAutoFit/>
              </a:bodyPr>
              <a:lstStyle/>
              <a:p>
                <a:pPr algn="ctr"/>
                <a:r>
                  <a:rPr lang="en-GB" sz="1200" dirty="0">
                    <a:latin typeface="+mn-lt"/>
                  </a:rPr>
                  <a:t>Drive To ID</a:t>
                </a:r>
              </a:p>
            </p:txBody>
          </p:sp>
        </p:grpSp>
      </p:grpSp>
      <p:cxnSp>
        <p:nvCxnSpPr>
          <p:cNvPr id="67" name="Straight Connector 66">
            <a:extLst>
              <a:ext uri="{FF2B5EF4-FFF2-40B4-BE49-F238E27FC236}">
                <a16:creationId xmlns:a16="http://schemas.microsoft.com/office/drawing/2014/main" id="{6A221276-4A65-0DAE-0086-76160FAEA025}"/>
              </a:ext>
            </a:extLst>
          </p:cNvPr>
          <p:cNvCxnSpPr>
            <a:cxnSpLocks/>
          </p:cNvCxnSpPr>
          <p:nvPr/>
        </p:nvCxnSpPr>
        <p:spPr>
          <a:xfrm>
            <a:off x="5456090" y="5720971"/>
            <a:ext cx="1188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06F1853-80CA-346F-B9F0-F0546F59A29B}"/>
              </a:ext>
            </a:extLst>
          </p:cNvPr>
          <p:cNvCxnSpPr>
            <a:cxnSpLocks/>
          </p:cNvCxnSpPr>
          <p:nvPr/>
        </p:nvCxnSpPr>
        <p:spPr>
          <a:xfrm>
            <a:off x="915798" y="5998187"/>
            <a:ext cx="1156283"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E6FC542A-1F37-78C1-186C-CA8BBD2D7EF4}"/>
              </a:ext>
            </a:extLst>
          </p:cNvPr>
          <p:cNvSpPr txBox="1"/>
          <p:nvPr/>
        </p:nvSpPr>
        <p:spPr>
          <a:xfrm>
            <a:off x="10197902" y="1872461"/>
            <a:ext cx="1686861" cy="276999"/>
          </a:xfrm>
          <a:prstGeom prst="rect">
            <a:avLst/>
          </a:prstGeom>
          <a:noFill/>
        </p:spPr>
        <p:txBody>
          <a:bodyPr wrap="square" rtlCol="0">
            <a:spAutoFit/>
          </a:bodyPr>
          <a:lstStyle/>
          <a:p>
            <a:pPr algn="ctr"/>
            <a:r>
              <a:rPr lang="en-GB" sz="1200" b="1" dirty="0">
                <a:latin typeface="+mn-lt"/>
              </a:rPr>
              <a:t>Local</a:t>
            </a:r>
            <a:r>
              <a:rPr lang="en-GB" sz="1200" dirty="0">
                <a:latin typeface="+mn-lt"/>
              </a:rPr>
              <a:t> </a:t>
            </a:r>
            <a:r>
              <a:rPr lang="en-GB" sz="1200" b="1" dirty="0">
                <a:latin typeface="+mn-lt"/>
              </a:rPr>
              <a:t>Storage</a:t>
            </a:r>
          </a:p>
        </p:txBody>
      </p:sp>
      <p:pic>
        <p:nvPicPr>
          <p:cNvPr id="75" name="Picture 74">
            <a:extLst>
              <a:ext uri="{FF2B5EF4-FFF2-40B4-BE49-F238E27FC236}">
                <a16:creationId xmlns:a16="http://schemas.microsoft.com/office/drawing/2014/main" id="{A84E9765-0437-DBEF-DCB3-2C087E849F9F}"/>
              </a:ext>
            </a:extLst>
          </p:cNvPr>
          <p:cNvPicPr>
            <a:picLocks noChangeAspect="1"/>
          </p:cNvPicPr>
          <p:nvPr/>
        </p:nvPicPr>
        <p:blipFill>
          <a:blip r:embed="rId6"/>
          <a:stretch>
            <a:fillRect/>
          </a:stretch>
        </p:blipFill>
        <p:spPr>
          <a:xfrm>
            <a:off x="6515807" y="3612439"/>
            <a:ext cx="3341914" cy="946523"/>
          </a:xfrm>
          <a:prstGeom prst="rect">
            <a:avLst/>
          </a:prstGeom>
        </p:spPr>
      </p:pic>
      <p:grpSp>
        <p:nvGrpSpPr>
          <p:cNvPr id="82" name="Group 81">
            <a:extLst>
              <a:ext uri="{FF2B5EF4-FFF2-40B4-BE49-F238E27FC236}">
                <a16:creationId xmlns:a16="http://schemas.microsoft.com/office/drawing/2014/main" id="{8CCE2B78-65F9-F83B-CC2A-921259E4C7FB}"/>
              </a:ext>
            </a:extLst>
          </p:cNvPr>
          <p:cNvGrpSpPr/>
          <p:nvPr/>
        </p:nvGrpSpPr>
        <p:grpSpPr>
          <a:xfrm flipH="1">
            <a:off x="7169894" y="2692371"/>
            <a:ext cx="172492" cy="128983"/>
            <a:chOff x="7030074" y="5426450"/>
            <a:chExt cx="172492" cy="128983"/>
          </a:xfrm>
        </p:grpSpPr>
        <p:sp>
          <p:nvSpPr>
            <p:cNvPr id="80" name="Triangle 42">
              <a:extLst>
                <a:ext uri="{FF2B5EF4-FFF2-40B4-BE49-F238E27FC236}">
                  <a16:creationId xmlns:a16="http://schemas.microsoft.com/office/drawing/2014/main" id="{F1F3D906-4DD9-59D8-1BA6-4EFC6F634055}"/>
                </a:ext>
              </a:extLst>
            </p:cNvPr>
            <p:cNvSpPr/>
            <p:nvPr/>
          </p:nvSpPr>
          <p:spPr>
            <a:xfrm rot="16200000">
              <a:off x="7021179" y="5435346"/>
              <a:ext cx="128982" cy="111191"/>
            </a:xfrm>
            <a:prstGeom prst="triangl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609559" rtl="0" fontAlgn="base">
                <a:spcBef>
                  <a:spcPct val="0"/>
                </a:spcBef>
                <a:spcAft>
                  <a:spcPct val="0"/>
                </a:spcAft>
                <a:defRPr kern="1200">
                  <a:solidFill>
                    <a:schemeClr val="lt1"/>
                  </a:solidFill>
                  <a:latin typeface="+mn-lt"/>
                  <a:ea typeface="+mn-ea"/>
                  <a:cs typeface="+mn-cs"/>
                </a:defRPr>
              </a:lvl1pPr>
              <a:lvl2pPr marL="609559" algn="l" defTabSz="609559" rtl="0" fontAlgn="base">
                <a:spcBef>
                  <a:spcPct val="0"/>
                </a:spcBef>
                <a:spcAft>
                  <a:spcPct val="0"/>
                </a:spcAft>
                <a:defRPr kern="1200">
                  <a:solidFill>
                    <a:schemeClr val="lt1"/>
                  </a:solidFill>
                  <a:latin typeface="+mn-lt"/>
                  <a:ea typeface="+mn-ea"/>
                  <a:cs typeface="+mn-cs"/>
                </a:defRPr>
              </a:lvl2pPr>
              <a:lvl3pPr marL="1219119" algn="l" defTabSz="609559" rtl="0" fontAlgn="base">
                <a:spcBef>
                  <a:spcPct val="0"/>
                </a:spcBef>
                <a:spcAft>
                  <a:spcPct val="0"/>
                </a:spcAft>
                <a:defRPr kern="1200">
                  <a:solidFill>
                    <a:schemeClr val="lt1"/>
                  </a:solidFill>
                  <a:latin typeface="+mn-lt"/>
                  <a:ea typeface="+mn-ea"/>
                  <a:cs typeface="+mn-cs"/>
                </a:defRPr>
              </a:lvl3pPr>
              <a:lvl4pPr marL="1828678" algn="l" defTabSz="609559" rtl="0" fontAlgn="base">
                <a:spcBef>
                  <a:spcPct val="0"/>
                </a:spcBef>
                <a:spcAft>
                  <a:spcPct val="0"/>
                </a:spcAft>
                <a:defRPr kern="1200">
                  <a:solidFill>
                    <a:schemeClr val="lt1"/>
                  </a:solidFill>
                  <a:latin typeface="+mn-lt"/>
                  <a:ea typeface="+mn-ea"/>
                  <a:cs typeface="+mn-cs"/>
                </a:defRPr>
              </a:lvl4pPr>
              <a:lvl5pPr marL="2438238" algn="l" defTabSz="609559" rtl="0" fontAlgn="base">
                <a:spcBef>
                  <a:spcPct val="0"/>
                </a:spcBef>
                <a:spcAft>
                  <a:spcPct val="0"/>
                </a:spcAft>
                <a:defRPr kern="1200">
                  <a:solidFill>
                    <a:schemeClr val="lt1"/>
                  </a:solidFill>
                  <a:latin typeface="+mn-lt"/>
                  <a:ea typeface="+mn-ea"/>
                  <a:cs typeface="+mn-cs"/>
                </a:defRPr>
              </a:lvl5pPr>
              <a:lvl6pPr marL="3047797" algn="l" defTabSz="609559" rtl="0" eaLnBrk="1" latinLnBrk="0" hangingPunct="1">
                <a:defRPr kern="1200">
                  <a:solidFill>
                    <a:schemeClr val="lt1"/>
                  </a:solidFill>
                  <a:latin typeface="+mn-lt"/>
                  <a:ea typeface="+mn-ea"/>
                  <a:cs typeface="+mn-cs"/>
                </a:defRPr>
              </a:lvl6pPr>
              <a:lvl7pPr marL="3657357" algn="l" defTabSz="609559" rtl="0" eaLnBrk="1" latinLnBrk="0" hangingPunct="1">
                <a:defRPr kern="1200">
                  <a:solidFill>
                    <a:schemeClr val="lt1"/>
                  </a:solidFill>
                  <a:latin typeface="+mn-lt"/>
                  <a:ea typeface="+mn-ea"/>
                  <a:cs typeface="+mn-cs"/>
                </a:defRPr>
              </a:lvl7pPr>
              <a:lvl8pPr marL="4266915" algn="l" defTabSz="609559" rtl="0" eaLnBrk="1" latinLnBrk="0" hangingPunct="1">
                <a:defRPr kern="1200">
                  <a:solidFill>
                    <a:schemeClr val="lt1"/>
                  </a:solidFill>
                  <a:latin typeface="+mn-lt"/>
                  <a:ea typeface="+mn-ea"/>
                  <a:cs typeface="+mn-cs"/>
                </a:defRPr>
              </a:lvl8pPr>
              <a:lvl9pPr marL="4876475" algn="l" defTabSz="609559" rtl="0" eaLnBrk="1" latinLnBrk="0" hangingPunct="1">
                <a:defRPr kern="1200">
                  <a:solidFill>
                    <a:schemeClr val="lt1"/>
                  </a:solidFill>
                  <a:latin typeface="+mn-lt"/>
                  <a:ea typeface="+mn-ea"/>
                  <a:cs typeface="+mn-cs"/>
                </a:defRPr>
              </a:lvl9pPr>
            </a:lstStyle>
            <a:p>
              <a:pPr algn="ctr"/>
              <a:endParaRPr lang="en-US" dirty="0"/>
            </a:p>
          </p:txBody>
        </p:sp>
        <p:sp>
          <p:nvSpPr>
            <p:cNvPr id="81" name="Rectangle 80">
              <a:extLst>
                <a:ext uri="{FF2B5EF4-FFF2-40B4-BE49-F238E27FC236}">
                  <a16:creationId xmlns:a16="http://schemas.microsoft.com/office/drawing/2014/main" id="{C4A0D283-D455-E903-D85E-DA0631A5A470}"/>
                </a:ext>
              </a:extLst>
            </p:cNvPr>
            <p:cNvSpPr/>
            <p:nvPr/>
          </p:nvSpPr>
          <p:spPr>
            <a:xfrm>
              <a:off x="7141266" y="5426450"/>
              <a:ext cx="61300" cy="12898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83" name="Group 82">
            <a:extLst>
              <a:ext uri="{FF2B5EF4-FFF2-40B4-BE49-F238E27FC236}">
                <a16:creationId xmlns:a16="http://schemas.microsoft.com/office/drawing/2014/main" id="{1FBAEB84-6A4E-3729-9011-D09D3332C4AD}"/>
              </a:ext>
            </a:extLst>
          </p:cNvPr>
          <p:cNvGrpSpPr/>
          <p:nvPr/>
        </p:nvGrpSpPr>
        <p:grpSpPr>
          <a:xfrm rot="16200000">
            <a:off x="960556" y="5331536"/>
            <a:ext cx="172492" cy="128983"/>
            <a:chOff x="7030074" y="5426450"/>
            <a:chExt cx="172492" cy="128983"/>
          </a:xfrm>
        </p:grpSpPr>
        <p:sp>
          <p:nvSpPr>
            <p:cNvPr id="84" name="Triangle 42">
              <a:extLst>
                <a:ext uri="{FF2B5EF4-FFF2-40B4-BE49-F238E27FC236}">
                  <a16:creationId xmlns:a16="http://schemas.microsoft.com/office/drawing/2014/main" id="{DD6555F1-A443-482F-A0A1-F1A63A44CE90}"/>
                </a:ext>
              </a:extLst>
            </p:cNvPr>
            <p:cNvSpPr/>
            <p:nvPr/>
          </p:nvSpPr>
          <p:spPr>
            <a:xfrm rot="16200000">
              <a:off x="7021179" y="5435346"/>
              <a:ext cx="128982" cy="111191"/>
            </a:xfrm>
            <a:prstGeom prst="triangl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609559" rtl="0" fontAlgn="base">
                <a:spcBef>
                  <a:spcPct val="0"/>
                </a:spcBef>
                <a:spcAft>
                  <a:spcPct val="0"/>
                </a:spcAft>
                <a:defRPr kern="1200">
                  <a:solidFill>
                    <a:schemeClr val="lt1"/>
                  </a:solidFill>
                  <a:latin typeface="+mn-lt"/>
                  <a:ea typeface="+mn-ea"/>
                  <a:cs typeface="+mn-cs"/>
                </a:defRPr>
              </a:lvl1pPr>
              <a:lvl2pPr marL="609559" algn="l" defTabSz="609559" rtl="0" fontAlgn="base">
                <a:spcBef>
                  <a:spcPct val="0"/>
                </a:spcBef>
                <a:spcAft>
                  <a:spcPct val="0"/>
                </a:spcAft>
                <a:defRPr kern="1200">
                  <a:solidFill>
                    <a:schemeClr val="lt1"/>
                  </a:solidFill>
                  <a:latin typeface="+mn-lt"/>
                  <a:ea typeface="+mn-ea"/>
                  <a:cs typeface="+mn-cs"/>
                </a:defRPr>
              </a:lvl2pPr>
              <a:lvl3pPr marL="1219119" algn="l" defTabSz="609559" rtl="0" fontAlgn="base">
                <a:spcBef>
                  <a:spcPct val="0"/>
                </a:spcBef>
                <a:spcAft>
                  <a:spcPct val="0"/>
                </a:spcAft>
                <a:defRPr kern="1200">
                  <a:solidFill>
                    <a:schemeClr val="lt1"/>
                  </a:solidFill>
                  <a:latin typeface="+mn-lt"/>
                  <a:ea typeface="+mn-ea"/>
                  <a:cs typeface="+mn-cs"/>
                </a:defRPr>
              </a:lvl3pPr>
              <a:lvl4pPr marL="1828678" algn="l" defTabSz="609559" rtl="0" fontAlgn="base">
                <a:spcBef>
                  <a:spcPct val="0"/>
                </a:spcBef>
                <a:spcAft>
                  <a:spcPct val="0"/>
                </a:spcAft>
                <a:defRPr kern="1200">
                  <a:solidFill>
                    <a:schemeClr val="lt1"/>
                  </a:solidFill>
                  <a:latin typeface="+mn-lt"/>
                  <a:ea typeface="+mn-ea"/>
                  <a:cs typeface="+mn-cs"/>
                </a:defRPr>
              </a:lvl4pPr>
              <a:lvl5pPr marL="2438238" algn="l" defTabSz="609559" rtl="0" fontAlgn="base">
                <a:spcBef>
                  <a:spcPct val="0"/>
                </a:spcBef>
                <a:spcAft>
                  <a:spcPct val="0"/>
                </a:spcAft>
                <a:defRPr kern="1200">
                  <a:solidFill>
                    <a:schemeClr val="lt1"/>
                  </a:solidFill>
                  <a:latin typeface="+mn-lt"/>
                  <a:ea typeface="+mn-ea"/>
                  <a:cs typeface="+mn-cs"/>
                </a:defRPr>
              </a:lvl5pPr>
              <a:lvl6pPr marL="3047797" algn="l" defTabSz="609559" rtl="0" eaLnBrk="1" latinLnBrk="0" hangingPunct="1">
                <a:defRPr kern="1200">
                  <a:solidFill>
                    <a:schemeClr val="lt1"/>
                  </a:solidFill>
                  <a:latin typeface="+mn-lt"/>
                  <a:ea typeface="+mn-ea"/>
                  <a:cs typeface="+mn-cs"/>
                </a:defRPr>
              </a:lvl6pPr>
              <a:lvl7pPr marL="3657357" algn="l" defTabSz="609559" rtl="0" eaLnBrk="1" latinLnBrk="0" hangingPunct="1">
                <a:defRPr kern="1200">
                  <a:solidFill>
                    <a:schemeClr val="lt1"/>
                  </a:solidFill>
                  <a:latin typeface="+mn-lt"/>
                  <a:ea typeface="+mn-ea"/>
                  <a:cs typeface="+mn-cs"/>
                </a:defRPr>
              </a:lvl7pPr>
              <a:lvl8pPr marL="4266915" algn="l" defTabSz="609559" rtl="0" eaLnBrk="1" latinLnBrk="0" hangingPunct="1">
                <a:defRPr kern="1200">
                  <a:solidFill>
                    <a:schemeClr val="lt1"/>
                  </a:solidFill>
                  <a:latin typeface="+mn-lt"/>
                  <a:ea typeface="+mn-ea"/>
                  <a:cs typeface="+mn-cs"/>
                </a:defRPr>
              </a:lvl8pPr>
              <a:lvl9pPr marL="4876475" algn="l" defTabSz="609559" rtl="0" eaLnBrk="1" latinLnBrk="0" hangingPunct="1">
                <a:defRPr kern="1200">
                  <a:solidFill>
                    <a:schemeClr val="lt1"/>
                  </a:solidFill>
                  <a:latin typeface="+mn-lt"/>
                  <a:ea typeface="+mn-ea"/>
                  <a:cs typeface="+mn-cs"/>
                </a:defRPr>
              </a:lvl9pPr>
            </a:lstStyle>
            <a:p>
              <a:pPr algn="ctr"/>
              <a:endParaRPr lang="en-US" dirty="0"/>
            </a:p>
          </p:txBody>
        </p:sp>
        <p:sp>
          <p:nvSpPr>
            <p:cNvPr id="85" name="Rectangle 84">
              <a:extLst>
                <a:ext uri="{FF2B5EF4-FFF2-40B4-BE49-F238E27FC236}">
                  <a16:creationId xmlns:a16="http://schemas.microsoft.com/office/drawing/2014/main" id="{1E9EDD1D-200F-A06E-FC2A-EF7D6F49F289}"/>
                </a:ext>
              </a:extLst>
            </p:cNvPr>
            <p:cNvSpPr/>
            <p:nvPr/>
          </p:nvSpPr>
          <p:spPr>
            <a:xfrm>
              <a:off x="7141266" y="5426450"/>
              <a:ext cx="61300" cy="12898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86" name="Group 85">
            <a:extLst>
              <a:ext uri="{FF2B5EF4-FFF2-40B4-BE49-F238E27FC236}">
                <a16:creationId xmlns:a16="http://schemas.microsoft.com/office/drawing/2014/main" id="{D7FB7684-8D78-59FE-760D-A68D3048CDA9}"/>
              </a:ext>
            </a:extLst>
          </p:cNvPr>
          <p:cNvGrpSpPr/>
          <p:nvPr/>
        </p:nvGrpSpPr>
        <p:grpSpPr>
          <a:xfrm rot="16200000">
            <a:off x="5194728" y="1764695"/>
            <a:ext cx="172492" cy="128983"/>
            <a:chOff x="7030074" y="5426450"/>
            <a:chExt cx="172492" cy="128983"/>
          </a:xfrm>
        </p:grpSpPr>
        <p:sp>
          <p:nvSpPr>
            <p:cNvPr id="87" name="Triangle 42">
              <a:extLst>
                <a:ext uri="{FF2B5EF4-FFF2-40B4-BE49-F238E27FC236}">
                  <a16:creationId xmlns:a16="http://schemas.microsoft.com/office/drawing/2014/main" id="{19EA2957-F4C1-0F71-22AE-68F8E6A648AF}"/>
                </a:ext>
              </a:extLst>
            </p:cNvPr>
            <p:cNvSpPr/>
            <p:nvPr/>
          </p:nvSpPr>
          <p:spPr>
            <a:xfrm rot="16200000">
              <a:off x="7021179" y="5435346"/>
              <a:ext cx="128982" cy="111191"/>
            </a:xfrm>
            <a:prstGeom prst="triangl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609559" rtl="0" fontAlgn="base">
                <a:spcBef>
                  <a:spcPct val="0"/>
                </a:spcBef>
                <a:spcAft>
                  <a:spcPct val="0"/>
                </a:spcAft>
                <a:defRPr kern="1200">
                  <a:solidFill>
                    <a:schemeClr val="lt1"/>
                  </a:solidFill>
                  <a:latin typeface="+mn-lt"/>
                  <a:ea typeface="+mn-ea"/>
                  <a:cs typeface="+mn-cs"/>
                </a:defRPr>
              </a:lvl1pPr>
              <a:lvl2pPr marL="609559" algn="l" defTabSz="609559" rtl="0" fontAlgn="base">
                <a:spcBef>
                  <a:spcPct val="0"/>
                </a:spcBef>
                <a:spcAft>
                  <a:spcPct val="0"/>
                </a:spcAft>
                <a:defRPr kern="1200">
                  <a:solidFill>
                    <a:schemeClr val="lt1"/>
                  </a:solidFill>
                  <a:latin typeface="+mn-lt"/>
                  <a:ea typeface="+mn-ea"/>
                  <a:cs typeface="+mn-cs"/>
                </a:defRPr>
              </a:lvl2pPr>
              <a:lvl3pPr marL="1219119" algn="l" defTabSz="609559" rtl="0" fontAlgn="base">
                <a:spcBef>
                  <a:spcPct val="0"/>
                </a:spcBef>
                <a:spcAft>
                  <a:spcPct val="0"/>
                </a:spcAft>
                <a:defRPr kern="1200">
                  <a:solidFill>
                    <a:schemeClr val="lt1"/>
                  </a:solidFill>
                  <a:latin typeface="+mn-lt"/>
                  <a:ea typeface="+mn-ea"/>
                  <a:cs typeface="+mn-cs"/>
                </a:defRPr>
              </a:lvl3pPr>
              <a:lvl4pPr marL="1828678" algn="l" defTabSz="609559" rtl="0" fontAlgn="base">
                <a:spcBef>
                  <a:spcPct val="0"/>
                </a:spcBef>
                <a:spcAft>
                  <a:spcPct val="0"/>
                </a:spcAft>
                <a:defRPr kern="1200">
                  <a:solidFill>
                    <a:schemeClr val="lt1"/>
                  </a:solidFill>
                  <a:latin typeface="+mn-lt"/>
                  <a:ea typeface="+mn-ea"/>
                  <a:cs typeface="+mn-cs"/>
                </a:defRPr>
              </a:lvl4pPr>
              <a:lvl5pPr marL="2438238" algn="l" defTabSz="609559" rtl="0" fontAlgn="base">
                <a:spcBef>
                  <a:spcPct val="0"/>
                </a:spcBef>
                <a:spcAft>
                  <a:spcPct val="0"/>
                </a:spcAft>
                <a:defRPr kern="1200">
                  <a:solidFill>
                    <a:schemeClr val="lt1"/>
                  </a:solidFill>
                  <a:latin typeface="+mn-lt"/>
                  <a:ea typeface="+mn-ea"/>
                  <a:cs typeface="+mn-cs"/>
                </a:defRPr>
              </a:lvl5pPr>
              <a:lvl6pPr marL="3047797" algn="l" defTabSz="609559" rtl="0" eaLnBrk="1" latinLnBrk="0" hangingPunct="1">
                <a:defRPr kern="1200">
                  <a:solidFill>
                    <a:schemeClr val="lt1"/>
                  </a:solidFill>
                  <a:latin typeface="+mn-lt"/>
                  <a:ea typeface="+mn-ea"/>
                  <a:cs typeface="+mn-cs"/>
                </a:defRPr>
              </a:lvl6pPr>
              <a:lvl7pPr marL="3657357" algn="l" defTabSz="609559" rtl="0" eaLnBrk="1" latinLnBrk="0" hangingPunct="1">
                <a:defRPr kern="1200">
                  <a:solidFill>
                    <a:schemeClr val="lt1"/>
                  </a:solidFill>
                  <a:latin typeface="+mn-lt"/>
                  <a:ea typeface="+mn-ea"/>
                  <a:cs typeface="+mn-cs"/>
                </a:defRPr>
              </a:lvl7pPr>
              <a:lvl8pPr marL="4266915" algn="l" defTabSz="609559" rtl="0" eaLnBrk="1" latinLnBrk="0" hangingPunct="1">
                <a:defRPr kern="1200">
                  <a:solidFill>
                    <a:schemeClr val="lt1"/>
                  </a:solidFill>
                  <a:latin typeface="+mn-lt"/>
                  <a:ea typeface="+mn-ea"/>
                  <a:cs typeface="+mn-cs"/>
                </a:defRPr>
              </a:lvl8pPr>
              <a:lvl9pPr marL="4876475" algn="l" defTabSz="609559" rtl="0" eaLnBrk="1" latinLnBrk="0" hangingPunct="1">
                <a:defRPr kern="1200">
                  <a:solidFill>
                    <a:schemeClr val="lt1"/>
                  </a:solidFill>
                  <a:latin typeface="+mn-lt"/>
                  <a:ea typeface="+mn-ea"/>
                  <a:cs typeface="+mn-cs"/>
                </a:defRPr>
              </a:lvl9pPr>
            </a:lstStyle>
            <a:p>
              <a:pPr algn="ctr"/>
              <a:endParaRPr lang="en-US" dirty="0"/>
            </a:p>
          </p:txBody>
        </p:sp>
        <p:sp>
          <p:nvSpPr>
            <p:cNvPr id="88" name="Rectangle 87">
              <a:extLst>
                <a:ext uri="{FF2B5EF4-FFF2-40B4-BE49-F238E27FC236}">
                  <a16:creationId xmlns:a16="http://schemas.microsoft.com/office/drawing/2014/main" id="{E4A1A69E-29DB-A37D-151C-22D8D34BB915}"/>
                </a:ext>
              </a:extLst>
            </p:cNvPr>
            <p:cNvSpPr/>
            <p:nvPr/>
          </p:nvSpPr>
          <p:spPr>
            <a:xfrm>
              <a:off x="7141266" y="5426450"/>
              <a:ext cx="61300" cy="12898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89" name="Group 88">
            <a:extLst>
              <a:ext uri="{FF2B5EF4-FFF2-40B4-BE49-F238E27FC236}">
                <a16:creationId xmlns:a16="http://schemas.microsoft.com/office/drawing/2014/main" id="{3426447B-C277-E2A9-8CDC-608580102227}"/>
              </a:ext>
            </a:extLst>
          </p:cNvPr>
          <p:cNvGrpSpPr/>
          <p:nvPr/>
        </p:nvGrpSpPr>
        <p:grpSpPr>
          <a:xfrm rot="16200000">
            <a:off x="5194728" y="2590440"/>
            <a:ext cx="172492" cy="128983"/>
            <a:chOff x="7030074" y="5426450"/>
            <a:chExt cx="172492" cy="128983"/>
          </a:xfrm>
        </p:grpSpPr>
        <p:sp>
          <p:nvSpPr>
            <p:cNvPr id="90" name="Triangle 42">
              <a:extLst>
                <a:ext uri="{FF2B5EF4-FFF2-40B4-BE49-F238E27FC236}">
                  <a16:creationId xmlns:a16="http://schemas.microsoft.com/office/drawing/2014/main" id="{3BA20A75-C686-5C20-021D-2C7EF3ACC58A}"/>
                </a:ext>
              </a:extLst>
            </p:cNvPr>
            <p:cNvSpPr/>
            <p:nvPr/>
          </p:nvSpPr>
          <p:spPr>
            <a:xfrm rot="16200000">
              <a:off x="7021179" y="5435346"/>
              <a:ext cx="128982" cy="111191"/>
            </a:xfrm>
            <a:prstGeom prst="triangl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609559" rtl="0" fontAlgn="base">
                <a:spcBef>
                  <a:spcPct val="0"/>
                </a:spcBef>
                <a:spcAft>
                  <a:spcPct val="0"/>
                </a:spcAft>
                <a:defRPr kern="1200">
                  <a:solidFill>
                    <a:schemeClr val="lt1"/>
                  </a:solidFill>
                  <a:latin typeface="+mn-lt"/>
                  <a:ea typeface="+mn-ea"/>
                  <a:cs typeface="+mn-cs"/>
                </a:defRPr>
              </a:lvl1pPr>
              <a:lvl2pPr marL="609559" algn="l" defTabSz="609559" rtl="0" fontAlgn="base">
                <a:spcBef>
                  <a:spcPct val="0"/>
                </a:spcBef>
                <a:spcAft>
                  <a:spcPct val="0"/>
                </a:spcAft>
                <a:defRPr kern="1200">
                  <a:solidFill>
                    <a:schemeClr val="lt1"/>
                  </a:solidFill>
                  <a:latin typeface="+mn-lt"/>
                  <a:ea typeface="+mn-ea"/>
                  <a:cs typeface="+mn-cs"/>
                </a:defRPr>
              </a:lvl2pPr>
              <a:lvl3pPr marL="1219119" algn="l" defTabSz="609559" rtl="0" fontAlgn="base">
                <a:spcBef>
                  <a:spcPct val="0"/>
                </a:spcBef>
                <a:spcAft>
                  <a:spcPct val="0"/>
                </a:spcAft>
                <a:defRPr kern="1200">
                  <a:solidFill>
                    <a:schemeClr val="lt1"/>
                  </a:solidFill>
                  <a:latin typeface="+mn-lt"/>
                  <a:ea typeface="+mn-ea"/>
                  <a:cs typeface="+mn-cs"/>
                </a:defRPr>
              </a:lvl3pPr>
              <a:lvl4pPr marL="1828678" algn="l" defTabSz="609559" rtl="0" fontAlgn="base">
                <a:spcBef>
                  <a:spcPct val="0"/>
                </a:spcBef>
                <a:spcAft>
                  <a:spcPct val="0"/>
                </a:spcAft>
                <a:defRPr kern="1200">
                  <a:solidFill>
                    <a:schemeClr val="lt1"/>
                  </a:solidFill>
                  <a:latin typeface="+mn-lt"/>
                  <a:ea typeface="+mn-ea"/>
                  <a:cs typeface="+mn-cs"/>
                </a:defRPr>
              </a:lvl4pPr>
              <a:lvl5pPr marL="2438238" algn="l" defTabSz="609559" rtl="0" fontAlgn="base">
                <a:spcBef>
                  <a:spcPct val="0"/>
                </a:spcBef>
                <a:spcAft>
                  <a:spcPct val="0"/>
                </a:spcAft>
                <a:defRPr kern="1200">
                  <a:solidFill>
                    <a:schemeClr val="lt1"/>
                  </a:solidFill>
                  <a:latin typeface="+mn-lt"/>
                  <a:ea typeface="+mn-ea"/>
                  <a:cs typeface="+mn-cs"/>
                </a:defRPr>
              </a:lvl5pPr>
              <a:lvl6pPr marL="3047797" algn="l" defTabSz="609559" rtl="0" eaLnBrk="1" latinLnBrk="0" hangingPunct="1">
                <a:defRPr kern="1200">
                  <a:solidFill>
                    <a:schemeClr val="lt1"/>
                  </a:solidFill>
                  <a:latin typeface="+mn-lt"/>
                  <a:ea typeface="+mn-ea"/>
                  <a:cs typeface="+mn-cs"/>
                </a:defRPr>
              </a:lvl6pPr>
              <a:lvl7pPr marL="3657357" algn="l" defTabSz="609559" rtl="0" eaLnBrk="1" latinLnBrk="0" hangingPunct="1">
                <a:defRPr kern="1200">
                  <a:solidFill>
                    <a:schemeClr val="lt1"/>
                  </a:solidFill>
                  <a:latin typeface="+mn-lt"/>
                  <a:ea typeface="+mn-ea"/>
                  <a:cs typeface="+mn-cs"/>
                </a:defRPr>
              </a:lvl7pPr>
              <a:lvl8pPr marL="4266915" algn="l" defTabSz="609559" rtl="0" eaLnBrk="1" latinLnBrk="0" hangingPunct="1">
                <a:defRPr kern="1200">
                  <a:solidFill>
                    <a:schemeClr val="lt1"/>
                  </a:solidFill>
                  <a:latin typeface="+mn-lt"/>
                  <a:ea typeface="+mn-ea"/>
                  <a:cs typeface="+mn-cs"/>
                </a:defRPr>
              </a:lvl8pPr>
              <a:lvl9pPr marL="4876475" algn="l" defTabSz="609559" rtl="0" eaLnBrk="1" latinLnBrk="0" hangingPunct="1">
                <a:defRPr kern="1200">
                  <a:solidFill>
                    <a:schemeClr val="lt1"/>
                  </a:solidFill>
                  <a:latin typeface="+mn-lt"/>
                  <a:ea typeface="+mn-ea"/>
                  <a:cs typeface="+mn-cs"/>
                </a:defRPr>
              </a:lvl9pPr>
            </a:lstStyle>
            <a:p>
              <a:pPr algn="ctr"/>
              <a:endParaRPr lang="en-US" dirty="0"/>
            </a:p>
          </p:txBody>
        </p:sp>
        <p:sp>
          <p:nvSpPr>
            <p:cNvPr id="91" name="Rectangle 90">
              <a:extLst>
                <a:ext uri="{FF2B5EF4-FFF2-40B4-BE49-F238E27FC236}">
                  <a16:creationId xmlns:a16="http://schemas.microsoft.com/office/drawing/2014/main" id="{1C5A5563-77D5-AAFD-E9DD-76BBA12803A0}"/>
                </a:ext>
              </a:extLst>
            </p:cNvPr>
            <p:cNvSpPr/>
            <p:nvPr/>
          </p:nvSpPr>
          <p:spPr>
            <a:xfrm>
              <a:off x="7141266" y="5426450"/>
              <a:ext cx="61300" cy="12898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92" name="Group 91">
            <a:extLst>
              <a:ext uri="{FF2B5EF4-FFF2-40B4-BE49-F238E27FC236}">
                <a16:creationId xmlns:a16="http://schemas.microsoft.com/office/drawing/2014/main" id="{901F850A-8826-B795-83FC-2D8B53529F80}"/>
              </a:ext>
            </a:extLst>
          </p:cNvPr>
          <p:cNvGrpSpPr/>
          <p:nvPr/>
        </p:nvGrpSpPr>
        <p:grpSpPr>
          <a:xfrm rot="16200000">
            <a:off x="5194728" y="3416185"/>
            <a:ext cx="172492" cy="128983"/>
            <a:chOff x="7030074" y="5426450"/>
            <a:chExt cx="172492" cy="128983"/>
          </a:xfrm>
        </p:grpSpPr>
        <p:sp>
          <p:nvSpPr>
            <p:cNvPr id="93" name="Triangle 42">
              <a:extLst>
                <a:ext uri="{FF2B5EF4-FFF2-40B4-BE49-F238E27FC236}">
                  <a16:creationId xmlns:a16="http://schemas.microsoft.com/office/drawing/2014/main" id="{68CD5A41-00F1-A80E-5A16-8697955BB297}"/>
                </a:ext>
              </a:extLst>
            </p:cNvPr>
            <p:cNvSpPr/>
            <p:nvPr/>
          </p:nvSpPr>
          <p:spPr>
            <a:xfrm rot="16200000">
              <a:off x="7021179" y="5435346"/>
              <a:ext cx="128982" cy="111191"/>
            </a:xfrm>
            <a:prstGeom prst="triangl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609559" rtl="0" fontAlgn="base">
                <a:spcBef>
                  <a:spcPct val="0"/>
                </a:spcBef>
                <a:spcAft>
                  <a:spcPct val="0"/>
                </a:spcAft>
                <a:defRPr kern="1200">
                  <a:solidFill>
                    <a:schemeClr val="lt1"/>
                  </a:solidFill>
                  <a:latin typeface="+mn-lt"/>
                  <a:ea typeface="+mn-ea"/>
                  <a:cs typeface="+mn-cs"/>
                </a:defRPr>
              </a:lvl1pPr>
              <a:lvl2pPr marL="609559" algn="l" defTabSz="609559" rtl="0" fontAlgn="base">
                <a:spcBef>
                  <a:spcPct val="0"/>
                </a:spcBef>
                <a:spcAft>
                  <a:spcPct val="0"/>
                </a:spcAft>
                <a:defRPr kern="1200">
                  <a:solidFill>
                    <a:schemeClr val="lt1"/>
                  </a:solidFill>
                  <a:latin typeface="+mn-lt"/>
                  <a:ea typeface="+mn-ea"/>
                  <a:cs typeface="+mn-cs"/>
                </a:defRPr>
              </a:lvl2pPr>
              <a:lvl3pPr marL="1219119" algn="l" defTabSz="609559" rtl="0" fontAlgn="base">
                <a:spcBef>
                  <a:spcPct val="0"/>
                </a:spcBef>
                <a:spcAft>
                  <a:spcPct val="0"/>
                </a:spcAft>
                <a:defRPr kern="1200">
                  <a:solidFill>
                    <a:schemeClr val="lt1"/>
                  </a:solidFill>
                  <a:latin typeface="+mn-lt"/>
                  <a:ea typeface="+mn-ea"/>
                  <a:cs typeface="+mn-cs"/>
                </a:defRPr>
              </a:lvl3pPr>
              <a:lvl4pPr marL="1828678" algn="l" defTabSz="609559" rtl="0" fontAlgn="base">
                <a:spcBef>
                  <a:spcPct val="0"/>
                </a:spcBef>
                <a:spcAft>
                  <a:spcPct val="0"/>
                </a:spcAft>
                <a:defRPr kern="1200">
                  <a:solidFill>
                    <a:schemeClr val="lt1"/>
                  </a:solidFill>
                  <a:latin typeface="+mn-lt"/>
                  <a:ea typeface="+mn-ea"/>
                  <a:cs typeface="+mn-cs"/>
                </a:defRPr>
              </a:lvl4pPr>
              <a:lvl5pPr marL="2438238" algn="l" defTabSz="609559" rtl="0" fontAlgn="base">
                <a:spcBef>
                  <a:spcPct val="0"/>
                </a:spcBef>
                <a:spcAft>
                  <a:spcPct val="0"/>
                </a:spcAft>
                <a:defRPr kern="1200">
                  <a:solidFill>
                    <a:schemeClr val="lt1"/>
                  </a:solidFill>
                  <a:latin typeface="+mn-lt"/>
                  <a:ea typeface="+mn-ea"/>
                  <a:cs typeface="+mn-cs"/>
                </a:defRPr>
              </a:lvl5pPr>
              <a:lvl6pPr marL="3047797" algn="l" defTabSz="609559" rtl="0" eaLnBrk="1" latinLnBrk="0" hangingPunct="1">
                <a:defRPr kern="1200">
                  <a:solidFill>
                    <a:schemeClr val="lt1"/>
                  </a:solidFill>
                  <a:latin typeface="+mn-lt"/>
                  <a:ea typeface="+mn-ea"/>
                  <a:cs typeface="+mn-cs"/>
                </a:defRPr>
              </a:lvl6pPr>
              <a:lvl7pPr marL="3657357" algn="l" defTabSz="609559" rtl="0" eaLnBrk="1" latinLnBrk="0" hangingPunct="1">
                <a:defRPr kern="1200">
                  <a:solidFill>
                    <a:schemeClr val="lt1"/>
                  </a:solidFill>
                  <a:latin typeface="+mn-lt"/>
                  <a:ea typeface="+mn-ea"/>
                  <a:cs typeface="+mn-cs"/>
                </a:defRPr>
              </a:lvl7pPr>
              <a:lvl8pPr marL="4266915" algn="l" defTabSz="609559" rtl="0" eaLnBrk="1" latinLnBrk="0" hangingPunct="1">
                <a:defRPr kern="1200">
                  <a:solidFill>
                    <a:schemeClr val="lt1"/>
                  </a:solidFill>
                  <a:latin typeface="+mn-lt"/>
                  <a:ea typeface="+mn-ea"/>
                  <a:cs typeface="+mn-cs"/>
                </a:defRPr>
              </a:lvl8pPr>
              <a:lvl9pPr marL="4876475" algn="l" defTabSz="609559" rtl="0" eaLnBrk="1" latinLnBrk="0" hangingPunct="1">
                <a:defRPr kern="1200">
                  <a:solidFill>
                    <a:schemeClr val="lt1"/>
                  </a:solidFill>
                  <a:latin typeface="+mn-lt"/>
                  <a:ea typeface="+mn-ea"/>
                  <a:cs typeface="+mn-cs"/>
                </a:defRPr>
              </a:lvl9pPr>
            </a:lstStyle>
            <a:p>
              <a:pPr algn="ctr"/>
              <a:endParaRPr lang="en-US" dirty="0"/>
            </a:p>
          </p:txBody>
        </p:sp>
        <p:sp>
          <p:nvSpPr>
            <p:cNvPr id="94" name="Rectangle 93">
              <a:extLst>
                <a:ext uri="{FF2B5EF4-FFF2-40B4-BE49-F238E27FC236}">
                  <a16:creationId xmlns:a16="http://schemas.microsoft.com/office/drawing/2014/main" id="{A2AE2A31-C418-53FF-DABD-ED06F44CD106}"/>
                </a:ext>
              </a:extLst>
            </p:cNvPr>
            <p:cNvSpPr/>
            <p:nvPr/>
          </p:nvSpPr>
          <p:spPr>
            <a:xfrm>
              <a:off x="7141266" y="5426450"/>
              <a:ext cx="61300" cy="12898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95" name="Group 94">
            <a:extLst>
              <a:ext uri="{FF2B5EF4-FFF2-40B4-BE49-F238E27FC236}">
                <a16:creationId xmlns:a16="http://schemas.microsoft.com/office/drawing/2014/main" id="{A8ADDBF5-F581-A501-CC93-8089A429417F}"/>
              </a:ext>
            </a:extLst>
          </p:cNvPr>
          <p:cNvGrpSpPr/>
          <p:nvPr/>
        </p:nvGrpSpPr>
        <p:grpSpPr>
          <a:xfrm rot="16200000">
            <a:off x="5194728" y="4240630"/>
            <a:ext cx="172492" cy="128983"/>
            <a:chOff x="7030074" y="5426450"/>
            <a:chExt cx="172492" cy="128983"/>
          </a:xfrm>
        </p:grpSpPr>
        <p:sp>
          <p:nvSpPr>
            <p:cNvPr id="96" name="Triangle 42">
              <a:extLst>
                <a:ext uri="{FF2B5EF4-FFF2-40B4-BE49-F238E27FC236}">
                  <a16:creationId xmlns:a16="http://schemas.microsoft.com/office/drawing/2014/main" id="{019F441C-6536-3AF7-30EE-F05BEE330EB7}"/>
                </a:ext>
              </a:extLst>
            </p:cNvPr>
            <p:cNvSpPr/>
            <p:nvPr/>
          </p:nvSpPr>
          <p:spPr>
            <a:xfrm rot="16200000">
              <a:off x="7021179" y="5435346"/>
              <a:ext cx="128982" cy="111191"/>
            </a:xfrm>
            <a:prstGeom prst="triangl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609559" rtl="0" fontAlgn="base">
                <a:spcBef>
                  <a:spcPct val="0"/>
                </a:spcBef>
                <a:spcAft>
                  <a:spcPct val="0"/>
                </a:spcAft>
                <a:defRPr kern="1200">
                  <a:solidFill>
                    <a:schemeClr val="lt1"/>
                  </a:solidFill>
                  <a:latin typeface="+mn-lt"/>
                  <a:ea typeface="+mn-ea"/>
                  <a:cs typeface="+mn-cs"/>
                </a:defRPr>
              </a:lvl1pPr>
              <a:lvl2pPr marL="609559" algn="l" defTabSz="609559" rtl="0" fontAlgn="base">
                <a:spcBef>
                  <a:spcPct val="0"/>
                </a:spcBef>
                <a:spcAft>
                  <a:spcPct val="0"/>
                </a:spcAft>
                <a:defRPr kern="1200">
                  <a:solidFill>
                    <a:schemeClr val="lt1"/>
                  </a:solidFill>
                  <a:latin typeface="+mn-lt"/>
                  <a:ea typeface="+mn-ea"/>
                  <a:cs typeface="+mn-cs"/>
                </a:defRPr>
              </a:lvl2pPr>
              <a:lvl3pPr marL="1219119" algn="l" defTabSz="609559" rtl="0" fontAlgn="base">
                <a:spcBef>
                  <a:spcPct val="0"/>
                </a:spcBef>
                <a:spcAft>
                  <a:spcPct val="0"/>
                </a:spcAft>
                <a:defRPr kern="1200">
                  <a:solidFill>
                    <a:schemeClr val="lt1"/>
                  </a:solidFill>
                  <a:latin typeface="+mn-lt"/>
                  <a:ea typeface="+mn-ea"/>
                  <a:cs typeface="+mn-cs"/>
                </a:defRPr>
              </a:lvl3pPr>
              <a:lvl4pPr marL="1828678" algn="l" defTabSz="609559" rtl="0" fontAlgn="base">
                <a:spcBef>
                  <a:spcPct val="0"/>
                </a:spcBef>
                <a:spcAft>
                  <a:spcPct val="0"/>
                </a:spcAft>
                <a:defRPr kern="1200">
                  <a:solidFill>
                    <a:schemeClr val="lt1"/>
                  </a:solidFill>
                  <a:latin typeface="+mn-lt"/>
                  <a:ea typeface="+mn-ea"/>
                  <a:cs typeface="+mn-cs"/>
                </a:defRPr>
              </a:lvl4pPr>
              <a:lvl5pPr marL="2438238" algn="l" defTabSz="609559" rtl="0" fontAlgn="base">
                <a:spcBef>
                  <a:spcPct val="0"/>
                </a:spcBef>
                <a:spcAft>
                  <a:spcPct val="0"/>
                </a:spcAft>
                <a:defRPr kern="1200">
                  <a:solidFill>
                    <a:schemeClr val="lt1"/>
                  </a:solidFill>
                  <a:latin typeface="+mn-lt"/>
                  <a:ea typeface="+mn-ea"/>
                  <a:cs typeface="+mn-cs"/>
                </a:defRPr>
              </a:lvl5pPr>
              <a:lvl6pPr marL="3047797" algn="l" defTabSz="609559" rtl="0" eaLnBrk="1" latinLnBrk="0" hangingPunct="1">
                <a:defRPr kern="1200">
                  <a:solidFill>
                    <a:schemeClr val="lt1"/>
                  </a:solidFill>
                  <a:latin typeface="+mn-lt"/>
                  <a:ea typeface="+mn-ea"/>
                  <a:cs typeface="+mn-cs"/>
                </a:defRPr>
              </a:lvl6pPr>
              <a:lvl7pPr marL="3657357" algn="l" defTabSz="609559" rtl="0" eaLnBrk="1" latinLnBrk="0" hangingPunct="1">
                <a:defRPr kern="1200">
                  <a:solidFill>
                    <a:schemeClr val="lt1"/>
                  </a:solidFill>
                  <a:latin typeface="+mn-lt"/>
                  <a:ea typeface="+mn-ea"/>
                  <a:cs typeface="+mn-cs"/>
                </a:defRPr>
              </a:lvl7pPr>
              <a:lvl8pPr marL="4266915" algn="l" defTabSz="609559" rtl="0" eaLnBrk="1" latinLnBrk="0" hangingPunct="1">
                <a:defRPr kern="1200">
                  <a:solidFill>
                    <a:schemeClr val="lt1"/>
                  </a:solidFill>
                  <a:latin typeface="+mn-lt"/>
                  <a:ea typeface="+mn-ea"/>
                  <a:cs typeface="+mn-cs"/>
                </a:defRPr>
              </a:lvl8pPr>
              <a:lvl9pPr marL="4876475" algn="l" defTabSz="609559" rtl="0" eaLnBrk="1" latinLnBrk="0" hangingPunct="1">
                <a:defRPr kern="1200">
                  <a:solidFill>
                    <a:schemeClr val="lt1"/>
                  </a:solidFill>
                  <a:latin typeface="+mn-lt"/>
                  <a:ea typeface="+mn-ea"/>
                  <a:cs typeface="+mn-cs"/>
                </a:defRPr>
              </a:lvl9pPr>
            </a:lstStyle>
            <a:p>
              <a:pPr algn="ctr"/>
              <a:endParaRPr lang="en-US" dirty="0"/>
            </a:p>
          </p:txBody>
        </p:sp>
        <p:sp>
          <p:nvSpPr>
            <p:cNvPr id="97" name="Rectangle 96">
              <a:extLst>
                <a:ext uri="{FF2B5EF4-FFF2-40B4-BE49-F238E27FC236}">
                  <a16:creationId xmlns:a16="http://schemas.microsoft.com/office/drawing/2014/main" id="{18BF3AE6-2266-4E78-2C3E-D91ED799C211}"/>
                </a:ext>
              </a:extLst>
            </p:cNvPr>
            <p:cNvSpPr/>
            <p:nvPr/>
          </p:nvSpPr>
          <p:spPr>
            <a:xfrm>
              <a:off x="7141266" y="5426450"/>
              <a:ext cx="61300" cy="12898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98" name="Group 97">
            <a:extLst>
              <a:ext uri="{FF2B5EF4-FFF2-40B4-BE49-F238E27FC236}">
                <a16:creationId xmlns:a16="http://schemas.microsoft.com/office/drawing/2014/main" id="{9C30A7F9-AB32-4C04-A575-5696F80F6538}"/>
              </a:ext>
            </a:extLst>
          </p:cNvPr>
          <p:cNvGrpSpPr/>
          <p:nvPr/>
        </p:nvGrpSpPr>
        <p:grpSpPr>
          <a:xfrm rot="16200000">
            <a:off x="5194727" y="5066376"/>
            <a:ext cx="172492" cy="128983"/>
            <a:chOff x="7030074" y="5426450"/>
            <a:chExt cx="172492" cy="128983"/>
          </a:xfrm>
        </p:grpSpPr>
        <p:sp>
          <p:nvSpPr>
            <p:cNvPr id="99" name="Triangle 42">
              <a:extLst>
                <a:ext uri="{FF2B5EF4-FFF2-40B4-BE49-F238E27FC236}">
                  <a16:creationId xmlns:a16="http://schemas.microsoft.com/office/drawing/2014/main" id="{401FB1D1-9FD8-18F4-5E82-51BBBA5242E3}"/>
                </a:ext>
              </a:extLst>
            </p:cNvPr>
            <p:cNvSpPr/>
            <p:nvPr/>
          </p:nvSpPr>
          <p:spPr>
            <a:xfrm rot="16200000">
              <a:off x="7021179" y="5435346"/>
              <a:ext cx="128982" cy="111191"/>
            </a:xfrm>
            <a:prstGeom prst="triangl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609559" rtl="0" fontAlgn="base">
                <a:spcBef>
                  <a:spcPct val="0"/>
                </a:spcBef>
                <a:spcAft>
                  <a:spcPct val="0"/>
                </a:spcAft>
                <a:defRPr kern="1200">
                  <a:solidFill>
                    <a:schemeClr val="lt1"/>
                  </a:solidFill>
                  <a:latin typeface="+mn-lt"/>
                  <a:ea typeface="+mn-ea"/>
                  <a:cs typeface="+mn-cs"/>
                </a:defRPr>
              </a:lvl1pPr>
              <a:lvl2pPr marL="609559" algn="l" defTabSz="609559" rtl="0" fontAlgn="base">
                <a:spcBef>
                  <a:spcPct val="0"/>
                </a:spcBef>
                <a:spcAft>
                  <a:spcPct val="0"/>
                </a:spcAft>
                <a:defRPr kern="1200">
                  <a:solidFill>
                    <a:schemeClr val="lt1"/>
                  </a:solidFill>
                  <a:latin typeface="+mn-lt"/>
                  <a:ea typeface="+mn-ea"/>
                  <a:cs typeface="+mn-cs"/>
                </a:defRPr>
              </a:lvl2pPr>
              <a:lvl3pPr marL="1219119" algn="l" defTabSz="609559" rtl="0" fontAlgn="base">
                <a:spcBef>
                  <a:spcPct val="0"/>
                </a:spcBef>
                <a:spcAft>
                  <a:spcPct val="0"/>
                </a:spcAft>
                <a:defRPr kern="1200">
                  <a:solidFill>
                    <a:schemeClr val="lt1"/>
                  </a:solidFill>
                  <a:latin typeface="+mn-lt"/>
                  <a:ea typeface="+mn-ea"/>
                  <a:cs typeface="+mn-cs"/>
                </a:defRPr>
              </a:lvl3pPr>
              <a:lvl4pPr marL="1828678" algn="l" defTabSz="609559" rtl="0" fontAlgn="base">
                <a:spcBef>
                  <a:spcPct val="0"/>
                </a:spcBef>
                <a:spcAft>
                  <a:spcPct val="0"/>
                </a:spcAft>
                <a:defRPr kern="1200">
                  <a:solidFill>
                    <a:schemeClr val="lt1"/>
                  </a:solidFill>
                  <a:latin typeface="+mn-lt"/>
                  <a:ea typeface="+mn-ea"/>
                  <a:cs typeface="+mn-cs"/>
                </a:defRPr>
              </a:lvl4pPr>
              <a:lvl5pPr marL="2438238" algn="l" defTabSz="609559" rtl="0" fontAlgn="base">
                <a:spcBef>
                  <a:spcPct val="0"/>
                </a:spcBef>
                <a:spcAft>
                  <a:spcPct val="0"/>
                </a:spcAft>
                <a:defRPr kern="1200">
                  <a:solidFill>
                    <a:schemeClr val="lt1"/>
                  </a:solidFill>
                  <a:latin typeface="+mn-lt"/>
                  <a:ea typeface="+mn-ea"/>
                  <a:cs typeface="+mn-cs"/>
                </a:defRPr>
              </a:lvl5pPr>
              <a:lvl6pPr marL="3047797" algn="l" defTabSz="609559" rtl="0" eaLnBrk="1" latinLnBrk="0" hangingPunct="1">
                <a:defRPr kern="1200">
                  <a:solidFill>
                    <a:schemeClr val="lt1"/>
                  </a:solidFill>
                  <a:latin typeface="+mn-lt"/>
                  <a:ea typeface="+mn-ea"/>
                  <a:cs typeface="+mn-cs"/>
                </a:defRPr>
              </a:lvl6pPr>
              <a:lvl7pPr marL="3657357" algn="l" defTabSz="609559" rtl="0" eaLnBrk="1" latinLnBrk="0" hangingPunct="1">
                <a:defRPr kern="1200">
                  <a:solidFill>
                    <a:schemeClr val="lt1"/>
                  </a:solidFill>
                  <a:latin typeface="+mn-lt"/>
                  <a:ea typeface="+mn-ea"/>
                  <a:cs typeface="+mn-cs"/>
                </a:defRPr>
              </a:lvl7pPr>
              <a:lvl8pPr marL="4266915" algn="l" defTabSz="609559" rtl="0" eaLnBrk="1" latinLnBrk="0" hangingPunct="1">
                <a:defRPr kern="1200">
                  <a:solidFill>
                    <a:schemeClr val="lt1"/>
                  </a:solidFill>
                  <a:latin typeface="+mn-lt"/>
                  <a:ea typeface="+mn-ea"/>
                  <a:cs typeface="+mn-cs"/>
                </a:defRPr>
              </a:lvl8pPr>
              <a:lvl9pPr marL="4876475" algn="l" defTabSz="609559" rtl="0" eaLnBrk="1" latinLnBrk="0" hangingPunct="1">
                <a:defRPr kern="1200">
                  <a:solidFill>
                    <a:schemeClr val="lt1"/>
                  </a:solidFill>
                  <a:latin typeface="+mn-lt"/>
                  <a:ea typeface="+mn-ea"/>
                  <a:cs typeface="+mn-cs"/>
                </a:defRPr>
              </a:lvl9pPr>
            </a:lstStyle>
            <a:p>
              <a:pPr algn="ctr"/>
              <a:endParaRPr lang="en-US" dirty="0"/>
            </a:p>
          </p:txBody>
        </p:sp>
        <p:sp>
          <p:nvSpPr>
            <p:cNvPr id="100" name="Rectangle 99">
              <a:extLst>
                <a:ext uri="{FF2B5EF4-FFF2-40B4-BE49-F238E27FC236}">
                  <a16:creationId xmlns:a16="http://schemas.microsoft.com/office/drawing/2014/main" id="{929A609E-C298-176F-4CE5-BA5E1014E4CF}"/>
                </a:ext>
              </a:extLst>
            </p:cNvPr>
            <p:cNvSpPr/>
            <p:nvPr/>
          </p:nvSpPr>
          <p:spPr>
            <a:xfrm>
              <a:off x="7141266" y="5426450"/>
              <a:ext cx="61300" cy="12898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cxnSp>
        <p:nvCxnSpPr>
          <p:cNvPr id="103" name="Straight Connector 102">
            <a:extLst>
              <a:ext uri="{FF2B5EF4-FFF2-40B4-BE49-F238E27FC236}">
                <a16:creationId xmlns:a16="http://schemas.microsoft.com/office/drawing/2014/main" id="{81400446-9E95-54E6-47B3-77B3FBF59631}"/>
              </a:ext>
            </a:extLst>
          </p:cNvPr>
          <p:cNvCxnSpPr>
            <a:cxnSpLocks/>
          </p:cNvCxnSpPr>
          <p:nvPr/>
        </p:nvCxnSpPr>
        <p:spPr>
          <a:xfrm>
            <a:off x="1862484" y="2213461"/>
            <a:ext cx="93600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6EFDBF36-3602-E3A1-6264-0B17C9D48E9D}"/>
              </a:ext>
            </a:extLst>
          </p:cNvPr>
          <p:cNvSpPr txBox="1"/>
          <p:nvPr/>
        </p:nvSpPr>
        <p:spPr>
          <a:xfrm>
            <a:off x="10197902" y="2152355"/>
            <a:ext cx="1686861" cy="738664"/>
          </a:xfrm>
          <a:prstGeom prst="rect">
            <a:avLst/>
          </a:prstGeom>
          <a:noFill/>
        </p:spPr>
        <p:txBody>
          <a:bodyPr wrap="square" rtlCol="0">
            <a:spAutoFit/>
          </a:bodyPr>
          <a:lstStyle/>
          <a:p>
            <a:pPr algn="ctr"/>
            <a:r>
              <a:rPr lang="en-GB" sz="1200" b="1" dirty="0">
                <a:latin typeface="+mn-lt"/>
              </a:rPr>
              <a:t>cc003989</a:t>
            </a:r>
          </a:p>
          <a:p>
            <a:pPr algn="ctr"/>
            <a:r>
              <a:rPr lang="nn-NO" sz="1000" dirty="0">
                <a:latin typeface="+mn-lt"/>
              </a:rPr>
              <a:t>Cisco Meraki Webinar for SMB 23</a:t>
            </a:r>
          </a:p>
          <a:p>
            <a:pPr algn="ctr"/>
            <a:r>
              <a:rPr lang="en-GB" sz="1000" i="1" dirty="0">
                <a:solidFill>
                  <a:schemeClr val="accent3">
                    <a:lumMod val="60000"/>
                    <a:lumOff val="40000"/>
                  </a:schemeClr>
                </a:solidFill>
                <a:latin typeface="+mn-lt"/>
              </a:rPr>
              <a:t>Power Hybrid Work</a:t>
            </a:r>
          </a:p>
        </p:txBody>
      </p:sp>
      <p:sp>
        <p:nvSpPr>
          <p:cNvPr id="105" name="TextBox 104">
            <a:extLst>
              <a:ext uri="{FF2B5EF4-FFF2-40B4-BE49-F238E27FC236}">
                <a16:creationId xmlns:a16="http://schemas.microsoft.com/office/drawing/2014/main" id="{5F02F1CA-3A29-8E79-C0C0-314AAEBF094F}"/>
              </a:ext>
            </a:extLst>
          </p:cNvPr>
          <p:cNvSpPr txBox="1"/>
          <p:nvPr/>
        </p:nvSpPr>
        <p:spPr>
          <a:xfrm>
            <a:off x="10197902" y="3783873"/>
            <a:ext cx="1686861" cy="276999"/>
          </a:xfrm>
          <a:prstGeom prst="rect">
            <a:avLst/>
          </a:prstGeom>
          <a:noFill/>
        </p:spPr>
        <p:txBody>
          <a:bodyPr wrap="square" rtlCol="0">
            <a:spAutoFit/>
          </a:bodyPr>
          <a:lstStyle/>
          <a:p>
            <a:pPr algn="ctr"/>
            <a:r>
              <a:rPr lang="en-GB" sz="1200" b="1" dirty="0">
                <a:latin typeface="+mn-lt"/>
              </a:rPr>
              <a:t>Page</a:t>
            </a:r>
          </a:p>
        </p:txBody>
      </p:sp>
      <p:sp>
        <p:nvSpPr>
          <p:cNvPr id="106" name="TextBox 105">
            <a:extLst>
              <a:ext uri="{FF2B5EF4-FFF2-40B4-BE49-F238E27FC236}">
                <a16:creationId xmlns:a16="http://schemas.microsoft.com/office/drawing/2014/main" id="{EDDF467C-51F9-601C-F19E-69A9A8EDB5F5}"/>
              </a:ext>
            </a:extLst>
          </p:cNvPr>
          <p:cNvSpPr txBox="1"/>
          <p:nvPr/>
        </p:nvSpPr>
        <p:spPr>
          <a:xfrm>
            <a:off x="10197902" y="4063767"/>
            <a:ext cx="1686861" cy="892552"/>
          </a:xfrm>
          <a:prstGeom prst="rect">
            <a:avLst/>
          </a:prstGeom>
          <a:noFill/>
        </p:spPr>
        <p:txBody>
          <a:bodyPr wrap="square" rtlCol="0">
            <a:spAutoFit/>
          </a:bodyPr>
          <a:lstStyle/>
          <a:p>
            <a:pPr algn="ctr"/>
            <a:r>
              <a:rPr lang="en-GB" sz="1200" b="1" dirty="0">
                <a:latin typeface="+mn-lt"/>
              </a:rPr>
              <a:t>trlsc027054</a:t>
            </a:r>
            <a:r>
              <a:rPr lang="en-GB" sz="1200" b="0" i="0" dirty="0">
                <a:solidFill>
                  <a:srgbClr val="1A1AA6"/>
                </a:solidFill>
                <a:effectLst/>
                <a:latin typeface="Courier New" panose="02070309020205020404" pitchFamily="49" charset="0"/>
              </a:rPr>
              <a:t> </a:t>
            </a:r>
          </a:p>
          <a:p>
            <a:pPr algn="ctr"/>
            <a:r>
              <a:rPr lang="en-US" sz="1000" dirty="0">
                <a:latin typeface="+mn-lt"/>
              </a:rPr>
              <a:t>Cisco Secure Firewall Free Trial Security</a:t>
            </a:r>
          </a:p>
          <a:p>
            <a:pPr algn="ctr"/>
            <a:r>
              <a:rPr lang="en-US" sz="1000" i="1" dirty="0">
                <a:solidFill>
                  <a:schemeClr val="accent3">
                    <a:lumMod val="60000"/>
                    <a:lumOff val="40000"/>
                  </a:schemeClr>
                </a:solidFill>
                <a:latin typeface="+mn-lt"/>
              </a:rPr>
              <a:t>Secure the Enterprise</a:t>
            </a:r>
          </a:p>
          <a:p>
            <a:pPr algn="ctr"/>
            <a:endParaRPr lang="en-GB" sz="1000" dirty="0">
              <a:latin typeface="+mn-lt"/>
            </a:endParaRPr>
          </a:p>
        </p:txBody>
      </p:sp>
      <p:cxnSp>
        <p:nvCxnSpPr>
          <p:cNvPr id="107" name="Straight Connector 106">
            <a:extLst>
              <a:ext uri="{FF2B5EF4-FFF2-40B4-BE49-F238E27FC236}">
                <a16:creationId xmlns:a16="http://schemas.microsoft.com/office/drawing/2014/main" id="{1104854D-630A-6F19-6D68-4CF3C9F414FF}"/>
              </a:ext>
            </a:extLst>
          </p:cNvPr>
          <p:cNvCxnSpPr>
            <a:cxnSpLocks/>
          </p:cNvCxnSpPr>
          <p:nvPr/>
        </p:nvCxnSpPr>
        <p:spPr>
          <a:xfrm>
            <a:off x="8284235" y="4391368"/>
            <a:ext cx="97200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EB4A5AB9-021A-CF35-CF20-8361C7DBA6C7}"/>
              </a:ext>
            </a:extLst>
          </p:cNvPr>
          <p:cNvSpPr txBox="1"/>
          <p:nvPr/>
        </p:nvSpPr>
        <p:spPr>
          <a:xfrm>
            <a:off x="10197902" y="5746859"/>
            <a:ext cx="1686861" cy="276999"/>
          </a:xfrm>
          <a:prstGeom prst="rect">
            <a:avLst/>
          </a:prstGeom>
          <a:noFill/>
        </p:spPr>
        <p:txBody>
          <a:bodyPr wrap="square" rtlCol="0">
            <a:spAutoFit/>
          </a:bodyPr>
          <a:lstStyle/>
          <a:p>
            <a:pPr algn="ctr"/>
            <a:r>
              <a:rPr lang="en-GB" sz="1200" b="1" dirty="0">
                <a:latin typeface="+mn-lt"/>
              </a:rPr>
              <a:t>URL</a:t>
            </a:r>
          </a:p>
        </p:txBody>
      </p:sp>
      <p:sp>
        <p:nvSpPr>
          <p:cNvPr id="111" name="TextBox 110">
            <a:extLst>
              <a:ext uri="{FF2B5EF4-FFF2-40B4-BE49-F238E27FC236}">
                <a16:creationId xmlns:a16="http://schemas.microsoft.com/office/drawing/2014/main" id="{03DDC97E-04AB-42E8-8445-3B7178A4E837}"/>
              </a:ext>
            </a:extLst>
          </p:cNvPr>
          <p:cNvSpPr txBox="1"/>
          <p:nvPr/>
        </p:nvSpPr>
        <p:spPr>
          <a:xfrm>
            <a:off x="10067092" y="6026751"/>
            <a:ext cx="1948481" cy="430887"/>
          </a:xfrm>
          <a:prstGeom prst="rect">
            <a:avLst/>
          </a:prstGeom>
          <a:noFill/>
        </p:spPr>
        <p:txBody>
          <a:bodyPr wrap="square" rtlCol="0">
            <a:spAutoFit/>
          </a:bodyPr>
          <a:lstStyle/>
          <a:p>
            <a:pPr algn="ctr"/>
            <a:r>
              <a:rPr lang="en-GB" sz="1200" b="1" dirty="0">
                <a:latin typeface="+mn-lt"/>
              </a:rPr>
              <a:t>odicdc000509</a:t>
            </a:r>
            <a:r>
              <a:rPr lang="en-GB" sz="1200" b="0" i="0" dirty="0">
                <a:solidFill>
                  <a:srgbClr val="1A1AA6"/>
                </a:solidFill>
                <a:effectLst/>
                <a:latin typeface="Courier New" panose="02070309020205020404" pitchFamily="49" charset="0"/>
              </a:rPr>
              <a:t> </a:t>
            </a:r>
          </a:p>
          <a:p>
            <a:pPr algn="ctr"/>
            <a:r>
              <a:rPr lang="en-US" sz="1000" dirty="0">
                <a:latin typeface="+mn-lt"/>
              </a:rPr>
              <a:t>Owned - Display - Cisco.com</a:t>
            </a:r>
            <a:endParaRPr lang="en-GB" sz="1000" dirty="0">
              <a:latin typeface="+mn-lt"/>
            </a:endParaRPr>
          </a:p>
        </p:txBody>
      </p:sp>
      <p:pic>
        <p:nvPicPr>
          <p:cNvPr id="122" name="Picture 121">
            <a:extLst>
              <a:ext uri="{FF2B5EF4-FFF2-40B4-BE49-F238E27FC236}">
                <a16:creationId xmlns:a16="http://schemas.microsoft.com/office/drawing/2014/main" id="{D34EEFDB-DEF9-119F-DF62-CE63EC649CB1}"/>
              </a:ext>
            </a:extLst>
          </p:cNvPr>
          <p:cNvPicPr>
            <a:picLocks noChangeAspect="1"/>
          </p:cNvPicPr>
          <p:nvPr/>
        </p:nvPicPr>
        <p:blipFill>
          <a:blip r:embed="rId7"/>
          <a:stretch>
            <a:fillRect/>
          </a:stretch>
        </p:blipFill>
        <p:spPr>
          <a:xfrm>
            <a:off x="313205" y="1419657"/>
            <a:ext cx="1028048" cy="1184368"/>
          </a:xfrm>
          <a:prstGeom prst="rect">
            <a:avLst/>
          </a:prstGeom>
        </p:spPr>
      </p:pic>
      <p:grpSp>
        <p:nvGrpSpPr>
          <p:cNvPr id="123" name="Group 122">
            <a:extLst>
              <a:ext uri="{FF2B5EF4-FFF2-40B4-BE49-F238E27FC236}">
                <a16:creationId xmlns:a16="http://schemas.microsoft.com/office/drawing/2014/main" id="{341F7AD9-6E64-9C22-5237-CFDF8D37763F}"/>
              </a:ext>
            </a:extLst>
          </p:cNvPr>
          <p:cNvGrpSpPr/>
          <p:nvPr/>
        </p:nvGrpSpPr>
        <p:grpSpPr>
          <a:xfrm flipH="1">
            <a:off x="1440984" y="2113995"/>
            <a:ext cx="172492" cy="128983"/>
            <a:chOff x="7030074" y="5426450"/>
            <a:chExt cx="172492" cy="128983"/>
          </a:xfrm>
        </p:grpSpPr>
        <p:sp>
          <p:nvSpPr>
            <p:cNvPr id="124" name="Triangle 42">
              <a:extLst>
                <a:ext uri="{FF2B5EF4-FFF2-40B4-BE49-F238E27FC236}">
                  <a16:creationId xmlns:a16="http://schemas.microsoft.com/office/drawing/2014/main" id="{9B354B70-D347-CEF4-CC0B-2984215B7933}"/>
                </a:ext>
              </a:extLst>
            </p:cNvPr>
            <p:cNvSpPr/>
            <p:nvPr/>
          </p:nvSpPr>
          <p:spPr>
            <a:xfrm rot="16200000">
              <a:off x="7021179" y="5435346"/>
              <a:ext cx="128982" cy="111191"/>
            </a:xfrm>
            <a:prstGeom prst="triangl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609559" rtl="0" fontAlgn="base">
                <a:spcBef>
                  <a:spcPct val="0"/>
                </a:spcBef>
                <a:spcAft>
                  <a:spcPct val="0"/>
                </a:spcAft>
                <a:defRPr kern="1200">
                  <a:solidFill>
                    <a:schemeClr val="lt1"/>
                  </a:solidFill>
                  <a:latin typeface="+mn-lt"/>
                  <a:ea typeface="+mn-ea"/>
                  <a:cs typeface="+mn-cs"/>
                </a:defRPr>
              </a:lvl1pPr>
              <a:lvl2pPr marL="609559" algn="l" defTabSz="609559" rtl="0" fontAlgn="base">
                <a:spcBef>
                  <a:spcPct val="0"/>
                </a:spcBef>
                <a:spcAft>
                  <a:spcPct val="0"/>
                </a:spcAft>
                <a:defRPr kern="1200">
                  <a:solidFill>
                    <a:schemeClr val="lt1"/>
                  </a:solidFill>
                  <a:latin typeface="+mn-lt"/>
                  <a:ea typeface="+mn-ea"/>
                  <a:cs typeface="+mn-cs"/>
                </a:defRPr>
              </a:lvl2pPr>
              <a:lvl3pPr marL="1219119" algn="l" defTabSz="609559" rtl="0" fontAlgn="base">
                <a:spcBef>
                  <a:spcPct val="0"/>
                </a:spcBef>
                <a:spcAft>
                  <a:spcPct val="0"/>
                </a:spcAft>
                <a:defRPr kern="1200">
                  <a:solidFill>
                    <a:schemeClr val="lt1"/>
                  </a:solidFill>
                  <a:latin typeface="+mn-lt"/>
                  <a:ea typeface="+mn-ea"/>
                  <a:cs typeface="+mn-cs"/>
                </a:defRPr>
              </a:lvl3pPr>
              <a:lvl4pPr marL="1828678" algn="l" defTabSz="609559" rtl="0" fontAlgn="base">
                <a:spcBef>
                  <a:spcPct val="0"/>
                </a:spcBef>
                <a:spcAft>
                  <a:spcPct val="0"/>
                </a:spcAft>
                <a:defRPr kern="1200">
                  <a:solidFill>
                    <a:schemeClr val="lt1"/>
                  </a:solidFill>
                  <a:latin typeface="+mn-lt"/>
                  <a:ea typeface="+mn-ea"/>
                  <a:cs typeface="+mn-cs"/>
                </a:defRPr>
              </a:lvl4pPr>
              <a:lvl5pPr marL="2438238" algn="l" defTabSz="609559" rtl="0" fontAlgn="base">
                <a:spcBef>
                  <a:spcPct val="0"/>
                </a:spcBef>
                <a:spcAft>
                  <a:spcPct val="0"/>
                </a:spcAft>
                <a:defRPr kern="1200">
                  <a:solidFill>
                    <a:schemeClr val="lt1"/>
                  </a:solidFill>
                  <a:latin typeface="+mn-lt"/>
                  <a:ea typeface="+mn-ea"/>
                  <a:cs typeface="+mn-cs"/>
                </a:defRPr>
              </a:lvl5pPr>
              <a:lvl6pPr marL="3047797" algn="l" defTabSz="609559" rtl="0" eaLnBrk="1" latinLnBrk="0" hangingPunct="1">
                <a:defRPr kern="1200">
                  <a:solidFill>
                    <a:schemeClr val="lt1"/>
                  </a:solidFill>
                  <a:latin typeface="+mn-lt"/>
                  <a:ea typeface="+mn-ea"/>
                  <a:cs typeface="+mn-cs"/>
                </a:defRPr>
              </a:lvl6pPr>
              <a:lvl7pPr marL="3657357" algn="l" defTabSz="609559" rtl="0" eaLnBrk="1" latinLnBrk="0" hangingPunct="1">
                <a:defRPr kern="1200">
                  <a:solidFill>
                    <a:schemeClr val="lt1"/>
                  </a:solidFill>
                  <a:latin typeface="+mn-lt"/>
                  <a:ea typeface="+mn-ea"/>
                  <a:cs typeface="+mn-cs"/>
                </a:defRPr>
              </a:lvl7pPr>
              <a:lvl8pPr marL="4266915" algn="l" defTabSz="609559" rtl="0" eaLnBrk="1" latinLnBrk="0" hangingPunct="1">
                <a:defRPr kern="1200">
                  <a:solidFill>
                    <a:schemeClr val="lt1"/>
                  </a:solidFill>
                  <a:latin typeface="+mn-lt"/>
                  <a:ea typeface="+mn-ea"/>
                  <a:cs typeface="+mn-cs"/>
                </a:defRPr>
              </a:lvl8pPr>
              <a:lvl9pPr marL="4876475" algn="l" defTabSz="609559" rtl="0" eaLnBrk="1" latinLnBrk="0" hangingPunct="1">
                <a:defRPr kern="1200">
                  <a:solidFill>
                    <a:schemeClr val="lt1"/>
                  </a:solidFill>
                  <a:latin typeface="+mn-lt"/>
                  <a:ea typeface="+mn-ea"/>
                  <a:cs typeface="+mn-cs"/>
                </a:defRPr>
              </a:lvl9pPr>
            </a:lstStyle>
            <a:p>
              <a:pPr algn="ctr"/>
              <a:endParaRPr lang="en-US" dirty="0"/>
            </a:p>
          </p:txBody>
        </p:sp>
        <p:sp>
          <p:nvSpPr>
            <p:cNvPr id="125" name="Rectangle 124">
              <a:extLst>
                <a:ext uri="{FF2B5EF4-FFF2-40B4-BE49-F238E27FC236}">
                  <a16:creationId xmlns:a16="http://schemas.microsoft.com/office/drawing/2014/main" id="{4C7BFD24-E6FB-202F-43D0-C2D78ABE1D70}"/>
                </a:ext>
              </a:extLst>
            </p:cNvPr>
            <p:cNvSpPr/>
            <p:nvPr/>
          </p:nvSpPr>
          <p:spPr>
            <a:xfrm>
              <a:off x="7141266" y="5426450"/>
              <a:ext cx="61300" cy="12898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126" name="Group 125">
            <a:extLst>
              <a:ext uri="{FF2B5EF4-FFF2-40B4-BE49-F238E27FC236}">
                <a16:creationId xmlns:a16="http://schemas.microsoft.com/office/drawing/2014/main" id="{6936ED34-68FC-0FE0-244C-EA685E499FDE}"/>
              </a:ext>
            </a:extLst>
          </p:cNvPr>
          <p:cNvGrpSpPr>
            <a:grpSpLocks noChangeAspect="1"/>
          </p:cNvGrpSpPr>
          <p:nvPr/>
        </p:nvGrpSpPr>
        <p:grpSpPr>
          <a:xfrm>
            <a:off x="122370" y="824230"/>
            <a:ext cx="582929" cy="645716"/>
            <a:chOff x="1727163" y="3952735"/>
            <a:chExt cx="1138795" cy="1261454"/>
          </a:xfrm>
        </p:grpSpPr>
        <p:grpSp>
          <p:nvGrpSpPr>
            <p:cNvPr id="127" name="Group 20">
              <a:extLst>
                <a:ext uri="{FF2B5EF4-FFF2-40B4-BE49-F238E27FC236}">
                  <a16:creationId xmlns:a16="http://schemas.microsoft.com/office/drawing/2014/main" id="{9057AF08-0059-857C-D92D-F79D3CF15C44}"/>
                </a:ext>
              </a:extLst>
            </p:cNvPr>
            <p:cNvGrpSpPr>
              <a:grpSpLocks noChangeAspect="1"/>
            </p:cNvGrpSpPr>
            <p:nvPr/>
          </p:nvGrpSpPr>
          <p:grpSpPr bwMode="auto">
            <a:xfrm>
              <a:off x="1727163" y="3952735"/>
              <a:ext cx="1138795" cy="1261454"/>
              <a:chOff x="2289" y="966"/>
              <a:chExt cx="1179" cy="1306"/>
            </a:xfrm>
          </p:grpSpPr>
          <p:sp>
            <p:nvSpPr>
              <p:cNvPr id="135" name="Freeform 21">
                <a:extLst>
                  <a:ext uri="{FF2B5EF4-FFF2-40B4-BE49-F238E27FC236}">
                    <a16:creationId xmlns:a16="http://schemas.microsoft.com/office/drawing/2014/main" id="{FDBA7386-27F5-4DFA-98CF-C68D47809D45}"/>
                  </a:ext>
                </a:extLst>
              </p:cNvPr>
              <p:cNvSpPr>
                <a:spLocks noEditPoints="1"/>
              </p:cNvSpPr>
              <p:nvPr/>
            </p:nvSpPr>
            <p:spPr bwMode="auto">
              <a:xfrm>
                <a:off x="2289" y="1122"/>
                <a:ext cx="1179" cy="1150"/>
              </a:xfrm>
              <a:custGeom>
                <a:avLst/>
                <a:gdLst>
                  <a:gd name="T0" fmla="*/ 69 w 496"/>
                  <a:gd name="T1" fmla="*/ 444 h 484"/>
                  <a:gd name="T2" fmla="*/ 40 w 496"/>
                  <a:gd name="T3" fmla="*/ 414 h 484"/>
                  <a:gd name="T4" fmla="*/ 40 w 496"/>
                  <a:gd name="T5" fmla="*/ 100 h 484"/>
                  <a:gd name="T6" fmla="*/ 456 w 496"/>
                  <a:gd name="T7" fmla="*/ 100 h 484"/>
                  <a:gd name="T8" fmla="*/ 456 w 496"/>
                  <a:gd name="T9" fmla="*/ 414 h 484"/>
                  <a:gd name="T10" fmla="*/ 427 w 496"/>
                  <a:gd name="T11" fmla="*/ 444 h 484"/>
                  <a:gd name="T12" fmla="*/ 69 w 496"/>
                  <a:gd name="T13" fmla="*/ 444 h 484"/>
                  <a:gd name="T14" fmla="*/ 427 w 496"/>
                  <a:gd name="T15" fmla="*/ 0 h 484"/>
                  <a:gd name="T16" fmla="*/ 364 w 496"/>
                  <a:gd name="T17" fmla="*/ 0 h 484"/>
                  <a:gd name="T18" fmla="*/ 364 w 496"/>
                  <a:gd name="T19" fmla="*/ 40 h 484"/>
                  <a:gd name="T20" fmla="*/ 338 w 496"/>
                  <a:gd name="T21" fmla="*/ 66 h 484"/>
                  <a:gd name="T22" fmla="*/ 312 w 496"/>
                  <a:gd name="T23" fmla="*/ 40 h 484"/>
                  <a:gd name="T24" fmla="*/ 312 w 496"/>
                  <a:gd name="T25" fmla="*/ 0 h 484"/>
                  <a:gd name="T26" fmla="*/ 184 w 496"/>
                  <a:gd name="T27" fmla="*/ 0 h 484"/>
                  <a:gd name="T28" fmla="*/ 184 w 496"/>
                  <a:gd name="T29" fmla="*/ 40 h 484"/>
                  <a:gd name="T30" fmla="*/ 158 w 496"/>
                  <a:gd name="T31" fmla="*/ 66 h 484"/>
                  <a:gd name="T32" fmla="*/ 132 w 496"/>
                  <a:gd name="T33" fmla="*/ 40 h 484"/>
                  <a:gd name="T34" fmla="*/ 132 w 496"/>
                  <a:gd name="T35" fmla="*/ 0 h 484"/>
                  <a:gd name="T36" fmla="*/ 69 w 496"/>
                  <a:gd name="T37" fmla="*/ 0 h 484"/>
                  <a:gd name="T38" fmla="*/ 0 w 496"/>
                  <a:gd name="T39" fmla="*/ 69 h 484"/>
                  <a:gd name="T40" fmla="*/ 0 w 496"/>
                  <a:gd name="T41" fmla="*/ 73 h 484"/>
                  <a:gd name="T42" fmla="*/ 0 w 496"/>
                  <a:gd name="T43" fmla="*/ 100 h 484"/>
                  <a:gd name="T44" fmla="*/ 0 w 496"/>
                  <a:gd name="T45" fmla="*/ 414 h 484"/>
                  <a:gd name="T46" fmla="*/ 69 w 496"/>
                  <a:gd name="T47" fmla="*/ 484 h 484"/>
                  <a:gd name="T48" fmla="*/ 427 w 496"/>
                  <a:gd name="T49" fmla="*/ 484 h 484"/>
                  <a:gd name="T50" fmla="*/ 496 w 496"/>
                  <a:gd name="T51" fmla="*/ 414 h 484"/>
                  <a:gd name="T52" fmla="*/ 496 w 496"/>
                  <a:gd name="T53" fmla="*/ 100 h 484"/>
                  <a:gd name="T54" fmla="*/ 496 w 496"/>
                  <a:gd name="T55" fmla="*/ 73 h 484"/>
                  <a:gd name="T56" fmla="*/ 496 w 496"/>
                  <a:gd name="T57" fmla="*/ 69 h 484"/>
                  <a:gd name="T58" fmla="*/ 427 w 496"/>
                  <a:gd name="T59" fmla="*/ 0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96" h="484">
                    <a:moveTo>
                      <a:pt x="69" y="444"/>
                    </a:moveTo>
                    <a:cubicBezTo>
                      <a:pt x="53" y="444"/>
                      <a:pt x="40" y="431"/>
                      <a:pt x="40" y="414"/>
                    </a:cubicBezTo>
                    <a:cubicBezTo>
                      <a:pt x="40" y="100"/>
                      <a:pt x="40" y="100"/>
                      <a:pt x="40" y="100"/>
                    </a:cubicBezTo>
                    <a:cubicBezTo>
                      <a:pt x="456" y="100"/>
                      <a:pt x="456" y="100"/>
                      <a:pt x="456" y="100"/>
                    </a:cubicBezTo>
                    <a:cubicBezTo>
                      <a:pt x="456" y="414"/>
                      <a:pt x="456" y="414"/>
                      <a:pt x="456" y="414"/>
                    </a:cubicBezTo>
                    <a:cubicBezTo>
                      <a:pt x="456" y="431"/>
                      <a:pt x="443" y="444"/>
                      <a:pt x="427" y="444"/>
                    </a:cubicBezTo>
                    <a:cubicBezTo>
                      <a:pt x="69" y="444"/>
                      <a:pt x="69" y="444"/>
                      <a:pt x="69" y="444"/>
                    </a:cubicBezTo>
                    <a:moveTo>
                      <a:pt x="427" y="0"/>
                    </a:moveTo>
                    <a:cubicBezTo>
                      <a:pt x="364" y="0"/>
                      <a:pt x="364" y="0"/>
                      <a:pt x="364" y="0"/>
                    </a:cubicBezTo>
                    <a:cubicBezTo>
                      <a:pt x="364" y="40"/>
                      <a:pt x="364" y="40"/>
                      <a:pt x="364" y="40"/>
                    </a:cubicBezTo>
                    <a:cubicBezTo>
                      <a:pt x="364" y="54"/>
                      <a:pt x="352" y="66"/>
                      <a:pt x="338" y="66"/>
                    </a:cubicBezTo>
                    <a:cubicBezTo>
                      <a:pt x="324" y="66"/>
                      <a:pt x="312" y="54"/>
                      <a:pt x="312" y="40"/>
                    </a:cubicBezTo>
                    <a:cubicBezTo>
                      <a:pt x="312" y="0"/>
                      <a:pt x="312" y="0"/>
                      <a:pt x="312" y="0"/>
                    </a:cubicBezTo>
                    <a:cubicBezTo>
                      <a:pt x="184" y="0"/>
                      <a:pt x="184" y="0"/>
                      <a:pt x="184" y="0"/>
                    </a:cubicBezTo>
                    <a:cubicBezTo>
                      <a:pt x="184" y="40"/>
                      <a:pt x="184" y="40"/>
                      <a:pt x="184" y="40"/>
                    </a:cubicBezTo>
                    <a:cubicBezTo>
                      <a:pt x="184" y="54"/>
                      <a:pt x="172" y="66"/>
                      <a:pt x="158" y="66"/>
                    </a:cubicBezTo>
                    <a:cubicBezTo>
                      <a:pt x="144" y="66"/>
                      <a:pt x="132" y="54"/>
                      <a:pt x="132" y="40"/>
                    </a:cubicBezTo>
                    <a:cubicBezTo>
                      <a:pt x="132" y="0"/>
                      <a:pt x="132" y="0"/>
                      <a:pt x="132" y="0"/>
                    </a:cubicBezTo>
                    <a:cubicBezTo>
                      <a:pt x="69" y="0"/>
                      <a:pt x="69" y="0"/>
                      <a:pt x="69" y="0"/>
                    </a:cubicBezTo>
                    <a:cubicBezTo>
                      <a:pt x="31" y="0"/>
                      <a:pt x="0" y="31"/>
                      <a:pt x="0" y="69"/>
                    </a:cubicBezTo>
                    <a:cubicBezTo>
                      <a:pt x="0" y="73"/>
                      <a:pt x="0" y="73"/>
                      <a:pt x="0" y="73"/>
                    </a:cubicBezTo>
                    <a:cubicBezTo>
                      <a:pt x="0" y="100"/>
                      <a:pt x="0" y="100"/>
                      <a:pt x="0" y="100"/>
                    </a:cubicBezTo>
                    <a:cubicBezTo>
                      <a:pt x="0" y="414"/>
                      <a:pt x="0" y="414"/>
                      <a:pt x="0" y="414"/>
                    </a:cubicBezTo>
                    <a:cubicBezTo>
                      <a:pt x="0" y="453"/>
                      <a:pt x="31" y="484"/>
                      <a:pt x="69" y="484"/>
                    </a:cubicBezTo>
                    <a:cubicBezTo>
                      <a:pt x="427" y="484"/>
                      <a:pt x="427" y="484"/>
                      <a:pt x="427" y="484"/>
                    </a:cubicBezTo>
                    <a:cubicBezTo>
                      <a:pt x="465" y="484"/>
                      <a:pt x="496" y="453"/>
                      <a:pt x="496" y="414"/>
                    </a:cubicBezTo>
                    <a:cubicBezTo>
                      <a:pt x="496" y="100"/>
                      <a:pt x="496" y="100"/>
                      <a:pt x="496" y="100"/>
                    </a:cubicBezTo>
                    <a:cubicBezTo>
                      <a:pt x="496" y="73"/>
                      <a:pt x="496" y="73"/>
                      <a:pt x="496" y="73"/>
                    </a:cubicBezTo>
                    <a:cubicBezTo>
                      <a:pt x="496" y="69"/>
                      <a:pt x="496" y="69"/>
                      <a:pt x="496" y="69"/>
                    </a:cubicBezTo>
                    <a:cubicBezTo>
                      <a:pt x="496" y="31"/>
                      <a:pt x="465" y="0"/>
                      <a:pt x="427" y="0"/>
                    </a:cubicBezTo>
                  </a:path>
                </a:pathLst>
              </a:custGeom>
              <a:solidFill>
                <a:schemeClr val="accent1"/>
              </a:solidFill>
              <a:ln w="317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6" name="Freeform 22">
                <a:extLst>
                  <a:ext uri="{FF2B5EF4-FFF2-40B4-BE49-F238E27FC236}">
                    <a16:creationId xmlns:a16="http://schemas.microsoft.com/office/drawing/2014/main" id="{3AB5FE3D-8EF7-A242-4649-CFDD8024977A}"/>
                  </a:ext>
                </a:extLst>
              </p:cNvPr>
              <p:cNvSpPr>
                <a:spLocks/>
              </p:cNvSpPr>
              <p:nvPr/>
            </p:nvSpPr>
            <p:spPr bwMode="auto">
              <a:xfrm>
                <a:off x="2603" y="966"/>
                <a:ext cx="124" cy="156"/>
              </a:xfrm>
              <a:custGeom>
                <a:avLst/>
                <a:gdLst>
                  <a:gd name="T0" fmla="*/ 26 w 52"/>
                  <a:gd name="T1" fmla="*/ 0 h 66"/>
                  <a:gd name="T2" fmla="*/ 0 w 52"/>
                  <a:gd name="T3" fmla="*/ 26 h 66"/>
                  <a:gd name="T4" fmla="*/ 0 w 52"/>
                  <a:gd name="T5" fmla="*/ 66 h 66"/>
                  <a:gd name="T6" fmla="*/ 52 w 52"/>
                  <a:gd name="T7" fmla="*/ 66 h 66"/>
                  <a:gd name="T8" fmla="*/ 52 w 52"/>
                  <a:gd name="T9" fmla="*/ 26 h 66"/>
                  <a:gd name="T10" fmla="*/ 26 w 52"/>
                  <a:gd name="T11" fmla="*/ 0 h 66"/>
                </a:gdLst>
                <a:ahLst/>
                <a:cxnLst>
                  <a:cxn ang="0">
                    <a:pos x="T0" y="T1"/>
                  </a:cxn>
                  <a:cxn ang="0">
                    <a:pos x="T2" y="T3"/>
                  </a:cxn>
                  <a:cxn ang="0">
                    <a:pos x="T4" y="T5"/>
                  </a:cxn>
                  <a:cxn ang="0">
                    <a:pos x="T6" y="T7"/>
                  </a:cxn>
                  <a:cxn ang="0">
                    <a:pos x="T8" y="T9"/>
                  </a:cxn>
                  <a:cxn ang="0">
                    <a:pos x="T10" y="T11"/>
                  </a:cxn>
                </a:cxnLst>
                <a:rect l="0" t="0" r="r" b="b"/>
                <a:pathLst>
                  <a:path w="52" h="66">
                    <a:moveTo>
                      <a:pt x="26" y="0"/>
                    </a:moveTo>
                    <a:cubicBezTo>
                      <a:pt x="12" y="0"/>
                      <a:pt x="0" y="11"/>
                      <a:pt x="0" y="26"/>
                    </a:cubicBezTo>
                    <a:cubicBezTo>
                      <a:pt x="0" y="66"/>
                      <a:pt x="0" y="66"/>
                      <a:pt x="0" y="66"/>
                    </a:cubicBezTo>
                    <a:cubicBezTo>
                      <a:pt x="52" y="66"/>
                      <a:pt x="52" y="66"/>
                      <a:pt x="52" y="66"/>
                    </a:cubicBezTo>
                    <a:cubicBezTo>
                      <a:pt x="52" y="26"/>
                      <a:pt x="52" y="26"/>
                      <a:pt x="52" y="26"/>
                    </a:cubicBezTo>
                    <a:cubicBezTo>
                      <a:pt x="52" y="11"/>
                      <a:pt x="40" y="0"/>
                      <a:pt x="26" y="0"/>
                    </a:cubicBezTo>
                  </a:path>
                </a:pathLst>
              </a:custGeom>
              <a:solidFill>
                <a:srgbClr val="00BBEA"/>
              </a:solidFill>
              <a:ln w="317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7" name="Freeform 23">
                <a:extLst>
                  <a:ext uri="{FF2B5EF4-FFF2-40B4-BE49-F238E27FC236}">
                    <a16:creationId xmlns:a16="http://schemas.microsoft.com/office/drawing/2014/main" id="{F3D5FD8E-E910-87FA-F05A-9A33C40F012D}"/>
                  </a:ext>
                </a:extLst>
              </p:cNvPr>
              <p:cNvSpPr>
                <a:spLocks/>
              </p:cNvSpPr>
              <p:nvPr/>
            </p:nvSpPr>
            <p:spPr bwMode="auto">
              <a:xfrm>
                <a:off x="2603" y="1122"/>
                <a:ext cx="124" cy="157"/>
              </a:xfrm>
              <a:custGeom>
                <a:avLst/>
                <a:gdLst>
                  <a:gd name="T0" fmla="*/ 52 w 52"/>
                  <a:gd name="T1" fmla="*/ 0 h 66"/>
                  <a:gd name="T2" fmla="*/ 0 w 52"/>
                  <a:gd name="T3" fmla="*/ 0 h 66"/>
                  <a:gd name="T4" fmla="*/ 0 w 52"/>
                  <a:gd name="T5" fmla="*/ 40 h 66"/>
                  <a:gd name="T6" fmla="*/ 26 w 52"/>
                  <a:gd name="T7" fmla="*/ 66 h 66"/>
                  <a:gd name="T8" fmla="*/ 52 w 52"/>
                  <a:gd name="T9" fmla="*/ 40 h 66"/>
                  <a:gd name="T10" fmla="*/ 52 w 52"/>
                  <a:gd name="T11" fmla="*/ 0 h 66"/>
                </a:gdLst>
                <a:ahLst/>
                <a:cxnLst>
                  <a:cxn ang="0">
                    <a:pos x="T0" y="T1"/>
                  </a:cxn>
                  <a:cxn ang="0">
                    <a:pos x="T2" y="T3"/>
                  </a:cxn>
                  <a:cxn ang="0">
                    <a:pos x="T4" y="T5"/>
                  </a:cxn>
                  <a:cxn ang="0">
                    <a:pos x="T6" y="T7"/>
                  </a:cxn>
                  <a:cxn ang="0">
                    <a:pos x="T8" y="T9"/>
                  </a:cxn>
                  <a:cxn ang="0">
                    <a:pos x="T10" y="T11"/>
                  </a:cxn>
                </a:cxnLst>
                <a:rect l="0" t="0" r="r" b="b"/>
                <a:pathLst>
                  <a:path w="52" h="66">
                    <a:moveTo>
                      <a:pt x="52" y="0"/>
                    </a:moveTo>
                    <a:cubicBezTo>
                      <a:pt x="0" y="0"/>
                      <a:pt x="0" y="0"/>
                      <a:pt x="0" y="0"/>
                    </a:cubicBezTo>
                    <a:cubicBezTo>
                      <a:pt x="0" y="40"/>
                      <a:pt x="0" y="40"/>
                      <a:pt x="0" y="40"/>
                    </a:cubicBezTo>
                    <a:cubicBezTo>
                      <a:pt x="0" y="54"/>
                      <a:pt x="12" y="66"/>
                      <a:pt x="26" y="66"/>
                    </a:cubicBezTo>
                    <a:cubicBezTo>
                      <a:pt x="40" y="66"/>
                      <a:pt x="52" y="54"/>
                      <a:pt x="52" y="40"/>
                    </a:cubicBezTo>
                    <a:cubicBezTo>
                      <a:pt x="52" y="0"/>
                      <a:pt x="52" y="0"/>
                      <a:pt x="52" y="0"/>
                    </a:cubicBezTo>
                  </a:path>
                </a:pathLst>
              </a:custGeom>
              <a:solidFill>
                <a:srgbClr val="0089D7"/>
              </a:solidFill>
              <a:ln w="3175">
                <a:solidFill>
                  <a:srgbClr val="008BD9"/>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8" name="Freeform 24">
                <a:extLst>
                  <a:ext uri="{FF2B5EF4-FFF2-40B4-BE49-F238E27FC236}">
                    <a16:creationId xmlns:a16="http://schemas.microsoft.com/office/drawing/2014/main" id="{5CF1116C-1008-092C-F072-E8BD1D985AD4}"/>
                  </a:ext>
                </a:extLst>
              </p:cNvPr>
              <p:cNvSpPr>
                <a:spLocks/>
              </p:cNvSpPr>
              <p:nvPr/>
            </p:nvSpPr>
            <p:spPr bwMode="auto">
              <a:xfrm>
                <a:off x="3031" y="966"/>
                <a:ext cx="123" cy="156"/>
              </a:xfrm>
              <a:custGeom>
                <a:avLst/>
                <a:gdLst>
                  <a:gd name="T0" fmla="*/ 26 w 52"/>
                  <a:gd name="T1" fmla="*/ 0 h 66"/>
                  <a:gd name="T2" fmla="*/ 0 w 52"/>
                  <a:gd name="T3" fmla="*/ 26 h 66"/>
                  <a:gd name="T4" fmla="*/ 0 w 52"/>
                  <a:gd name="T5" fmla="*/ 66 h 66"/>
                  <a:gd name="T6" fmla="*/ 52 w 52"/>
                  <a:gd name="T7" fmla="*/ 66 h 66"/>
                  <a:gd name="T8" fmla="*/ 52 w 52"/>
                  <a:gd name="T9" fmla="*/ 26 h 66"/>
                  <a:gd name="T10" fmla="*/ 26 w 52"/>
                  <a:gd name="T11" fmla="*/ 0 h 66"/>
                </a:gdLst>
                <a:ahLst/>
                <a:cxnLst>
                  <a:cxn ang="0">
                    <a:pos x="T0" y="T1"/>
                  </a:cxn>
                  <a:cxn ang="0">
                    <a:pos x="T2" y="T3"/>
                  </a:cxn>
                  <a:cxn ang="0">
                    <a:pos x="T4" y="T5"/>
                  </a:cxn>
                  <a:cxn ang="0">
                    <a:pos x="T6" y="T7"/>
                  </a:cxn>
                  <a:cxn ang="0">
                    <a:pos x="T8" y="T9"/>
                  </a:cxn>
                  <a:cxn ang="0">
                    <a:pos x="T10" y="T11"/>
                  </a:cxn>
                </a:cxnLst>
                <a:rect l="0" t="0" r="r" b="b"/>
                <a:pathLst>
                  <a:path w="52" h="66">
                    <a:moveTo>
                      <a:pt x="26" y="0"/>
                    </a:moveTo>
                    <a:cubicBezTo>
                      <a:pt x="12" y="0"/>
                      <a:pt x="0" y="11"/>
                      <a:pt x="0" y="26"/>
                    </a:cubicBezTo>
                    <a:cubicBezTo>
                      <a:pt x="0" y="66"/>
                      <a:pt x="0" y="66"/>
                      <a:pt x="0" y="66"/>
                    </a:cubicBezTo>
                    <a:cubicBezTo>
                      <a:pt x="52" y="66"/>
                      <a:pt x="52" y="66"/>
                      <a:pt x="52" y="66"/>
                    </a:cubicBezTo>
                    <a:cubicBezTo>
                      <a:pt x="52" y="26"/>
                      <a:pt x="52" y="26"/>
                      <a:pt x="52" y="26"/>
                    </a:cubicBezTo>
                    <a:cubicBezTo>
                      <a:pt x="52" y="11"/>
                      <a:pt x="40" y="0"/>
                      <a:pt x="26" y="0"/>
                    </a:cubicBezTo>
                  </a:path>
                </a:pathLst>
              </a:custGeom>
              <a:solidFill>
                <a:srgbClr val="00BBEA"/>
              </a:solidFill>
              <a:ln w="317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9" name="Freeform 25">
                <a:extLst>
                  <a:ext uri="{FF2B5EF4-FFF2-40B4-BE49-F238E27FC236}">
                    <a16:creationId xmlns:a16="http://schemas.microsoft.com/office/drawing/2014/main" id="{030357A0-4DC5-6615-EC63-01335E1ACE51}"/>
                  </a:ext>
                </a:extLst>
              </p:cNvPr>
              <p:cNvSpPr>
                <a:spLocks/>
              </p:cNvSpPr>
              <p:nvPr/>
            </p:nvSpPr>
            <p:spPr bwMode="auto">
              <a:xfrm>
                <a:off x="3031" y="1122"/>
                <a:ext cx="123" cy="157"/>
              </a:xfrm>
              <a:custGeom>
                <a:avLst/>
                <a:gdLst>
                  <a:gd name="T0" fmla="*/ 52 w 52"/>
                  <a:gd name="T1" fmla="*/ 0 h 66"/>
                  <a:gd name="T2" fmla="*/ 0 w 52"/>
                  <a:gd name="T3" fmla="*/ 0 h 66"/>
                  <a:gd name="T4" fmla="*/ 0 w 52"/>
                  <a:gd name="T5" fmla="*/ 40 h 66"/>
                  <a:gd name="T6" fmla="*/ 26 w 52"/>
                  <a:gd name="T7" fmla="*/ 66 h 66"/>
                  <a:gd name="T8" fmla="*/ 52 w 52"/>
                  <a:gd name="T9" fmla="*/ 40 h 66"/>
                  <a:gd name="T10" fmla="*/ 52 w 52"/>
                  <a:gd name="T11" fmla="*/ 0 h 66"/>
                </a:gdLst>
                <a:ahLst/>
                <a:cxnLst>
                  <a:cxn ang="0">
                    <a:pos x="T0" y="T1"/>
                  </a:cxn>
                  <a:cxn ang="0">
                    <a:pos x="T2" y="T3"/>
                  </a:cxn>
                  <a:cxn ang="0">
                    <a:pos x="T4" y="T5"/>
                  </a:cxn>
                  <a:cxn ang="0">
                    <a:pos x="T6" y="T7"/>
                  </a:cxn>
                  <a:cxn ang="0">
                    <a:pos x="T8" y="T9"/>
                  </a:cxn>
                  <a:cxn ang="0">
                    <a:pos x="T10" y="T11"/>
                  </a:cxn>
                </a:cxnLst>
                <a:rect l="0" t="0" r="r" b="b"/>
                <a:pathLst>
                  <a:path w="52" h="66">
                    <a:moveTo>
                      <a:pt x="52" y="0"/>
                    </a:moveTo>
                    <a:cubicBezTo>
                      <a:pt x="0" y="0"/>
                      <a:pt x="0" y="0"/>
                      <a:pt x="0" y="0"/>
                    </a:cubicBezTo>
                    <a:cubicBezTo>
                      <a:pt x="0" y="40"/>
                      <a:pt x="0" y="40"/>
                      <a:pt x="0" y="40"/>
                    </a:cubicBezTo>
                    <a:cubicBezTo>
                      <a:pt x="0" y="54"/>
                      <a:pt x="12" y="66"/>
                      <a:pt x="26" y="66"/>
                    </a:cubicBezTo>
                    <a:cubicBezTo>
                      <a:pt x="40" y="66"/>
                      <a:pt x="52" y="54"/>
                      <a:pt x="52" y="40"/>
                    </a:cubicBezTo>
                    <a:cubicBezTo>
                      <a:pt x="52" y="0"/>
                      <a:pt x="52" y="0"/>
                      <a:pt x="52" y="0"/>
                    </a:cubicBezTo>
                  </a:path>
                </a:pathLst>
              </a:custGeom>
              <a:solidFill>
                <a:srgbClr val="0089D7"/>
              </a:solidFill>
              <a:ln w="3175">
                <a:solidFill>
                  <a:srgbClr val="008BD9"/>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28" name="Group 127">
              <a:extLst>
                <a:ext uri="{FF2B5EF4-FFF2-40B4-BE49-F238E27FC236}">
                  <a16:creationId xmlns:a16="http://schemas.microsoft.com/office/drawing/2014/main" id="{EC4A1470-9937-916D-DA65-8CAB88F5173E}"/>
                </a:ext>
              </a:extLst>
            </p:cNvPr>
            <p:cNvGrpSpPr>
              <a:grpSpLocks noChangeAspect="1"/>
            </p:cNvGrpSpPr>
            <p:nvPr/>
          </p:nvGrpSpPr>
          <p:grpSpPr>
            <a:xfrm>
              <a:off x="1976627" y="4395505"/>
              <a:ext cx="639867" cy="289800"/>
              <a:chOff x="4150889" y="3374229"/>
              <a:chExt cx="639867" cy="289800"/>
            </a:xfrm>
          </p:grpSpPr>
          <p:pic>
            <p:nvPicPr>
              <p:cNvPr id="132" name="Picture 131">
                <a:extLst>
                  <a:ext uri="{FF2B5EF4-FFF2-40B4-BE49-F238E27FC236}">
                    <a16:creationId xmlns:a16="http://schemas.microsoft.com/office/drawing/2014/main" id="{DDA3A0FD-C302-B884-DAE7-2D63CEAA63E2}"/>
                  </a:ext>
                </a:extLst>
              </p:cNvPr>
              <p:cNvPicPr>
                <a:picLocks noChangeAspect="1"/>
              </p:cNvPicPr>
              <p:nvPr/>
            </p:nvPicPr>
            <p:blipFill>
              <a:blip r:embed="rId8">
                <a:extLst>
                  <a:ext uri="{28A0092B-C50C-407E-A947-70E740481C1C}">
                    <a14:useLocalDpi xmlns:a14="http://schemas.microsoft.com/office/drawing/2010/main"/>
                  </a:ext>
                </a:extLst>
              </a:blip>
              <a:stretch>
                <a:fillRect/>
              </a:stretch>
            </p:blipFill>
            <p:spPr>
              <a:xfrm>
                <a:off x="4383450" y="3374229"/>
                <a:ext cx="173880" cy="289800"/>
              </a:xfrm>
              <a:prstGeom prst="rect">
                <a:avLst/>
              </a:prstGeom>
            </p:spPr>
          </p:pic>
          <p:pic>
            <p:nvPicPr>
              <p:cNvPr id="133" name="Picture 132">
                <a:extLst>
                  <a:ext uri="{FF2B5EF4-FFF2-40B4-BE49-F238E27FC236}">
                    <a16:creationId xmlns:a16="http://schemas.microsoft.com/office/drawing/2014/main" id="{E7AB7926-CEBC-C097-58F7-F2E2826FFC5D}"/>
                  </a:ext>
                </a:extLst>
              </p:cNvPr>
              <p:cNvPicPr>
                <a:picLocks noChangeAspect="1"/>
              </p:cNvPicPr>
              <p:nvPr/>
            </p:nvPicPr>
            <p:blipFill>
              <a:blip r:embed="rId9">
                <a:extLst>
                  <a:ext uri="{28A0092B-C50C-407E-A947-70E740481C1C}">
                    <a14:useLocalDpi xmlns:a14="http://schemas.microsoft.com/office/drawing/2010/main"/>
                  </a:ext>
                </a:extLst>
              </a:blip>
              <a:stretch>
                <a:fillRect/>
              </a:stretch>
            </p:blipFill>
            <p:spPr>
              <a:xfrm>
                <a:off x="4610718" y="3374229"/>
                <a:ext cx="180038" cy="289800"/>
              </a:xfrm>
              <a:prstGeom prst="rect">
                <a:avLst/>
              </a:prstGeom>
            </p:spPr>
          </p:pic>
          <p:pic>
            <p:nvPicPr>
              <p:cNvPr id="134" name="Picture 133">
                <a:extLst>
                  <a:ext uri="{FF2B5EF4-FFF2-40B4-BE49-F238E27FC236}">
                    <a16:creationId xmlns:a16="http://schemas.microsoft.com/office/drawing/2014/main" id="{1CF03BE4-C616-6F7D-BE08-9EC6DCAEA49E}"/>
                  </a:ext>
                </a:extLst>
              </p:cNvPr>
              <p:cNvPicPr>
                <a:picLocks noChangeAspect="1"/>
              </p:cNvPicPr>
              <p:nvPr/>
            </p:nvPicPr>
            <p:blipFill>
              <a:blip r:embed="rId10">
                <a:extLst>
                  <a:ext uri="{28A0092B-C50C-407E-A947-70E740481C1C}">
                    <a14:useLocalDpi xmlns:a14="http://schemas.microsoft.com/office/drawing/2010/main"/>
                  </a:ext>
                </a:extLst>
              </a:blip>
              <a:stretch>
                <a:fillRect/>
              </a:stretch>
            </p:blipFill>
            <p:spPr>
              <a:xfrm>
                <a:off x="4150889" y="3374229"/>
                <a:ext cx="181849" cy="289800"/>
              </a:xfrm>
              <a:prstGeom prst="rect">
                <a:avLst/>
              </a:prstGeom>
            </p:spPr>
          </p:pic>
        </p:grpSp>
        <p:grpSp>
          <p:nvGrpSpPr>
            <p:cNvPr id="129" name="Group 128">
              <a:extLst>
                <a:ext uri="{FF2B5EF4-FFF2-40B4-BE49-F238E27FC236}">
                  <a16:creationId xmlns:a16="http://schemas.microsoft.com/office/drawing/2014/main" id="{7D8F34B8-1C63-87DD-93F4-2DDF40FE1F4B}"/>
                </a:ext>
              </a:extLst>
            </p:cNvPr>
            <p:cNvGrpSpPr>
              <a:grpSpLocks noChangeAspect="1"/>
            </p:cNvGrpSpPr>
            <p:nvPr/>
          </p:nvGrpSpPr>
          <p:grpSpPr>
            <a:xfrm>
              <a:off x="2105523" y="4804847"/>
              <a:ext cx="382074" cy="289800"/>
              <a:chOff x="6076801" y="1700770"/>
              <a:chExt cx="382074" cy="289800"/>
            </a:xfrm>
          </p:grpSpPr>
          <p:pic>
            <p:nvPicPr>
              <p:cNvPr id="130" name="Picture 129">
                <a:extLst>
                  <a:ext uri="{FF2B5EF4-FFF2-40B4-BE49-F238E27FC236}">
                    <a16:creationId xmlns:a16="http://schemas.microsoft.com/office/drawing/2014/main" id="{168185DD-015D-9DE8-3CC6-3E501963D344}"/>
                  </a:ext>
                </a:extLst>
              </p:cNvPr>
              <p:cNvPicPr>
                <a:picLocks noChangeAspect="1"/>
              </p:cNvPicPr>
              <p:nvPr/>
            </p:nvPicPr>
            <p:blipFill>
              <a:blip r:embed="rId11">
                <a:extLst>
                  <a:ext uri="{28A0092B-C50C-407E-A947-70E740481C1C}">
                    <a14:useLocalDpi xmlns:a14="http://schemas.microsoft.com/office/drawing/2010/main"/>
                  </a:ext>
                </a:extLst>
              </a:blip>
              <a:stretch>
                <a:fillRect/>
              </a:stretch>
            </p:blipFill>
            <p:spPr>
              <a:xfrm>
                <a:off x="6076801" y="1700770"/>
                <a:ext cx="173880" cy="289800"/>
              </a:xfrm>
              <a:prstGeom prst="rect">
                <a:avLst/>
              </a:prstGeom>
            </p:spPr>
          </p:pic>
          <p:pic>
            <p:nvPicPr>
              <p:cNvPr id="131" name="Picture 130">
                <a:extLst>
                  <a:ext uri="{FF2B5EF4-FFF2-40B4-BE49-F238E27FC236}">
                    <a16:creationId xmlns:a16="http://schemas.microsoft.com/office/drawing/2014/main" id="{F0A81671-51AD-3D99-44A6-87298173A39A}"/>
                  </a:ext>
                </a:extLst>
              </p:cNvPr>
              <p:cNvPicPr>
                <a:picLocks noChangeAspect="1"/>
              </p:cNvPicPr>
              <p:nvPr/>
            </p:nvPicPr>
            <p:blipFill>
              <a:blip r:embed="rId12">
                <a:extLst>
                  <a:ext uri="{28A0092B-C50C-407E-A947-70E740481C1C}">
                    <a14:useLocalDpi xmlns:a14="http://schemas.microsoft.com/office/drawing/2010/main"/>
                  </a:ext>
                </a:extLst>
              </a:blip>
              <a:stretch>
                <a:fillRect/>
              </a:stretch>
            </p:blipFill>
            <p:spPr>
              <a:xfrm>
                <a:off x="6274490" y="1700770"/>
                <a:ext cx="184385" cy="289800"/>
              </a:xfrm>
              <a:prstGeom prst="rect">
                <a:avLst/>
              </a:prstGeom>
            </p:spPr>
          </p:pic>
        </p:grpSp>
      </p:grpSp>
      <p:grpSp>
        <p:nvGrpSpPr>
          <p:cNvPr id="140" name="Group 139">
            <a:extLst>
              <a:ext uri="{FF2B5EF4-FFF2-40B4-BE49-F238E27FC236}">
                <a16:creationId xmlns:a16="http://schemas.microsoft.com/office/drawing/2014/main" id="{10D54DD5-B623-9B9D-F3A4-7CD41E8EBFC8}"/>
              </a:ext>
            </a:extLst>
          </p:cNvPr>
          <p:cNvGrpSpPr>
            <a:grpSpLocks noChangeAspect="1"/>
          </p:cNvGrpSpPr>
          <p:nvPr/>
        </p:nvGrpSpPr>
        <p:grpSpPr>
          <a:xfrm>
            <a:off x="123529" y="2769040"/>
            <a:ext cx="542810" cy="601276"/>
            <a:chOff x="3463178" y="3999676"/>
            <a:chExt cx="1138795" cy="1261454"/>
          </a:xfrm>
        </p:grpSpPr>
        <p:grpSp>
          <p:nvGrpSpPr>
            <p:cNvPr id="141" name="Group 20">
              <a:extLst>
                <a:ext uri="{FF2B5EF4-FFF2-40B4-BE49-F238E27FC236}">
                  <a16:creationId xmlns:a16="http://schemas.microsoft.com/office/drawing/2014/main" id="{7871B73F-9D9D-53C4-CE0F-D20AC9A9A97C}"/>
                </a:ext>
              </a:extLst>
            </p:cNvPr>
            <p:cNvGrpSpPr>
              <a:grpSpLocks noChangeAspect="1"/>
            </p:cNvGrpSpPr>
            <p:nvPr/>
          </p:nvGrpSpPr>
          <p:grpSpPr bwMode="auto">
            <a:xfrm>
              <a:off x="3463178" y="3999676"/>
              <a:ext cx="1138795" cy="1261454"/>
              <a:chOff x="2289" y="966"/>
              <a:chExt cx="1179" cy="1306"/>
            </a:xfrm>
          </p:grpSpPr>
          <p:sp>
            <p:nvSpPr>
              <p:cNvPr id="149" name="Freeform 21">
                <a:extLst>
                  <a:ext uri="{FF2B5EF4-FFF2-40B4-BE49-F238E27FC236}">
                    <a16:creationId xmlns:a16="http://schemas.microsoft.com/office/drawing/2014/main" id="{5646C8C9-5384-C047-3EFD-7A491F44E011}"/>
                  </a:ext>
                </a:extLst>
              </p:cNvPr>
              <p:cNvSpPr>
                <a:spLocks noEditPoints="1"/>
              </p:cNvSpPr>
              <p:nvPr/>
            </p:nvSpPr>
            <p:spPr bwMode="auto">
              <a:xfrm>
                <a:off x="2289" y="1122"/>
                <a:ext cx="1179" cy="1150"/>
              </a:xfrm>
              <a:custGeom>
                <a:avLst/>
                <a:gdLst>
                  <a:gd name="T0" fmla="*/ 69 w 496"/>
                  <a:gd name="T1" fmla="*/ 444 h 484"/>
                  <a:gd name="T2" fmla="*/ 40 w 496"/>
                  <a:gd name="T3" fmla="*/ 414 h 484"/>
                  <a:gd name="T4" fmla="*/ 40 w 496"/>
                  <a:gd name="T5" fmla="*/ 100 h 484"/>
                  <a:gd name="T6" fmla="*/ 456 w 496"/>
                  <a:gd name="T7" fmla="*/ 100 h 484"/>
                  <a:gd name="T8" fmla="*/ 456 w 496"/>
                  <a:gd name="T9" fmla="*/ 414 h 484"/>
                  <a:gd name="T10" fmla="*/ 427 w 496"/>
                  <a:gd name="T11" fmla="*/ 444 h 484"/>
                  <a:gd name="T12" fmla="*/ 69 w 496"/>
                  <a:gd name="T13" fmla="*/ 444 h 484"/>
                  <a:gd name="T14" fmla="*/ 427 w 496"/>
                  <a:gd name="T15" fmla="*/ 0 h 484"/>
                  <a:gd name="T16" fmla="*/ 364 w 496"/>
                  <a:gd name="T17" fmla="*/ 0 h 484"/>
                  <a:gd name="T18" fmla="*/ 364 w 496"/>
                  <a:gd name="T19" fmla="*/ 40 h 484"/>
                  <a:gd name="T20" fmla="*/ 338 w 496"/>
                  <a:gd name="T21" fmla="*/ 66 h 484"/>
                  <a:gd name="T22" fmla="*/ 312 w 496"/>
                  <a:gd name="T23" fmla="*/ 40 h 484"/>
                  <a:gd name="T24" fmla="*/ 312 w 496"/>
                  <a:gd name="T25" fmla="*/ 0 h 484"/>
                  <a:gd name="T26" fmla="*/ 184 w 496"/>
                  <a:gd name="T27" fmla="*/ 0 h 484"/>
                  <a:gd name="T28" fmla="*/ 184 w 496"/>
                  <a:gd name="T29" fmla="*/ 40 h 484"/>
                  <a:gd name="T30" fmla="*/ 158 w 496"/>
                  <a:gd name="T31" fmla="*/ 66 h 484"/>
                  <a:gd name="T32" fmla="*/ 132 w 496"/>
                  <a:gd name="T33" fmla="*/ 40 h 484"/>
                  <a:gd name="T34" fmla="*/ 132 w 496"/>
                  <a:gd name="T35" fmla="*/ 0 h 484"/>
                  <a:gd name="T36" fmla="*/ 69 w 496"/>
                  <a:gd name="T37" fmla="*/ 0 h 484"/>
                  <a:gd name="T38" fmla="*/ 0 w 496"/>
                  <a:gd name="T39" fmla="*/ 69 h 484"/>
                  <a:gd name="T40" fmla="*/ 0 w 496"/>
                  <a:gd name="T41" fmla="*/ 73 h 484"/>
                  <a:gd name="T42" fmla="*/ 0 w 496"/>
                  <a:gd name="T43" fmla="*/ 100 h 484"/>
                  <a:gd name="T44" fmla="*/ 0 w 496"/>
                  <a:gd name="T45" fmla="*/ 414 h 484"/>
                  <a:gd name="T46" fmla="*/ 69 w 496"/>
                  <a:gd name="T47" fmla="*/ 484 h 484"/>
                  <a:gd name="T48" fmla="*/ 427 w 496"/>
                  <a:gd name="T49" fmla="*/ 484 h 484"/>
                  <a:gd name="T50" fmla="*/ 496 w 496"/>
                  <a:gd name="T51" fmla="*/ 414 h 484"/>
                  <a:gd name="T52" fmla="*/ 496 w 496"/>
                  <a:gd name="T53" fmla="*/ 100 h 484"/>
                  <a:gd name="T54" fmla="*/ 496 w 496"/>
                  <a:gd name="T55" fmla="*/ 73 h 484"/>
                  <a:gd name="T56" fmla="*/ 496 w 496"/>
                  <a:gd name="T57" fmla="*/ 69 h 484"/>
                  <a:gd name="T58" fmla="*/ 427 w 496"/>
                  <a:gd name="T59" fmla="*/ 0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96" h="484">
                    <a:moveTo>
                      <a:pt x="69" y="444"/>
                    </a:moveTo>
                    <a:cubicBezTo>
                      <a:pt x="53" y="444"/>
                      <a:pt x="40" y="431"/>
                      <a:pt x="40" y="414"/>
                    </a:cubicBezTo>
                    <a:cubicBezTo>
                      <a:pt x="40" y="100"/>
                      <a:pt x="40" y="100"/>
                      <a:pt x="40" y="100"/>
                    </a:cubicBezTo>
                    <a:cubicBezTo>
                      <a:pt x="456" y="100"/>
                      <a:pt x="456" y="100"/>
                      <a:pt x="456" y="100"/>
                    </a:cubicBezTo>
                    <a:cubicBezTo>
                      <a:pt x="456" y="414"/>
                      <a:pt x="456" y="414"/>
                      <a:pt x="456" y="414"/>
                    </a:cubicBezTo>
                    <a:cubicBezTo>
                      <a:pt x="456" y="431"/>
                      <a:pt x="443" y="444"/>
                      <a:pt x="427" y="444"/>
                    </a:cubicBezTo>
                    <a:cubicBezTo>
                      <a:pt x="69" y="444"/>
                      <a:pt x="69" y="444"/>
                      <a:pt x="69" y="444"/>
                    </a:cubicBezTo>
                    <a:moveTo>
                      <a:pt x="427" y="0"/>
                    </a:moveTo>
                    <a:cubicBezTo>
                      <a:pt x="364" y="0"/>
                      <a:pt x="364" y="0"/>
                      <a:pt x="364" y="0"/>
                    </a:cubicBezTo>
                    <a:cubicBezTo>
                      <a:pt x="364" y="40"/>
                      <a:pt x="364" y="40"/>
                      <a:pt x="364" y="40"/>
                    </a:cubicBezTo>
                    <a:cubicBezTo>
                      <a:pt x="364" y="54"/>
                      <a:pt x="352" y="66"/>
                      <a:pt x="338" y="66"/>
                    </a:cubicBezTo>
                    <a:cubicBezTo>
                      <a:pt x="324" y="66"/>
                      <a:pt x="312" y="54"/>
                      <a:pt x="312" y="40"/>
                    </a:cubicBezTo>
                    <a:cubicBezTo>
                      <a:pt x="312" y="0"/>
                      <a:pt x="312" y="0"/>
                      <a:pt x="312" y="0"/>
                    </a:cubicBezTo>
                    <a:cubicBezTo>
                      <a:pt x="184" y="0"/>
                      <a:pt x="184" y="0"/>
                      <a:pt x="184" y="0"/>
                    </a:cubicBezTo>
                    <a:cubicBezTo>
                      <a:pt x="184" y="40"/>
                      <a:pt x="184" y="40"/>
                      <a:pt x="184" y="40"/>
                    </a:cubicBezTo>
                    <a:cubicBezTo>
                      <a:pt x="184" y="54"/>
                      <a:pt x="172" y="66"/>
                      <a:pt x="158" y="66"/>
                    </a:cubicBezTo>
                    <a:cubicBezTo>
                      <a:pt x="144" y="66"/>
                      <a:pt x="132" y="54"/>
                      <a:pt x="132" y="40"/>
                    </a:cubicBezTo>
                    <a:cubicBezTo>
                      <a:pt x="132" y="0"/>
                      <a:pt x="132" y="0"/>
                      <a:pt x="132" y="0"/>
                    </a:cubicBezTo>
                    <a:cubicBezTo>
                      <a:pt x="69" y="0"/>
                      <a:pt x="69" y="0"/>
                      <a:pt x="69" y="0"/>
                    </a:cubicBezTo>
                    <a:cubicBezTo>
                      <a:pt x="31" y="0"/>
                      <a:pt x="0" y="31"/>
                      <a:pt x="0" y="69"/>
                    </a:cubicBezTo>
                    <a:cubicBezTo>
                      <a:pt x="0" y="73"/>
                      <a:pt x="0" y="73"/>
                      <a:pt x="0" y="73"/>
                    </a:cubicBezTo>
                    <a:cubicBezTo>
                      <a:pt x="0" y="100"/>
                      <a:pt x="0" y="100"/>
                      <a:pt x="0" y="100"/>
                    </a:cubicBezTo>
                    <a:cubicBezTo>
                      <a:pt x="0" y="414"/>
                      <a:pt x="0" y="414"/>
                      <a:pt x="0" y="414"/>
                    </a:cubicBezTo>
                    <a:cubicBezTo>
                      <a:pt x="0" y="453"/>
                      <a:pt x="31" y="484"/>
                      <a:pt x="69" y="484"/>
                    </a:cubicBezTo>
                    <a:cubicBezTo>
                      <a:pt x="427" y="484"/>
                      <a:pt x="427" y="484"/>
                      <a:pt x="427" y="484"/>
                    </a:cubicBezTo>
                    <a:cubicBezTo>
                      <a:pt x="465" y="484"/>
                      <a:pt x="496" y="453"/>
                      <a:pt x="496" y="414"/>
                    </a:cubicBezTo>
                    <a:cubicBezTo>
                      <a:pt x="496" y="100"/>
                      <a:pt x="496" y="100"/>
                      <a:pt x="496" y="100"/>
                    </a:cubicBezTo>
                    <a:cubicBezTo>
                      <a:pt x="496" y="73"/>
                      <a:pt x="496" y="73"/>
                      <a:pt x="496" y="73"/>
                    </a:cubicBezTo>
                    <a:cubicBezTo>
                      <a:pt x="496" y="69"/>
                      <a:pt x="496" y="69"/>
                      <a:pt x="496" y="69"/>
                    </a:cubicBezTo>
                    <a:cubicBezTo>
                      <a:pt x="496" y="31"/>
                      <a:pt x="465" y="0"/>
                      <a:pt x="427" y="0"/>
                    </a:cubicBezTo>
                  </a:path>
                </a:pathLst>
              </a:custGeom>
              <a:solidFill>
                <a:schemeClr val="accent1"/>
              </a:solidFill>
              <a:ln w="317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0" name="Freeform 22">
                <a:extLst>
                  <a:ext uri="{FF2B5EF4-FFF2-40B4-BE49-F238E27FC236}">
                    <a16:creationId xmlns:a16="http://schemas.microsoft.com/office/drawing/2014/main" id="{3C717FDE-F15E-E11D-24C7-386B358ACA12}"/>
                  </a:ext>
                </a:extLst>
              </p:cNvPr>
              <p:cNvSpPr>
                <a:spLocks/>
              </p:cNvSpPr>
              <p:nvPr/>
            </p:nvSpPr>
            <p:spPr bwMode="auto">
              <a:xfrm>
                <a:off x="2603" y="966"/>
                <a:ext cx="124" cy="156"/>
              </a:xfrm>
              <a:custGeom>
                <a:avLst/>
                <a:gdLst>
                  <a:gd name="T0" fmla="*/ 26 w 52"/>
                  <a:gd name="T1" fmla="*/ 0 h 66"/>
                  <a:gd name="T2" fmla="*/ 0 w 52"/>
                  <a:gd name="T3" fmla="*/ 26 h 66"/>
                  <a:gd name="T4" fmla="*/ 0 w 52"/>
                  <a:gd name="T5" fmla="*/ 66 h 66"/>
                  <a:gd name="T6" fmla="*/ 52 w 52"/>
                  <a:gd name="T7" fmla="*/ 66 h 66"/>
                  <a:gd name="T8" fmla="*/ 52 w 52"/>
                  <a:gd name="T9" fmla="*/ 26 h 66"/>
                  <a:gd name="T10" fmla="*/ 26 w 52"/>
                  <a:gd name="T11" fmla="*/ 0 h 66"/>
                </a:gdLst>
                <a:ahLst/>
                <a:cxnLst>
                  <a:cxn ang="0">
                    <a:pos x="T0" y="T1"/>
                  </a:cxn>
                  <a:cxn ang="0">
                    <a:pos x="T2" y="T3"/>
                  </a:cxn>
                  <a:cxn ang="0">
                    <a:pos x="T4" y="T5"/>
                  </a:cxn>
                  <a:cxn ang="0">
                    <a:pos x="T6" y="T7"/>
                  </a:cxn>
                  <a:cxn ang="0">
                    <a:pos x="T8" y="T9"/>
                  </a:cxn>
                  <a:cxn ang="0">
                    <a:pos x="T10" y="T11"/>
                  </a:cxn>
                </a:cxnLst>
                <a:rect l="0" t="0" r="r" b="b"/>
                <a:pathLst>
                  <a:path w="52" h="66">
                    <a:moveTo>
                      <a:pt x="26" y="0"/>
                    </a:moveTo>
                    <a:cubicBezTo>
                      <a:pt x="12" y="0"/>
                      <a:pt x="0" y="11"/>
                      <a:pt x="0" y="26"/>
                    </a:cubicBezTo>
                    <a:cubicBezTo>
                      <a:pt x="0" y="66"/>
                      <a:pt x="0" y="66"/>
                      <a:pt x="0" y="66"/>
                    </a:cubicBezTo>
                    <a:cubicBezTo>
                      <a:pt x="52" y="66"/>
                      <a:pt x="52" y="66"/>
                      <a:pt x="52" y="66"/>
                    </a:cubicBezTo>
                    <a:cubicBezTo>
                      <a:pt x="52" y="26"/>
                      <a:pt x="52" y="26"/>
                      <a:pt x="52" y="26"/>
                    </a:cubicBezTo>
                    <a:cubicBezTo>
                      <a:pt x="52" y="11"/>
                      <a:pt x="40" y="0"/>
                      <a:pt x="26" y="0"/>
                    </a:cubicBezTo>
                  </a:path>
                </a:pathLst>
              </a:custGeom>
              <a:solidFill>
                <a:srgbClr val="00BBEA"/>
              </a:solidFill>
              <a:ln w="317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1" name="Freeform 23">
                <a:extLst>
                  <a:ext uri="{FF2B5EF4-FFF2-40B4-BE49-F238E27FC236}">
                    <a16:creationId xmlns:a16="http://schemas.microsoft.com/office/drawing/2014/main" id="{D6C50015-9751-9CF2-F6B5-D5B0E648DD77}"/>
                  </a:ext>
                </a:extLst>
              </p:cNvPr>
              <p:cNvSpPr>
                <a:spLocks/>
              </p:cNvSpPr>
              <p:nvPr/>
            </p:nvSpPr>
            <p:spPr bwMode="auto">
              <a:xfrm>
                <a:off x="2603" y="1122"/>
                <a:ext cx="124" cy="157"/>
              </a:xfrm>
              <a:custGeom>
                <a:avLst/>
                <a:gdLst>
                  <a:gd name="T0" fmla="*/ 52 w 52"/>
                  <a:gd name="T1" fmla="*/ 0 h 66"/>
                  <a:gd name="T2" fmla="*/ 0 w 52"/>
                  <a:gd name="T3" fmla="*/ 0 h 66"/>
                  <a:gd name="T4" fmla="*/ 0 w 52"/>
                  <a:gd name="T5" fmla="*/ 40 h 66"/>
                  <a:gd name="T6" fmla="*/ 26 w 52"/>
                  <a:gd name="T7" fmla="*/ 66 h 66"/>
                  <a:gd name="T8" fmla="*/ 52 w 52"/>
                  <a:gd name="T9" fmla="*/ 40 h 66"/>
                  <a:gd name="T10" fmla="*/ 52 w 52"/>
                  <a:gd name="T11" fmla="*/ 0 h 66"/>
                </a:gdLst>
                <a:ahLst/>
                <a:cxnLst>
                  <a:cxn ang="0">
                    <a:pos x="T0" y="T1"/>
                  </a:cxn>
                  <a:cxn ang="0">
                    <a:pos x="T2" y="T3"/>
                  </a:cxn>
                  <a:cxn ang="0">
                    <a:pos x="T4" y="T5"/>
                  </a:cxn>
                  <a:cxn ang="0">
                    <a:pos x="T6" y="T7"/>
                  </a:cxn>
                  <a:cxn ang="0">
                    <a:pos x="T8" y="T9"/>
                  </a:cxn>
                  <a:cxn ang="0">
                    <a:pos x="T10" y="T11"/>
                  </a:cxn>
                </a:cxnLst>
                <a:rect l="0" t="0" r="r" b="b"/>
                <a:pathLst>
                  <a:path w="52" h="66">
                    <a:moveTo>
                      <a:pt x="52" y="0"/>
                    </a:moveTo>
                    <a:cubicBezTo>
                      <a:pt x="0" y="0"/>
                      <a:pt x="0" y="0"/>
                      <a:pt x="0" y="0"/>
                    </a:cubicBezTo>
                    <a:cubicBezTo>
                      <a:pt x="0" y="40"/>
                      <a:pt x="0" y="40"/>
                      <a:pt x="0" y="40"/>
                    </a:cubicBezTo>
                    <a:cubicBezTo>
                      <a:pt x="0" y="54"/>
                      <a:pt x="12" y="66"/>
                      <a:pt x="26" y="66"/>
                    </a:cubicBezTo>
                    <a:cubicBezTo>
                      <a:pt x="40" y="66"/>
                      <a:pt x="52" y="54"/>
                      <a:pt x="52" y="40"/>
                    </a:cubicBezTo>
                    <a:cubicBezTo>
                      <a:pt x="52" y="0"/>
                      <a:pt x="52" y="0"/>
                      <a:pt x="52" y="0"/>
                    </a:cubicBezTo>
                  </a:path>
                </a:pathLst>
              </a:custGeom>
              <a:solidFill>
                <a:srgbClr val="0089D7"/>
              </a:solidFill>
              <a:ln w="3175">
                <a:solidFill>
                  <a:srgbClr val="008BD9"/>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2" name="Freeform 24">
                <a:extLst>
                  <a:ext uri="{FF2B5EF4-FFF2-40B4-BE49-F238E27FC236}">
                    <a16:creationId xmlns:a16="http://schemas.microsoft.com/office/drawing/2014/main" id="{68DBF323-E80F-D801-3FEF-186F3228DB52}"/>
                  </a:ext>
                </a:extLst>
              </p:cNvPr>
              <p:cNvSpPr>
                <a:spLocks/>
              </p:cNvSpPr>
              <p:nvPr/>
            </p:nvSpPr>
            <p:spPr bwMode="auto">
              <a:xfrm>
                <a:off x="3031" y="966"/>
                <a:ext cx="123" cy="156"/>
              </a:xfrm>
              <a:custGeom>
                <a:avLst/>
                <a:gdLst>
                  <a:gd name="T0" fmla="*/ 26 w 52"/>
                  <a:gd name="T1" fmla="*/ 0 h 66"/>
                  <a:gd name="T2" fmla="*/ 0 w 52"/>
                  <a:gd name="T3" fmla="*/ 26 h 66"/>
                  <a:gd name="T4" fmla="*/ 0 w 52"/>
                  <a:gd name="T5" fmla="*/ 66 h 66"/>
                  <a:gd name="T6" fmla="*/ 52 w 52"/>
                  <a:gd name="T7" fmla="*/ 66 h 66"/>
                  <a:gd name="T8" fmla="*/ 52 w 52"/>
                  <a:gd name="T9" fmla="*/ 26 h 66"/>
                  <a:gd name="T10" fmla="*/ 26 w 52"/>
                  <a:gd name="T11" fmla="*/ 0 h 66"/>
                </a:gdLst>
                <a:ahLst/>
                <a:cxnLst>
                  <a:cxn ang="0">
                    <a:pos x="T0" y="T1"/>
                  </a:cxn>
                  <a:cxn ang="0">
                    <a:pos x="T2" y="T3"/>
                  </a:cxn>
                  <a:cxn ang="0">
                    <a:pos x="T4" y="T5"/>
                  </a:cxn>
                  <a:cxn ang="0">
                    <a:pos x="T6" y="T7"/>
                  </a:cxn>
                  <a:cxn ang="0">
                    <a:pos x="T8" y="T9"/>
                  </a:cxn>
                  <a:cxn ang="0">
                    <a:pos x="T10" y="T11"/>
                  </a:cxn>
                </a:cxnLst>
                <a:rect l="0" t="0" r="r" b="b"/>
                <a:pathLst>
                  <a:path w="52" h="66">
                    <a:moveTo>
                      <a:pt x="26" y="0"/>
                    </a:moveTo>
                    <a:cubicBezTo>
                      <a:pt x="12" y="0"/>
                      <a:pt x="0" y="11"/>
                      <a:pt x="0" y="26"/>
                    </a:cubicBezTo>
                    <a:cubicBezTo>
                      <a:pt x="0" y="66"/>
                      <a:pt x="0" y="66"/>
                      <a:pt x="0" y="66"/>
                    </a:cubicBezTo>
                    <a:cubicBezTo>
                      <a:pt x="52" y="66"/>
                      <a:pt x="52" y="66"/>
                      <a:pt x="52" y="66"/>
                    </a:cubicBezTo>
                    <a:cubicBezTo>
                      <a:pt x="52" y="26"/>
                      <a:pt x="52" y="26"/>
                      <a:pt x="52" y="26"/>
                    </a:cubicBezTo>
                    <a:cubicBezTo>
                      <a:pt x="52" y="11"/>
                      <a:pt x="40" y="0"/>
                      <a:pt x="26" y="0"/>
                    </a:cubicBezTo>
                  </a:path>
                </a:pathLst>
              </a:custGeom>
              <a:solidFill>
                <a:srgbClr val="00BBEA"/>
              </a:solidFill>
              <a:ln w="317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3" name="Freeform 25">
                <a:extLst>
                  <a:ext uri="{FF2B5EF4-FFF2-40B4-BE49-F238E27FC236}">
                    <a16:creationId xmlns:a16="http://schemas.microsoft.com/office/drawing/2014/main" id="{40B9F05F-637A-2EE9-0234-D7C9B8D5EB93}"/>
                  </a:ext>
                </a:extLst>
              </p:cNvPr>
              <p:cNvSpPr>
                <a:spLocks/>
              </p:cNvSpPr>
              <p:nvPr/>
            </p:nvSpPr>
            <p:spPr bwMode="auto">
              <a:xfrm>
                <a:off x="3031" y="1122"/>
                <a:ext cx="123" cy="157"/>
              </a:xfrm>
              <a:custGeom>
                <a:avLst/>
                <a:gdLst>
                  <a:gd name="T0" fmla="*/ 52 w 52"/>
                  <a:gd name="T1" fmla="*/ 0 h 66"/>
                  <a:gd name="T2" fmla="*/ 0 w 52"/>
                  <a:gd name="T3" fmla="*/ 0 h 66"/>
                  <a:gd name="T4" fmla="*/ 0 w 52"/>
                  <a:gd name="T5" fmla="*/ 40 h 66"/>
                  <a:gd name="T6" fmla="*/ 26 w 52"/>
                  <a:gd name="T7" fmla="*/ 66 h 66"/>
                  <a:gd name="T8" fmla="*/ 52 w 52"/>
                  <a:gd name="T9" fmla="*/ 40 h 66"/>
                  <a:gd name="T10" fmla="*/ 52 w 52"/>
                  <a:gd name="T11" fmla="*/ 0 h 66"/>
                </a:gdLst>
                <a:ahLst/>
                <a:cxnLst>
                  <a:cxn ang="0">
                    <a:pos x="T0" y="T1"/>
                  </a:cxn>
                  <a:cxn ang="0">
                    <a:pos x="T2" y="T3"/>
                  </a:cxn>
                  <a:cxn ang="0">
                    <a:pos x="T4" y="T5"/>
                  </a:cxn>
                  <a:cxn ang="0">
                    <a:pos x="T6" y="T7"/>
                  </a:cxn>
                  <a:cxn ang="0">
                    <a:pos x="T8" y="T9"/>
                  </a:cxn>
                  <a:cxn ang="0">
                    <a:pos x="T10" y="T11"/>
                  </a:cxn>
                </a:cxnLst>
                <a:rect l="0" t="0" r="r" b="b"/>
                <a:pathLst>
                  <a:path w="52" h="66">
                    <a:moveTo>
                      <a:pt x="52" y="0"/>
                    </a:moveTo>
                    <a:cubicBezTo>
                      <a:pt x="0" y="0"/>
                      <a:pt x="0" y="0"/>
                      <a:pt x="0" y="0"/>
                    </a:cubicBezTo>
                    <a:cubicBezTo>
                      <a:pt x="0" y="40"/>
                      <a:pt x="0" y="40"/>
                      <a:pt x="0" y="40"/>
                    </a:cubicBezTo>
                    <a:cubicBezTo>
                      <a:pt x="0" y="54"/>
                      <a:pt x="12" y="66"/>
                      <a:pt x="26" y="66"/>
                    </a:cubicBezTo>
                    <a:cubicBezTo>
                      <a:pt x="40" y="66"/>
                      <a:pt x="52" y="54"/>
                      <a:pt x="52" y="40"/>
                    </a:cubicBezTo>
                    <a:cubicBezTo>
                      <a:pt x="52" y="0"/>
                      <a:pt x="52" y="0"/>
                      <a:pt x="52" y="0"/>
                    </a:cubicBezTo>
                  </a:path>
                </a:pathLst>
              </a:custGeom>
              <a:solidFill>
                <a:srgbClr val="0089D7"/>
              </a:solidFill>
              <a:ln w="3175">
                <a:solidFill>
                  <a:srgbClr val="008BD9"/>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42" name="Group 141">
              <a:extLst>
                <a:ext uri="{FF2B5EF4-FFF2-40B4-BE49-F238E27FC236}">
                  <a16:creationId xmlns:a16="http://schemas.microsoft.com/office/drawing/2014/main" id="{2A085506-4340-E02F-1545-DE1E09FF13DF}"/>
                </a:ext>
              </a:extLst>
            </p:cNvPr>
            <p:cNvGrpSpPr>
              <a:grpSpLocks noChangeAspect="1"/>
            </p:cNvGrpSpPr>
            <p:nvPr/>
          </p:nvGrpSpPr>
          <p:grpSpPr>
            <a:xfrm>
              <a:off x="3712642" y="4442446"/>
              <a:ext cx="639867" cy="289800"/>
              <a:chOff x="4150889" y="3374229"/>
              <a:chExt cx="639867" cy="289800"/>
            </a:xfrm>
          </p:grpSpPr>
          <p:pic>
            <p:nvPicPr>
              <p:cNvPr id="146" name="Picture 145">
                <a:extLst>
                  <a:ext uri="{FF2B5EF4-FFF2-40B4-BE49-F238E27FC236}">
                    <a16:creationId xmlns:a16="http://schemas.microsoft.com/office/drawing/2014/main" id="{61DB036F-AE20-862F-A46C-53CAAACFC171}"/>
                  </a:ext>
                </a:extLst>
              </p:cNvPr>
              <p:cNvPicPr>
                <a:picLocks noChangeAspect="1"/>
              </p:cNvPicPr>
              <p:nvPr/>
            </p:nvPicPr>
            <p:blipFill>
              <a:blip r:embed="rId8">
                <a:extLst>
                  <a:ext uri="{28A0092B-C50C-407E-A947-70E740481C1C}">
                    <a14:useLocalDpi xmlns:a14="http://schemas.microsoft.com/office/drawing/2010/main"/>
                  </a:ext>
                </a:extLst>
              </a:blip>
              <a:stretch>
                <a:fillRect/>
              </a:stretch>
            </p:blipFill>
            <p:spPr>
              <a:xfrm>
                <a:off x="4383450" y="3374229"/>
                <a:ext cx="173880" cy="289800"/>
              </a:xfrm>
              <a:prstGeom prst="rect">
                <a:avLst/>
              </a:prstGeom>
            </p:spPr>
          </p:pic>
          <p:pic>
            <p:nvPicPr>
              <p:cNvPr id="147" name="Picture 146">
                <a:extLst>
                  <a:ext uri="{FF2B5EF4-FFF2-40B4-BE49-F238E27FC236}">
                    <a16:creationId xmlns:a16="http://schemas.microsoft.com/office/drawing/2014/main" id="{A28A490D-7171-1C40-283E-A6DBBE8E553F}"/>
                  </a:ext>
                </a:extLst>
              </p:cNvPr>
              <p:cNvPicPr>
                <a:picLocks noChangeAspect="1"/>
              </p:cNvPicPr>
              <p:nvPr/>
            </p:nvPicPr>
            <p:blipFill>
              <a:blip r:embed="rId9">
                <a:extLst>
                  <a:ext uri="{28A0092B-C50C-407E-A947-70E740481C1C}">
                    <a14:useLocalDpi xmlns:a14="http://schemas.microsoft.com/office/drawing/2010/main"/>
                  </a:ext>
                </a:extLst>
              </a:blip>
              <a:stretch>
                <a:fillRect/>
              </a:stretch>
            </p:blipFill>
            <p:spPr>
              <a:xfrm>
                <a:off x="4610718" y="3374229"/>
                <a:ext cx="180038" cy="289800"/>
              </a:xfrm>
              <a:prstGeom prst="rect">
                <a:avLst/>
              </a:prstGeom>
            </p:spPr>
          </p:pic>
          <p:pic>
            <p:nvPicPr>
              <p:cNvPr id="148" name="Picture 147">
                <a:extLst>
                  <a:ext uri="{FF2B5EF4-FFF2-40B4-BE49-F238E27FC236}">
                    <a16:creationId xmlns:a16="http://schemas.microsoft.com/office/drawing/2014/main" id="{EA81F172-04D3-C865-8966-C9DEC07C4840}"/>
                  </a:ext>
                </a:extLst>
              </p:cNvPr>
              <p:cNvPicPr>
                <a:picLocks noChangeAspect="1"/>
              </p:cNvPicPr>
              <p:nvPr/>
            </p:nvPicPr>
            <p:blipFill>
              <a:blip r:embed="rId10">
                <a:extLst>
                  <a:ext uri="{28A0092B-C50C-407E-A947-70E740481C1C}">
                    <a14:useLocalDpi xmlns:a14="http://schemas.microsoft.com/office/drawing/2010/main"/>
                  </a:ext>
                </a:extLst>
              </a:blip>
              <a:stretch>
                <a:fillRect/>
              </a:stretch>
            </p:blipFill>
            <p:spPr>
              <a:xfrm>
                <a:off x="4150889" y="3374229"/>
                <a:ext cx="181849" cy="289800"/>
              </a:xfrm>
              <a:prstGeom prst="rect">
                <a:avLst/>
              </a:prstGeom>
            </p:spPr>
          </p:pic>
        </p:grpSp>
        <p:grpSp>
          <p:nvGrpSpPr>
            <p:cNvPr id="143" name="Group 142">
              <a:extLst>
                <a:ext uri="{FF2B5EF4-FFF2-40B4-BE49-F238E27FC236}">
                  <a16:creationId xmlns:a16="http://schemas.microsoft.com/office/drawing/2014/main" id="{A2EB08BB-826E-1BEB-3600-453958F1315D}"/>
                </a:ext>
              </a:extLst>
            </p:cNvPr>
            <p:cNvGrpSpPr>
              <a:grpSpLocks noChangeAspect="1"/>
            </p:cNvGrpSpPr>
            <p:nvPr/>
          </p:nvGrpSpPr>
          <p:grpSpPr>
            <a:xfrm>
              <a:off x="3851122" y="4804847"/>
              <a:ext cx="362906" cy="289800"/>
              <a:chOff x="6618214" y="1700770"/>
              <a:chExt cx="362906" cy="289800"/>
            </a:xfrm>
          </p:grpSpPr>
          <p:pic>
            <p:nvPicPr>
              <p:cNvPr id="144" name="Picture 143">
                <a:extLst>
                  <a:ext uri="{FF2B5EF4-FFF2-40B4-BE49-F238E27FC236}">
                    <a16:creationId xmlns:a16="http://schemas.microsoft.com/office/drawing/2014/main" id="{D40F3DA7-0340-6FFE-F9C7-29043301D117}"/>
                  </a:ext>
                </a:extLst>
              </p:cNvPr>
              <p:cNvPicPr>
                <a:picLocks noChangeAspect="1"/>
              </p:cNvPicPr>
              <p:nvPr/>
            </p:nvPicPr>
            <p:blipFill>
              <a:blip r:embed="rId11">
                <a:extLst>
                  <a:ext uri="{28A0092B-C50C-407E-A947-70E740481C1C}">
                    <a14:useLocalDpi xmlns:a14="http://schemas.microsoft.com/office/drawing/2010/main"/>
                  </a:ext>
                </a:extLst>
              </a:blip>
              <a:stretch>
                <a:fillRect/>
              </a:stretch>
            </p:blipFill>
            <p:spPr>
              <a:xfrm>
                <a:off x="6618214" y="1700770"/>
                <a:ext cx="173880" cy="289800"/>
              </a:xfrm>
              <a:prstGeom prst="rect">
                <a:avLst/>
              </a:prstGeom>
            </p:spPr>
          </p:pic>
          <p:pic>
            <p:nvPicPr>
              <p:cNvPr id="145" name="Picture 144">
                <a:extLst>
                  <a:ext uri="{FF2B5EF4-FFF2-40B4-BE49-F238E27FC236}">
                    <a16:creationId xmlns:a16="http://schemas.microsoft.com/office/drawing/2014/main" id="{2698D162-C76F-3ABA-AA64-E839BD42E029}"/>
                  </a:ext>
                </a:extLst>
              </p:cNvPr>
              <p:cNvPicPr>
                <a:picLocks noChangeAspect="1"/>
              </p:cNvPicPr>
              <p:nvPr/>
            </p:nvPicPr>
            <p:blipFill>
              <a:blip r:embed="rId13">
                <a:extLst>
                  <a:ext uri="{28A0092B-C50C-407E-A947-70E740481C1C}">
                    <a14:useLocalDpi xmlns:a14="http://schemas.microsoft.com/office/drawing/2010/main"/>
                  </a:ext>
                </a:extLst>
              </a:blip>
              <a:stretch>
                <a:fillRect/>
              </a:stretch>
            </p:blipFill>
            <p:spPr>
              <a:xfrm>
                <a:off x="6800720" y="1700770"/>
                <a:ext cx="180400" cy="289800"/>
              </a:xfrm>
              <a:prstGeom prst="rect">
                <a:avLst/>
              </a:prstGeom>
            </p:spPr>
          </p:pic>
        </p:grpSp>
      </p:grpSp>
    </p:spTree>
    <p:extLst>
      <p:ext uri="{BB962C8B-B14F-4D97-AF65-F5344CB8AC3E}">
        <p14:creationId xmlns:p14="http://schemas.microsoft.com/office/powerpoint/2010/main" val="35385515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wipe(left)">
                                      <p:cBhvr>
                                        <p:cTn id="7" dur="500"/>
                                        <p:tgtEl>
                                          <p:spTgt spid="12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9"/>
                                        </p:tgtEl>
                                        <p:attrNameLst>
                                          <p:attrName>style.visibility</p:attrName>
                                        </p:attrNameLst>
                                      </p:cBhvr>
                                      <p:to>
                                        <p:strVal val="visible"/>
                                      </p:to>
                                    </p:set>
                                    <p:animEffect transition="in" filter="fade">
                                      <p:cBhvr>
                                        <p:cTn id="11" dur="500"/>
                                        <p:tgtEl>
                                          <p:spTgt spid="10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40"/>
                                        </p:tgtEl>
                                        <p:attrNameLst>
                                          <p:attrName>style.visibility</p:attrName>
                                        </p:attrNameLst>
                                      </p:cBhvr>
                                      <p:to>
                                        <p:strVal val="visible"/>
                                      </p:to>
                                    </p:set>
                                    <p:animEffect transition="in" filter="fade">
                                      <p:cBhvr>
                                        <p:cTn id="16" dur="500"/>
                                        <p:tgtEl>
                                          <p:spTgt spid="140"/>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par>
                          <p:cTn id="21" fill="hold">
                            <p:stCondLst>
                              <p:cond delay="1000"/>
                            </p:stCondLst>
                            <p:childTnLst>
                              <p:par>
                                <p:cTn id="22" presetID="21" presetClass="entr" presetSubtype="1"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heel(1)">
                                      <p:cBhvr>
                                        <p:cTn id="24" dur="2000"/>
                                        <p:tgtEl>
                                          <p:spTgt spid="5"/>
                                        </p:tgtEl>
                                      </p:cBhvr>
                                    </p:animEffect>
                                  </p:childTnLst>
                                </p:cTn>
                              </p:par>
                            </p:childTnLst>
                          </p:cTn>
                        </p:par>
                        <p:par>
                          <p:cTn id="25" fill="hold">
                            <p:stCondLst>
                              <p:cond delay="3000"/>
                            </p:stCondLst>
                            <p:childTnLst>
                              <p:par>
                                <p:cTn id="26" presetID="22" presetClass="entr" presetSubtype="1" fill="hold" nodeType="afterEffect">
                                  <p:stCondLst>
                                    <p:cond delay="0"/>
                                  </p:stCondLst>
                                  <p:childTnLst>
                                    <p:set>
                                      <p:cBhvr>
                                        <p:cTn id="27" dur="1" fill="hold">
                                          <p:stCondLst>
                                            <p:cond delay="0"/>
                                          </p:stCondLst>
                                        </p:cTn>
                                        <p:tgtEl>
                                          <p:spTgt spid="83"/>
                                        </p:tgtEl>
                                        <p:attrNameLst>
                                          <p:attrName>style.visibility</p:attrName>
                                        </p:attrNameLst>
                                      </p:cBhvr>
                                      <p:to>
                                        <p:strVal val="visible"/>
                                      </p:to>
                                    </p:set>
                                    <p:animEffect transition="in" filter="wipe(up)">
                                      <p:cBhvr>
                                        <p:cTn id="28" dur="500"/>
                                        <p:tgtEl>
                                          <p:spTgt spid="83"/>
                                        </p:tgtEl>
                                      </p:cBhvr>
                                    </p:animEffect>
                                  </p:childTnLst>
                                </p:cTn>
                              </p:par>
                            </p:childTnLst>
                          </p:cTn>
                        </p:par>
                        <p:par>
                          <p:cTn id="29" fill="hold">
                            <p:stCondLst>
                              <p:cond delay="3500"/>
                            </p:stCondLst>
                            <p:childTnLst>
                              <p:par>
                                <p:cTn id="30" presetID="10" presetClass="entr" presetSubtype="0" fill="hold" grpId="0" nodeType="after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par>
                          <p:cTn id="38" fill="hold">
                            <p:stCondLst>
                              <p:cond delay="500"/>
                            </p:stCondLst>
                            <p:childTnLst>
                              <p:par>
                                <p:cTn id="39" presetID="22" presetClass="entr" presetSubtype="1" fill="hold" nodeType="afterEffect">
                                  <p:stCondLst>
                                    <p:cond delay="0"/>
                                  </p:stCondLst>
                                  <p:childTnLst>
                                    <p:set>
                                      <p:cBhvr>
                                        <p:cTn id="40" dur="1" fill="hold">
                                          <p:stCondLst>
                                            <p:cond delay="0"/>
                                          </p:stCondLst>
                                        </p:cTn>
                                        <p:tgtEl>
                                          <p:spTgt spid="86"/>
                                        </p:tgtEl>
                                        <p:attrNameLst>
                                          <p:attrName>style.visibility</p:attrName>
                                        </p:attrNameLst>
                                      </p:cBhvr>
                                      <p:to>
                                        <p:strVal val="visible"/>
                                      </p:to>
                                    </p:set>
                                    <p:animEffect transition="in" filter="wipe(up)">
                                      <p:cBhvr>
                                        <p:cTn id="41" dur="500"/>
                                        <p:tgtEl>
                                          <p:spTgt spid="86"/>
                                        </p:tgtEl>
                                      </p:cBhvr>
                                    </p:animEffect>
                                  </p:childTnLst>
                                </p:cTn>
                              </p:par>
                            </p:childTnLst>
                          </p:cTn>
                        </p:par>
                        <p:par>
                          <p:cTn id="42" fill="hold">
                            <p:stCondLst>
                              <p:cond delay="1000"/>
                            </p:stCondLst>
                            <p:childTnLst>
                              <p:par>
                                <p:cTn id="43" presetID="10" presetClass="entr" presetSubtype="0" fill="hold" grpId="0" nodeType="after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p:tgtEl>
                                          <p:spTgt spid="7"/>
                                        </p:tgtEl>
                                      </p:cBhvr>
                                    </p:animEffect>
                                  </p:childTnLst>
                                </p:cTn>
                              </p:par>
                            </p:childTnLst>
                          </p:cTn>
                        </p:par>
                        <p:par>
                          <p:cTn id="46" fill="hold">
                            <p:stCondLst>
                              <p:cond delay="1500"/>
                            </p:stCondLst>
                            <p:childTnLst>
                              <p:par>
                                <p:cTn id="47" presetID="22" presetClass="entr" presetSubtype="1" fill="hold" nodeType="afterEffect">
                                  <p:stCondLst>
                                    <p:cond delay="0"/>
                                  </p:stCondLst>
                                  <p:childTnLst>
                                    <p:set>
                                      <p:cBhvr>
                                        <p:cTn id="48" dur="1" fill="hold">
                                          <p:stCondLst>
                                            <p:cond delay="0"/>
                                          </p:stCondLst>
                                        </p:cTn>
                                        <p:tgtEl>
                                          <p:spTgt spid="89"/>
                                        </p:tgtEl>
                                        <p:attrNameLst>
                                          <p:attrName>style.visibility</p:attrName>
                                        </p:attrNameLst>
                                      </p:cBhvr>
                                      <p:to>
                                        <p:strVal val="visible"/>
                                      </p:to>
                                    </p:set>
                                    <p:animEffect transition="in" filter="wipe(up)">
                                      <p:cBhvr>
                                        <p:cTn id="49" dur="500"/>
                                        <p:tgtEl>
                                          <p:spTgt spid="89"/>
                                        </p:tgtEl>
                                      </p:cBhvr>
                                    </p:animEffect>
                                  </p:childTnLst>
                                </p:cTn>
                              </p:par>
                            </p:childTnLst>
                          </p:cTn>
                        </p:par>
                        <p:par>
                          <p:cTn id="50" fill="hold">
                            <p:stCondLst>
                              <p:cond delay="2000"/>
                            </p:stCondLst>
                            <p:childTnLst>
                              <p:par>
                                <p:cTn id="51" presetID="10" presetClass="entr" presetSubtype="0" fill="hold" grpId="0" nodeType="after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fade">
                                      <p:cBhvr>
                                        <p:cTn id="53" dur="500"/>
                                        <p:tgtEl>
                                          <p:spTgt spid="8"/>
                                        </p:tgtEl>
                                      </p:cBhvr>
                                    </p:animEffect>
                                  </p:childTnLst>
                                </p:cTn>
                              </p:par>
                            </p:childTnLst>
                          </p:cTn>
                        </p:par>
                        <p:par>
                          <p:cTn id="54" fill="hold">
                            <p:stCondLst>
                              <p:cond delay="2500"/>
                            </p:stCondLst>
                            <p:childTnLst>
                              <p:par>
                                <p:cTn id="55" presetID="22" presetClass="entr" presetSubtype="1" fill="hold" nodeType="afterEffect">
                                  <p:stCondLst>
                                    <p:cond delay="0"/>
                                  </p:stCondLst>
                                  <p:childTnLst>
                                    <p:set>
                                      <p:cBhvr>
                                        <p:cTn id="56" dur="1" fill="hold">
                                          <p:stCondLst>
                                            <p:cond delay="0"/>
                                          </p:stCondLst>
                                        </p:cTn>
                                        <p:tgtEl>
                                          <p:spTgt spid="92"/>
                                        </p:tgtEl>
                                        <p:attrNameLst>
                                          <p:attrName>style.visibility</p:attrName>
                                        </p:attrNameLst>
                                      </p:cBhvr>
                                      <p:to>
                                        <p:strVal val="visible"/>
                                      </p:to>
                                    </p:set>
                                    <p:animEffect transition="in" filter="wipe(up)">
                                      <p:cBhvr>
                                        <p:cTn id="57" dur="500"/>
                                        <p:tgtEl>
                                          <p:spTgt spid="92"/>
                                        </p:tgtEl>
                                      </p:cBhvr>
                                    </p:animEffect>
                                  </p:childTnLst>
                                </p:cTn>
                              </p:par>
                            </p:childTnLst>
                          </p:cTn>
                        </p:par>
                        <p:par>
                          <p:cTn id="58" fill="hold">
                            <p:stCondLst>
                              <p:cond delay="3000"/>
                            </p:stCondLst>
                            <p:childTnLst>
                              <p:par>
                                <p:cTn id="59" presetID="10" presetClass="entr" presetSubtype="0" fill="hold" grpId="0" nodeType="after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fade">
                                      <p:cBhvr>
                                        <p:cTn id="61" dur="500"/>
                                        <p:tgtEl>
                                          <p:spTgt spid="9"/>
                                        </p:tgtEl>
                                      </p:cBhvr>
                                    </p:animEffect>
                                  </p:childTnLst>
                                </p:cTn>
                              </p:par>
                            </p:childTnLst>
                          </p:cTn>
                        </p:par>
                        <p:par>
                          <p:cTn id="62" fill="hold">
                            <p:stCondLst>
                              <p:cond delay="3500"/>
                            </p:stCondLst>
                            <p:childTnLst>
                              <p:par>
                                <p:cTn id="63" presetID="22" presetClass="entr" presetSubtype="1" fill="hold" nodeType="afterEffect">
                                  <p:stCondLst>
                                    <p:cond delay="0"/>
                                  </p:stCondLst>
                                  <p:childTnLst>
                                    <p:set>
                                      <p:cBhvr>
                                        <p:cTn id="64" dur="1" fill="hold">
                                          <p:stCondLst>
                                            <p:cond delay="0"/>
                                          </p:stCondLst>
                                        </p:cTn>
                                        <p:tgtEl>
                                          <p:spTgt spid="95"/>
                                        </p:tgtEl>
                                        <p:attrNameLst>
                                          <p:attrName>style.visibility</p:attrName>
                                        </p:attrNameLst>
                                      </p:cBhvr>
                                      <p:to>
                                        <p:strVal val="visible"/>
                                      </p:to>
                                    </p:set>
                                    <p:animEffect transition="in" filter="wipe(up)">
                                      <p:cBhvr>
                                        <p:cTn id="65" dur="500"/>
                                        <p:tgtEl>
                                          <p:spTgt spid="95"/>
                                        </p:tgtEl>
                                      </p:cBhvr>
                                    </p:animEffect>
                                  </p:childTnLst>
                                </p:cTn>
                              </p:par>
                            </p:childTnLst>
                          </p:cTn>
                        </p:par>
                        <p:par>
                          <p:cTn id="66" fill="hold">
                            <p:stCondLst>
                              <p:cond delay="4000"/>
                            </p:stCondLst>
                            <p:childTnLst>
                              <p:par>
                                <p:cTn id="67" presetID="10" presetClass="entr" presetSubtype="0" fill="hold" grpId="0" nodeType="afterEffect">
                                  <p:stCondLst>
                                    <p:cond delay="0"/>
                                  </p:stCondLst>
                                  <p:childTnLst>
                                    <p:set>
                                      <p:cBhvr>
                                        <p:cTn id="68" dur="1" fill="hold">
                                          <p:stCondLst>
                                            <p:cond delay="0"/>
                                          </p:stCondLst>
                                        </p:cTn>
                                        <p:tgtEl>
                                          <p:spTgt spid="10"/>
                                        </p:tgtEl>
                                        <p:attrNameLst>
                                          <p:attrName>style.visibility</p:attrName>
                                        </p:attrNameLst>
                                      </p:cBhvr>
                                      <p:to>
                                        <p:strVal val="visible"/>
                                      </p:to>
                                    </p:set>
                                    <p:animEffect transition="in" filter="fade">
                                      <p:cBhvr>
                                        <p:cTn id="69" dur="500"/>
                                        <p:tgtEl>
                                          <p:spTgt spid="10"/>
                                        </p:tgtEl>
                                      </p:cBhvr>
                                    </p:animEffect>
                                  </p:childTnLst>
                                </p:cTn>
                              </p:par>
                            </p:childTnLst>
                          </p:cTn>
                        </p:par>
                        <p:par>
                          <p:cTn id="70" fill="hold">
                            <p:stCondLst>
                              <p:cond delay="4500"/>
                            </p:stCondLst>
                            <p:childTnLst>
                              <p:par>
                                <p:cTn id="71" presetID="22" presetClass="entr" presetSubtype="1" fill="hold" nodeType="afterEffect">
                                  <p:stCondLst>
                                    <p:cond delay="0"/>
                                  </p:stCondLst>
                                  <p:childTnLst>
                                    <p:set>
                                      <p:cBhvr>
                                        <p:cTn id="72" dur="1" fill="hold">
                                          <p:stCondLst>
                                            <p:cond delay="0"/>
                                          </p:stCondLst>
                                        </p:cTn>
                                        <p:tgtEl>
                                          <p:spTgt spid="98"/>
                                        </p:tgtEl>
                                        <p:attrNameLst>
                                          <p:attrName>style.visibility</p:attrName>
                                        </p:attrNameLst>
                                      </p:cBhvr>
                                      <p:to>
                                        <p:strVal val="visible"/>
                                      </p:to>
                                    </p:set>
                                    <p:animEffect transition="in" filter="wipe(up)">
                                      <p:cBhvr>
                                        <p:cTn id="73" dur="500"/>
                                        <p:tgtEl>
                                          <p:spTgt spid="98"/>
                                        </p:tgtEl>
                                      </p:cBhvr>
                                    </p:animEffect>
                                  </p:childTnLst>
                                </p:cTn>
                              </p:par>
                            </p:childTnLst>
                          </p:cTn>
                        </p:par>
                        <p:par>
                          <p:cTn id="74" fill="hold">
                            <p:stCondLst>
                              <p:cond delay="5000"/>
                            </p:stCondLst>
                            <p:childTnLst>
                              <p:par>
                                <p:cTn id="75" presetID="10" presetClass="entr" presetSubtype="0" fill="hold" grpId="0" nodeType="afterEffect">
                                  <p:stCondLst>
                                    <p:cond delay="0"/>
                                  </p:stCondLst>
                                  <p:childTnLst>
                                    <p:set>
                                      <p:cBhvr>
                                        <p:cTn id="76" dur="1" fill="hold">
                                          <p:stCondLst>
                                            <p:cond delay="0"/>
                                          </p:stCondLst>
                                        </p:cTn>
                                        <p:tgtEl>
                                          <p:spTgt spid="11"/>
                                        </p:tgtEl>
                                        <p:attrNameLst>
                                          <p:attrName>style.visibility</p:attrName>
                                        </p:attrNameLst>
                                      </p:cBhvr>
                                      <p:to>
                                        <p:strVal val="visible"/>
                                      </p:to>
                                    </p:set>
                                    <p:animEffect transition="in" filter="fade">
                                      <p:cBhvr>
                                        <p:cTn id="77" dur="500"/>
                                        <p:tgtEl>
                                          <p:spTgt spid="11"/>
                                        </p:tgtEl>
                                      </p:cBhvr>
                                    </p:animEffect>
                                  </p:childTnLst>
                                </p:cTn>
                              </p:par>
                            </p:childTnLst>
                          </p:cTn>
                        </p:par>
                        <p:par>
                          <p:cTn id="78" fill="hold">
                            <p:stCondLst>
                              <p:cond delay="5500"/>
                            </p:stCondLst>
                            <p:childTnLst>
                              <p:par>
                                <p:cTn id="79" presetID="22" presetClass="entr" presetSubtype="8" fill="hold" nodeType="afterEffect">
                                  <p:stCondLst>
                                    <p:cond delay="0"/>
                                  </p:stCondLst>
                                  <p:childTnLst>
                                    <p:set>
                                      <p:cBhvr>
                                        <p:cTn id="80" dur="1" fill="hold">
                                          <p:stCondLst>
                                            <p:cond delay="0"/>
                                          </p:stCondLst>
                                        </p:cTn>
                                        <p:tgtEl>
                                          <p:spTgt spid="82"/>
                                        </p:tgtEl>
                                        <p:attrNameLst>
                                          <p:attrName>style.visibility</p:attrName>
                                        </p:attrNameLst>
                                      </p:cBhvr>
                                      <p:to>
                                        <p:strVal val="visible"/>
                                      </p:to>
                                    </p:set>
                                    <p:animEffect transition="in" filter="wipe(left)">
                                      <p:cBhvr>
                                        <p:cTn id="81" dur="500"/>
                                        <p:tgtEl>
                                          <p:spTgt spid="82"/>
                                        </p:tgtEl>
                                      </p:cBhvr>
                                    </p:animEffect>
                                  </p:childTnLst>
                                </p:cTn>
                              </p:par>
                            </p:childTnLst>
                          </p:cTn>
                        </p:par>
                        <p:par>
                          <p:cTn id="82" fill="hold">
                            <p:stCondLst>
                              <p:cond delay="6000"/>
                            </p:stCondLst>
                            <p:childTnLst>
                              <p:par>
                                <p:cTn id="83" presetID="10" presetClass="entr" presetSubtype="0" fill="hold" nodeType="afterEffect">
                                  <p:stCondLst>
                                    <p:cond delay="0"/>
                                  </p:stCondLst>
                                  <p:childTnLst>
                                    <p:set>
                                      <p:cBhvr>
                                        <p:cTn id="84" dur="1" fill="hold">
                                          <p:stCondLst>
                                            <p:cond delay="0"/>
                                          </p:stCondLst>
                                        </p:cTn>
                                        <p:tgtEl>
                                          <p:spTgt spid="13"/>
                                        </p:tgtEl>
                                        <p:attrNameLst>
                                          <p:attrName>style.visibility</p:attrName>
                                        </p:attrNameLst>
                                      </p:cBhvr>
                                      <p:to>
                                        <p:strVal val="visible"/>
                                      </p:to>
                                    </p:set>
                                    <p:animEffect transition="in" filter="fade">
                                      <p:cBhvr>
                                        <p:cTn id="85" dur="500"/>
                                        <p:tgtEl>
                                          <p:spTgt spid="13"/>
                                        </p:tgtEl>
                                      </p:cBhvr>
                                    </p:animEffect>
                                  </p:childTnLst>
                                </p:cTn>
                              </p:par>
                            </p:childTnLst>
                          </p:cTn>
                        </p:par>
                      </p:childTnLst>
                    </p:cTn>
                  </p:par>
                  <p:par>
                    <p:cTn id="86" fill="hold">
                      <p:stCondLst>
                        <p:cond delay="indefinite"/>
                      </p:stCondLst>
                      <p:childTnLst>
                        <p:par>
                          <p:cTn id="87" fill="hold">
                            <p:stCondLst>
                              <p:cond delay="0"/>
                            </p:stCondLst>
                            <p:childTnLst>
                              <p:par>
                                <p:cTn id="88" presetID="47" presetClass="entr" presetSubtype="0" fill="hold" nodeType="clickEffect">
                                  <p:stCondLst>
                                    <p:cond delay="0"/>
                                  </p:stCondLst>
                                  <p:childTnLst>
                                    <p:set>
                                      <p:cBhvr>
                                        <p:cTn id="89" dur="1" fill="hold">
                                          <p:stCondLst>
                                            <p:cond delay="0"/>
                                          </p:stCondLst>
                                        </p:cTn>
                                        <p:tgtEl>
                                          <p:spTgt spid="17"/>
                                        </p:tgtEl>
                                        <p:attrNameLst>
                                          <p:attrName>style.visibility</p:attrName>
                                        </p:attrNameLst>
                                      </p:cBhvr>
                                      <p:to>
                                        <p:strVal val="visible"/>
                                      </p:to>
                                    </p:set>
                                    <p:animEffect transition="in" filter="fade">
                                      <p:cBhvr>
                                        <p:cTn id="90" dur="1000"/>
                                        <p:tgtEl>
                                          <p:spTgt spid="17"/>
                                        </p:tgtEl>
                                      </p:cBhvr>
                                    </p:animEffect>
                                    <p:anim calcmode="lin" valueType="num">
                                      <p:cBhvr>
                                        <p:cTn id="91" dur="1000" fill="hold"/>
                                        <p:tgtEl>
                                          <p:spTgt spid="17"/>
                                        </p:tgtEl>
                                        <p:attrNameLst>
                                          <p:attrName>ppt_x</p:attrName>
                                        </p:attrNameLst>
                                      </p:cBhvr>
                                      <p:tavLst>
                                        <p:tav tm="0">
                                          <p:val>
                                            <p:strVal val="#ppt_x"/>
                                          </p:val>
                                        </p:tav>
                                        <p:tav tm="100000">
                                          <p:val>
                                            <p:strVal val="#ppt_x"/>
                                          </p:val>
                                        </p:tav>
                                      </p:tavLst>
                                    </p:anim>
                                    <p:anim calcmode="lin" valueType="num">
                                      <p:cBhvr>
                                        <p:cTn id="92"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nodeType="clickEffect">
                                  <p:stCondLst>
                                    <p:cond delay="0"/>
                                  </p:stCondLst>
                                  <p:childTnLst>
                                    <p:set>
                                      <p:cBhvr>
                                        <p:cTn id="96" dur="1" fill="hold">
                                          <p:stCondLst>
                                            <p:cond delay="0"/>
                                          </p:stCondLst>
                                        </p:cTn>
                                        <p:tgtEl>
                                          <p:spTgt spid="115"/>
                                        </p:tgtEl>
                                        <p:attrNameLst>
                                          <p:attrName>style.visibility</p:attrName>
                                        </p:attrNameLst>
                                      </p:cBhvr>
                                      <p:to>
                                        <p:strVal val="visible"/>
                                      </p:to>
                                    </p:set>
                                    <p:animEffect transition="in" filter="wipe(up)">
                                      <p:cBhvr>
                                        <p:cTn id="97" dur="2000"/>
                                        <p:tgtEl>
                                          <p:spTgt spid="115"/>
                                        </p:tgtEl>
                                      </p:cBhvr>
                                    </p:animEffect>
                                  </p:childTnLst>
                                </p:cTn>
                              </p:par>
                              <p:par>
                                <p:cTn id="98" presetID="22" presetClass="entr" presetSubtype="1" fill="hold" nodeType="withEffect">
                                  <p:stCondLst>
                                    <p:cond delay="0"/>
                                  </p:stCondLst>
                                  <p:childTnLst>
                                    <p:set>
                                      <p:cBhvr>
                                        <p:cTn id="99" dur="1" fill="hold">
                                          <p:stCondLst>
                                            <p:cond delay="0"/>
                                          </p:stCondLst>
                                        </p:cTn>
                                        <p:tgtEl>
                                          <p:spTgt spid="116"/>
                                        </p:tgtEl>
                                        <p:attrNameLst>
                                          <p:attrName>style.visibility</p:attrName>
                                        </p:attrNameLst>
                                      </p:cBhvr>
                                      <p:to>
                                        <p:strVal val="visible"/>
                                      </p:to>
                                    </p:set>
                                    <p:animEffect transition="in" filter="wipe(up)">
                                      <p:cBhvr>
                                        <p:cTn id="100" dur="2000"/>
                                        <p:tgtEl>
                                          <p:spTgt spid="116"/>
                                        </p:tgtEl>
                                      </p:cBhvr>
                                    </p:animEffect>
                                  </p:childTnLst>
                                </p:cTn>
                              </p:par>
                              <p:par>
                                <p:cTn id="101" presetID="22" presetClass="entr" presetSubtype="1" fill="hold" nodeType="withEffect">
                                  <p:stCondLst>
                                    <p:cond delay="0"/>
                                  </p:stCondLst>
                                  <p:childTnLst>
                                    <p:set>
                                      <p:cBhvr>
                                        <p:cTn id="102" dur="1" fill="hold">
                                          <p:stCondLst>
                                            <p:cond delay="0"/>
                                          </p:stCondLst>
                                        </p:cTn>
                                        <p:tgtEl>
                                          <p:spTgt spid="117"/>
                                        </p:tgtEl>
                                        <p:attrNameLst>
                                          <p:attrName>style.visibility</p:attrName>
                                        </p:attrNameLst>
                                      </p:cBhvr>
                                      <p:to>
                                        <p:strVal val="visible"/>
                                      </p:to>
                                    </p:set>
                                    <p:animEffect transition="in" filter="wipe(up)">
                                      <p:cBhvr>
                                        <p:cTn id="103" dur="2000"/>
                                        <p:tgtEl>
                                          <p:spTgt spid="117"/>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103"/>
                                        </p:tgtEl>
                                        <p:attrNameLst>
                                          <p:attrName>style.visibility</p:attrName>
                                        </p:attrNameLst>
                                      </p:cBhvr>
                                      <p:to>
                                        <p:strVal val="visible"/>
                                      </p:to>
                                    </p:set>
                                    <p:animEffect transition="in" filter="wipe(left)">
                                      <p:cBhvr>
                                        <p:cTn id="108" dur="2000"/>
                                        <p:tgtEl>
                                          <p:spTgt spid="103"/>
                                        </p:tgtEl>
                                      </p:cBhvr>
                                    </p:animEffect>
                                  </p:childTnLst>
                                </p:cTn>
                              </p:par>
                            </p:childTnLst>
                          </p:cTn>
                        </p:par>
                        <p:par>
                          <p:cTn id="109" fill="hold">
                            <p:stCondLst>
                              <p:cond delay="2000"/>
                            </p:stCondLst>
                            <p:childTnLst>
                              <p:par>
                                <p:cTn id="110" presetID="10" presetClass="entr" presetSubtype="0" fill="hold" grpId="0" nodeType="afterEffect">
                                  <p:stCondLst>
                                    <p:cond delay="500"/>
                                  </p:stCondLst>
                                  <p:childTnLst>
                                    <p:set>
                                      <p:cBhvr>
                                        <p:cTn id="111" dur="1" fill="hold">
                                          <p:stCondLst>
                                            <p:cond delay="0"/>
                                          </p:stCondLst>
                                        </p:cTn>
                                        <p:tgtEl>
                                          <p:spTgt spid="72"/>
                                        </p:tgtEl>
                                        <p:attrNameLst>
                                          <p:attrName>style.visibility</p:attrName>
                                        </p:attrNameLst>
                                      </p:cBhvr>
                                      <p:to>
                                        <p:strVal val="visible"/>
                                      </p:to>
                                    </p:set>
                                    <p:animEffect transition="in" filter="fade">
                                      <p:cBhvr>
                                        <p:cTn id="112" dur="1000"/>
                                        <p:tgtEl>
                                          <p:spTgt spid="72"/>
                                        </p:tgtEl>
                                      </p:cBhvr>
                                    </p:animEffect>
                                  </p:childTnLst>
                                </p:cTn>
                              </p:par>
                            </p:childTnLst>
                          </p:cTn>
                        </p:par>
                        <p:par>
                          <p:cTn id="113" fill="hold">
                            <p:stCondLst>
                              <p:cond delay="3500"/>
                            </p:stCondLst>
                            <p:childTnLst>
                              <p:par>
                                <p:cTn id="114" presetID="10" presetClass="entr" presetSubtype="0" fill="hold" grpId="0" nodeType="afterEffect">
                                  <p:stCondLst>
                                    <p:cond delay="500"/>
                                  </p:stCondLst>
                                  <p:childTnLst>
                                    <p:set>
                                      <p:cBhvr>
                                        <p:cTn id="115" dur="1" fill="hold">
                                          <p:stCondLst>
                                            <p:cond delay="0"/>
                                          </p:stCondLst>
                                        </p:cTn>
                                        <p:tgtEl>
                                          <p:spTgt spid="104"/>
                                        </p:tgtEl>
                                        <p:attrNameLst>
                                          <p:attrName>style.visibility</p:attrName>
                                        </p:attrNameLst>
                                      </p:cBhvr>
                                      <p:to>
                                        <p:strVal val="visible"/>
                                      </p:to>
                                    </p:set>
                                    <p:animEffect transition="in" filter="fade">
                                      <p:cBhvr>
                                        <p:cTn id="116" dur="1000"/>
                                        <p:tgtEl>
                                          <p:spTgt spid="104"/>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nodeType="clickEffect">
                                  <p:stCondLst>
                                    <p:cond delay="0"/>
                                  </p:stCondLst>
                                  <p:childTnLst>
                                    <p:set>
                                      <p:cBhvr>
                                        <p:cTn id="120" dur="1" fill="hold">
                                          <p:stCondLst>
                                            <p:cond delay="0"/>
                                          </p:stCondLst>
                                        </p:cTn>
                                        <p:tgtEl>
                                          <p:spTgt spid="75"/>
                                        </p:tgtEl>
                                        <p:attrNameLst>
                                          <p:attrName>style.visibility</p:attrName>
                                        </p:attrNameLst>
                                      </p:cBhvr>
                                      <p:to>
                                        <p:strVal val="visible"/>
                                      </p:to>
                                    </p:set>
                                    <p:animEffect transition="in" filter="fade">
                                      <p:cBhvr>
                                        <p:cTn id="121" dur="500"/>
                                        <p:tgtEl>
                                          <p:spTgt spid="75"/>
                                        </p:tgtEl>
                                      </p:cBhvr>
                                    </p:animEffect>
                                  </p:childTnLst>
                                </p:cTn>
                              </p:par>
                            </p:childTnLst>
                          </p:cTn>
                        </p:par>
                        <p:par>
                          <p:cTn id="122" fill="hold">
                            <p:stCondLst>
                              <p:cond delay="500"/>
                            </p:stCondLst>
                            <p:childTnLst>
                              <p:par>
                                <p:cTn id="123" presetID="22" presetClass="entr" presetSubtype="8" fill="hold" nodeType="afterEffect">
                                  <p:stCondLst>
                                    <p:cond delay="1000"/>
                                  </p:stCondLst>
                                  <p:childTnLst>
                                    <p:set>
                                      <p:cBhvr>
                                        <p:cTn id="124" dur="1" fill="hold">
                                          <p:stCondLst>
                                            <p:cond delay="0"/>
                                          </p:stCondLst>
                                        </p:cTn>
                                        <p:tgtEl>
                                          <p:spTgt spid="107"/>
                                        </p:tgtEl>
                                        <p:attrNameLst>
                                          <p:attrName>style.visibility</p:attrName>
                                        </p:attrNameLst>
                                      </p:cBhvr>
                                      <p:to>
                                        <p:strVal val="visible"/>
                                      </p:to>
                                    </p:set>
                                    <p:animEffect transition="in" filter="wipe(left)">
                                      <p:cBhvr>
                                        <p:cTn id="125" dur="2000"/>
                                        <p:tgtEl>
                                          <p:spTgt spid="107"/>
                                        </p:tgtEl>
                                      </p:cBhvr>
                                    </p:animEffect>
                                  </p:childTnLst>
                                </p:cTn>
                              </p:par>
                            </p:childTnLst>
                          </p:cTn>
                        </p:par>
                        <p:par>
                          <p:cTn id="126" fill="hold">
                            <p:stCondLst>
                              <p:cond delay="3500"/>
                            </p:stCondLst>
                            <p:childTnLst>
                              <p:par>
                                <p:cTn id="127" presetID="10" presetClass="entr" presetSubtype="0" fill="hold" grpId="0" nodeType="afterEffect">
                                  <p:stCondLst>
                                    <p:cond delay="500"/>
                                  </p:stCondLst>
                                  <p:childTnLst>
                                    <p:set>
                                      <p:cBhvr>
                                        <p:cTn id="128" dur="1" fill="hold">
                                          <p:stCondLst>
                                            <p:cond delay="0"/>
                                          </p:stCondLst>
                                        </p:cTn>
                                        <p:tgtEl>
                                          <p:spTgt spid="105"/>
                                        </p:tgtEl>
                                        <p:attrNameLst>
                                          <p:attrName>style.visibility</p:attrName>
                                        </p:attrNameLst>
                                      </p:cBhvr>
                                      <p:to>
                                        <p:strVal val="visible"/>
                                      </p:to>
                                    </p:set>
                                    <p:animEffect transition="in" filter="fade">
                                      <p:cBhvr>
                                        <p:cTn id="129" dur="1000"/>
                                        <p:tgtEl>
                                          <p:spTgt spid="105"/>
                                        </p:tgtEl>
                                      </p:cBhvr>
                                    </p:animEffect>
                                  </p:childTnLst>
                                </p:cTn>
                              </p:par>
                            </p:childTnLst>
                          </p:cTn>
                        </p:par>
                        <p:par>
                          <p:cTn id="130" fill="hold">
                            <p:stCondLst>
                              <p:cond delay="5000"/>
                            </p:stCondLst>
                            <p:childTnLst>
                              <p:par>
                                <p:cTn id="131" presetID="10" presetClass="entr" presetSubtype="0" fill="hold" grpId="0" nodeType="afterEffect">
                                  <p:stCondLst>
                                    <p:cond delay="500"/>
                                  </p:stCondLst>
                                  <p:childTnLst>
                                    <p:set>
                                      <p:cBhvr>
                                        <p:cTn id="132" dur="1" fill="hold">
                                          <p:stCondLst>
                                            <p:cond delay="0"/>
                                          </p:stCondLst>
                                        </p:cTn>
                                        <p:tgtEl>
                                          <p:spTgt spid="106"/>
                                        </p:tgtEl>
                                        <p:attrNameLst>
                                          <p:attrName>style.visibility</p:attrName>
                                        </p:attrNameLst>
                                      </p:cBhvr>
                                      <p:to>
                                        <p:strVal val="visible"/>
                                      </p:to>
                                    </p:set>
                                    <p:animEffect transition="in" filter="fade">
                                      <p:cBhvr>
                                        <p:cTn id="133" dur="1000"/>
                                        <p:tgtEl>
                                          <p:spTgt spid="106"/>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nodeType="clickEffect">
                                  <p:stCondLst>
                                    <p:cond delay="0"/>
                                  </p:stCondLst>
                                  <p:childTnLst>
                                    <p:set>
                                      <p:cBhvr>
                                        <p:cTn id="137" dur="1" fill="hold">
                                          <p:stCondLst>
                                            <p:cond delay="0"/>
                                          </p:stCondLst>
                                        </p:cTn>
                                        <p:tgtEl>
                                          <p:spTgt spid="69"/>
                                        </p:tgtEl>
                                        <p:attrNameLst>
                                          <p:attrName>style.visibility</p:attrName>
                                        </p:attrNameLst>
                                      </p:cBhvr>
                                      <p:to>
                                        <p:strVal val="visible"/>
                                      </p:to>
                                    </p:set>
                                    <p:animEffect transition="in" filter="wipe(left)">
                                      <p:cBhvr>
                                        <p:cTn id="138" dur="2000"/>
                                        <p:tgtEl>
                                          <p:spTgt spid="69"/>
                                        </p:tgtEl>
                                      </p:cBhvr>
                                    </p:animEffect>
                                  </p:childTnLst>
                                </p:cTn>
                              </p:par>
                            </p:childTnLst>
                          </p:cTn>
                        </p:par>
                        <p:par>
                          <p:cTn id="139" fill="hold">
                            <p:stCondLst>
                              <p:cond delay="2000"/>
                            </p:stCondLst>
                            <p:childTnLst>
                              <p:par>
                                <p:cTn id="140" presetID="22" presetClass="entr" presetSubtype="8" fill="hold" nodeType="afterEffect">
                                  <p:stCondLst>
                                    <p:cond delay="1000"/>
                                  </p:stCondLst>
                                  <p:childTnLst>
                                    <p:set>
                                      <p:cBhvr>
                                        <p:cTn id="141" dur="1" fill="hold">
                                          <p:stCondLst>
                                            <p:cond delay="0"/>
                                          </p:stCondLst>
                                        </p:cTn>
                                        <p:tgtEl>
                                          <p:spTgt spid="67"/>
                                        </p:tgtEl>
                                        <p:attrNameLst>
                                          <p:attrName>style.visibility</p:attrName>
                                        </p:attrNameLst>
                                      </p:cBhvr>
                                      <p:to>
                                        <p:strVal val="visible"/>
                                      </p:to>
                                    </p:set>
                                    <p:animEffect transition="in" filter="wipe(left)">
                                      <p:cBhvr>
                                        <p:cTn id="142" dur="2000"/>
                                        <p:tgtEl>
                                          <p:spTgt spid="67"/>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grpId="0" nodeType="clickEffect">
                                  <p:stCondLst>
                                    <p:cond delay="0"/>
                                  </p:stCondLst>
                                  <p:childTnLst>
                                    <p:set>
                                      <p:cBhvr>
                                        <p:cTn id="146" dur="1" fill="hold">
                                          <p:stCondLst>
                                            <p:cond delay="0"/>
                                          </p:stCondLst>
                                        </p:cTn>
                                        <p:tgtEl>
                                          <p:spTgt spid="110"/>
                                        </p:tgtEl>
                                        <p:attrNameLst>
                                          <p:attrName>style.visibility</p:attrName>
                                        </p:attrNameLst>
                                      </p:cBhvr>
                                      <p:to>
                                        <p:strVal val="visible"/>
                                      </p:to>
                                    </p:set>
                                    <p:animEffect transition="in" filter="fade">
                                      <p:cBhvr>
                                        <p:cTn id="147" dur="1000"/>
                                        <p:tgtEl>
                                          <p:spTgt spid="110"/>
                                        </p:tgtEl>
                                      </p:cBhvr>
                                    </p:animEffect>
                                  </p:childTnLst>
                                </p:cTn>
                              </p:par>
                              <p:par>
                                <p:cTn id="148" presetID="10" presetClass="entr" presetSubtype="0" fill="hold" grpId="0" nodeType="withEffect">
                                  <p:stCondLst>
                                    <p:cond delay="500"/>
                                  </p:stCondLst>
                                  <p:childTnLst>
                                    <p:set>
                                      <p:cBhvr>
                                        <p:cTn id="149" dur="1" fill="hold">
                                          <p:stCondLst>
                                            <p:cond delay="0"/>
                                          </p:stCondLst>
                                        </p:cTn>
                                        <p:tgtEl>
                                          <p:spTgt spid="111"/>
                                        </p:tgtEl>
                                        <p:attrNameLst>
                                          <p:attrName>style.visibility</p:attrName>
                                        </p:attrNameLst>
                                      </p:cBhvr>
                                      <p:to>
                                        <p:strVal val="visible"/>
                                      </p:to>
                                    </p:set>
                                    <p:animEffect transition="in" filter="fade">
                                      <p:cBhvr>
                                        <p:cTn id="150" dur="10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p:bldP spid="8" grpId="0"/>
      <p:bldP spid="9" grpId="0"/>
      <p:bldP spid="10" grpId="0"/>
      <p:bldP spid="11" grpId="0"/>
      <p:bldP spid="72" grpId="0"/>
      <p:bldP spid="104" grpId="0"/>
      <p:bldP spid="105" grpId="0"/>
      <p:bldP spid="106" grpId="0"/>
      <p:bldP spid="110" grpId="0"/>
      <p:bldP spid="1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 name="Picture 108">
            <a:extLst>
              <a:ext uri="{FF2B5EF4-FFF2-40B4-BE49-F238E27FC236}">
                <a16:creationId xmlns:a16="http://schemas.microsoft.com/office/drawing/2014/main" id="{130D1A15-6DEA-4434-366F-33A08CB912AE}"/>
              </a:ext>
            </a:extLst>
          </p:cNvPr>
          <p:cNvPicPr>
            <a:picLocks noChangeAspect="1"/>
          </p:cNvPicPr>
          <p:nvPr/>
        </p:nvPicPr>
        <p:blipFill>
          <a:blip r:embed="rId2"/>
          <a:stretch>
            <a:fillRect/>
          </a:stretch>
        </p:blipFill>
        <p:spPr>
          <a:xfrm>
            <a:off x="1593771" y="1597085"/>
            <a:ext cx="1879697" cy="971600"/>
          </a:xfrm>
          <a:prstGeom prst="rect">
            <a:avLst/>
          </a:prstGeom>
        </p:spPr>
      </p:pic>
      <p:sp>
        <p:nvSpPr>
          <p:cNvPr id="2" name="Text Placeholder 1">
            <a:extLst>
              <a:ext uri="{FF2B5EF4-FFF2-40B4-BE49-F238E27FC236}">
                <a16:creationId xmlns:a16="http://schemas.microsoft.com/office/drawing/2014/main" id="{B10E3DB8-6D3A-C2B3-BF39-AFD51BC81C14}"/>
              </a:ext>
            </a:extLst>
          </p:cNvPr>
          <p:cNvSpPr>
            <a:spLocks noGrp="1"/>
          </p:cNvSpPr>
          <p:nvPr>
            <p:ph type="body" sz="quarter" idx="82"/>
          </p:nvPr>
        </p:nvSpPr>
        <p:spPr>
          <a:xfrm>
            <a:off x="625928" y="450012"/>
            <a:ext cx="10890776" cy="444247"/>
          </a:xfrm>
        </p:spPr>
        <p:txBody>
          <a:bodyPr/>
          <a:lstStyle/>
          <a:p>
            <a:r>
              <a:rPr lang="en-GB" dirty="0"/>
              <a:t>Customer Journey Example – Lead Generating Tomorrow</a:t>
            </a:r>
          </a:p>
        </p:txBody>
      </p:sp>
      <p:pic>
        <p:nvPicPr>
          <p:cNvPr id="3" name="Picture 2">
            <a:extLst>
              <a:ext uri="{FF2B5EF4-FFF2-40B4-BE49-F238E27FC236}">
                <a16:creationId xmlns:a16="http://schemas.microsoft.com/office/drawing/2014/main" id="{BA540E12-E34C-0F51-BC5D-082F5BC09F60}"/>
              </a:ext>
            </a:extLst>
          </p:cNvPr>
          <p:cNvPicPr>
            <a:picLocks noChangeAspect="1"/>
          </p:cNvPicPr>
          <p:nvPr/>
        </p:nvPicPr>
        <p:blipFill>
          <a:blip r:embed="rId3"/>
          <a:stretch>
            <a:fillRect/>
          </a:stretch>
        </p:blipFill>
        <p:spPr>
          <a:xfrm>
            <a:off x="413835" y="3107812"/>
            <a:ext cx="1148094" cy="2031244"/>
          </a:xfrm>
          <a:prstGeom prst="rect">
            <a:avLst/>
          </a:prstGeom>
        </p:spPr>
      </p:pic>
      <p:sp>
        <p:nvSpPr>
          <p:cNvPr id="4" name="TextBox 3">
            <a:extLst>
              <a:ext uri="{FF2B5EF4-FFF2-40B4-BE49-F238E27FC236}">
                <a16:creationId xmlns:a16="http://schemas.microsoft.com/office/drawing/2014/main" id="{6E3B0963-7B97-FD77-DACB-359CAB193DE7}"/>
              </a:ext>
            </a:extLst>
          </p:cNvPr>
          <p:cNvSpPr txBox="1"/>
          <p:nvPr/>
        </p:nvSpPr>
        <p:spPr>
          <a:xfrm>
            <a:off x="237404" y="5501271"/>
            <a:ext cx="2889398" cy="861774"/>
          </a:xfrm>
          <a:prstGeom prst="rect">
            <a:avLst/>
          </a:prstGeom>
          <a:noFill/>
        </p:spPr>
        <p:txBody>
          <a:bodyPr wrap="square" rtlCol="0">
            <a:spAutoFit/>
          </a:bodyPr>
          <a:lstStyle/>
          <a:p>
            <a:r>
              <a:rPr lang="en-GB" sz="1000" dirty="0">
                <a:latin typeface="+mn-lt"/>
              </a:rPr>
              <a:t>https://www.cisco.com/c/en/us/solutions/enterprise-networks/promotions-free-trials.html?team=digital_marketing&amp;medium=email&amp;campaign=transform_infrastructure&amp;ccid=cc001400&amp;dtid=oemels001119</a:t>
            </a:r>
          </a:p>
        </p:txBody>
      </p:sp>
      <p:sp>
        <p:nvSpPr>
          <p:cNvPr id="5" name="Rectangle: Rounded Corners 4">
            <a:extLst>
              <a:ext uri="{FF2B5EF4-FFF2-40B4-BE49-F238E27FC236}">
                <a16:creationId xmlns:a16="http://schemas.microsoft.com/office/drawing/2014/main" id="{9F7759DD-4751-3D6A-9FA4-811A00003777}"/>
              </a:ext>
            </a:extLst>
          </p:cNvPr>
          <p:cNvSpPr/>
          <p:nvPr/>
        </p:nvSpPr>
        <p:spPr>
          <a:xfrm>
            <a:off x="240634" y="3990015"/>
            <a:ext cx="1515196" cy="601275"/>
          </a:xfrm>
          <a:prstGeom prst="roundRect">
            <a:avLst/>
          </a:prstGeom>
          <a:noFill/>
          <a:ln w="5715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extBox 5">
            <a:extLst>
              <a:ext uri="{FF2B5EF4-FFF2-40B4-BE49-F238E27FC236}">
                <a16:creationId xmlns:a16="http://schemas.microsoft.com/office/drawing/2014/main" id="{35FBAC90-A162-E990-1B47-4A966531E837}"/>
              </a:ext>
            </a:extLst>
          </p:cNvPr>
          <p:cNvSpPr txBox="1"/>
          <p:nvPr/>
        </p:nvSpPr>
        <p:spPr>
          <a:xfrm>
            <a:off x="3872220" y="1217504"/>
            <a:ext cx="3167743" cy="400110"/>
          </a:xfrm>
          <a:prstGeom prst="rect">
            <a:avLst/>
          </a:prstGeom>
          <a:noFill/>
        </p:spPr>
        <p:txBody>
          <a:bodyPr wrap="square" rtlCol="0">
            <a:spAutoFit/>
          </a:bodyPr>
          <a:lstStyle/>
          <a:p>
            <a:r>
              <a:rPr lang="en-GB" sz="1000" dirty="0">
                <a:latin typeface="+mn-lt"/>
              </a:rPr>
              <a:t>https://www.cisco.com/c/en/us/solutions/enterprise-networks/promotions-free-trials.html</a:t>
            </a:r>
          </a:p>
        </p:txBody>
      </p:sp>
      <p:sp>
        <p:nvSpPr>
          <p:cNvPr id="7" name="TextBox 6">
            <a:extLst>
              <a:ext uri="{FF2B5EF4-FFF2-40B4-BE49-F238E27FC236}">
                <a16:creationId xmlns:a16="http://schemas.microsoft.com/office/drawing/2014/main" id="{E9470D4E-765A-C900-3FC9-C5A47CBDCF8A}"/>
              </a:ext>
            </a:extLst>
          </p:cNvPr>
          <p:cNvSpPr txBox="1"/>
          <p:nvPr/>
        </p:nvSpPr>
        <p:spPr>
          <a:xfrm>
            <a:off x="3872220" y="1947623"/>
            <a:ext cx="3341914" cy="553998"/>
          </a:xfrm>
          <a:prstGeom prst="rect">
            <a:avLst/>
          </a:prstGeom>
          <a:noFill/>
        </p:spPr>
        <p:txBody>
          <a:bodyPr wrap="square" rtlCol="0">
            <a:spAutoFit/>
          </a:bodyPr>
          <a:lstStyle/>
          <a:p>
            <a:r>
              <a:rPr lang="en-GB" sz="1000" dirty="0">
                <a:latin typeface="+mn-lt"/>
              </a:rPr>
              <a:t>https://www.cisco.com/c/en/us/solutions/enterprise-networks/promotions-free-trials/networking-remanufactured-equipment.html?oid=otretr026244</a:t>
            </a:r>
          </a:p>
        </p:txBody>
      </p:sp>
      <p:sp>
        <p:nvSpPr>
          <p:cNvPr id="8" name="TextBox 7">
            <a:extLst>
              <a:ext uri="{FF2B5EF4-FFF2-40B4-BE49-F238E27FC236}">
                <a16:creationId xmlns:a16="http://schemas.microsoft.com/office/drawing/2014/main" id="{4F8B4DED-8273-53B9-A9AD-E773600BDD62}"/>
              </a:ext>
            </a:extLst>
          </p:cNvPr>
          <p:cNvSpPr txBox="1"/>
          <p:nvPr/>
        </p:nvSpPr>
        <p:spPr>
          <a:xfrm>
            <a:off x="3872220" y="2772370"/>
            <a:ext cx="2971799" cy="553998"/>
          </a:xfrm>
          <a:prstGeom prst="rect">
            <a:avLst/>
          </a:prstGeom>
          <a:noFill/>
        </p:spPr>
        <p:txBody>
          <a:bodyPr wrap="square" rtlCol="0">
            <a:spAutoFit/>
          </a:bodyPr>
          <a:lstStyle/>
          <a:p>
            <a:r>
              <a:rPr lang="en-GB" sz="1000" dirty="0">
                <a:latin typeface="+mn-lt"/>
              </a:rPr>
              <a:t>https://www.cisco.com/site/us/en/products/networking/sdwan-routers/catalyst-8000-edge-platforms/index.html</a:t>
            </a:r>
          </a:p>
        </p:txBody>
      </p:sp>
      <p:sp>
        <p:nvSpPr>
          <p:cNvPr id="9" name="TextBox 8">
            <a:extLst>
              <a:ext uri="{FF2B5EF4-FFF2-40B4-BE49-F238E27FC236}">
                <a16:creationId xmlns:a16="http://schemas.microsoft.com/office/drawing/2014/main" id="{398DC6A1-D536-4754-A65E-94A1325741B6}"/>
              </a:ext>
            </a:extLst>
          </p:cNvPr>
          <p:cNvSpPr txBox="1"/>
          <p:nvPr/>
        </p:nvSpPr>
        <p:spPr>
          <a:xfrm>
            <a:off x="3872220" y="3646610"/>
            <a:ext cx="2792186" cy="400110"/>
          </a:xfrm>
          <a:prstGeom prst="rect">
            <a:avLst/>
          </a:prstGeom>
          <a:noFill/>
        </p:spPr>
        <p:txBody>
          <a:bodyPr wrap="square" rtlCol="0">
            <a:spAutoFit/>
          </a:bodyPr>
          <a:lstStyle/>
          <a:p>
            <a:r>
              <a:rPr lang="en-GB" sz="1000" dirty="0">
                <a:latin typeface="+mn-lt"/>
              </a:rPr>
              <a:t>https://www.cisco.com/site/us/en/solutions/secure-the-enterprise/index.html</a:t>
            </a:r>
          </a:p>
        </p:txBody>
      </p:sp>
      <p:sp>
        <p:nvSpPr>
          <p:cNvPr id="10" name="TextBox 9">
            <a:extLst>
              <a:ext uri="{FF2B5EF4-FFF2-40B4-BE49-F238E27FC236}">
                <a16:creationId xmlns:a16="http://schemas.microsoft.com/office/drawing/2014/main" id="{21B2E0DB-2272-3D3A-5F32-103C8835A0F2}"/>
              </a:ext>
            </a:extLst>
          </p:cNvPr>
          <p:cNvSpPr txBox="1"/>
          <p:nvPr/>
        </p:nvSpPr>
        <p:spPr>
          <a:xfrm>
            <a:off x="3872220" y="4519185"/>
            <a:ext cx="3086100" cy="400110"/>
          </a:xfrm>
          <a:prstGeom prst="rect">
            <a:avLst/>
          </a:prstGeom>
          <a:noFill/>
        </p:spPr>
        <p:txBody>
          <a:bodyPr wrap="square" rtlCol="0">
            <a:spAutoFit/>
          </a:bodyPr>
          <a:lstStyle/>
          <a:p>
            <a:r>
              <a:rPr lang="en-GB" sz="1000" dirty="0">
                <a:latin typeface="+mn-lt"/>
              </a:rPr>
              <a:t>https://www.cisco.com/site/us/en/products/security/firewalls/index.html</a:t>
            </a:r>
          </a:p>
        </p:txBody>
      </p:sp>
      <p:sp>
        <p:nvSpPr>
          <p:cNvPr id="11" name="TextBox 10">
            <a:extLst>
              <a:ext uri="{FF2B5EF4-FFF2-40B4-BE49-F238E27FC236}">
                <a16:creationId xmlns:a16="http://schemas.microsoft.com/office/drawing/2014/main" id="{7F24DA4E-E9FA-F103-5CBB-32594D382F88}"/>
              </a:ext>
            </a:extLst>
          </p:cNvPr>
          <p:cNvSpPr txBox="1"/>
          <p:nvPr/>
        </p:nvSpPr>
        <p:spPr>
          <a:xfrm>
            <a:off x="3872219" y="5342444"/>
            <a:ext cx="3161427" cy="707886"/>
          </a:xfrm>
          <a:prstGeom prst="rect">
            <a:avLst/>
          </a:prstGeom>
          <a:noFill/>
        </p:spPr>
        <p:txBody>
          <a:bodyPr wrap="square" rtlCol="0">
            <a:spAutoFit/>
          </a:bodyPr>
          <a:lstStyle/>
          <a:p>
            <a:r>
              <a:rPr lang="en-GB" sz="1000" dirty="0">
                <a:latin typeface="+mn-lt"/>
              </a:rPr>
              <a:t>https://www.cisco.com/c/en/us/products/security/firewalls/get-started.html?ccid=cc000155&amp;dtid=odicdc000509&amp;oid=trlsc027054</a:t>
            </a:r>
          </a:p>
        </p:txBody>
      </p:sp>
      <p:pic>
        <p:nvPicPr>
          <p:cNvPr id="13" name="Picture 12">
            <a:extLst>
              <a:ext uri="{FF2B5EF4-FFF2-40B4-BE49-F238E27FC236}">
                <a16:creationId xmlns:a16="http://schemas.microsoft.com/office/drawing/2014/main" id="{26B947CD-9069-10D5-1608-1CF1870115FF}"/>
              </a:ext>
            </a:extLst>
          </p:cNvPr>
          <p:cNvPicPr>
            <a:picLocks noChangeAspect="1"/>
          </p:cNvPicPr>
          <p:nvPr/>
        </p:nvPicPr>
        <p:blipFill>
          <a:blip r:embed="rId4"/>
          <a:stretch>
            <a:fillRect/>
          </a:stretch>
        </p:blipFill>
        <p:spPr>
          <a:xfrm>
            <a:off x="7033647" y="1298873"/>
            <a:ext cx="2687799" cy="2152025"/>
          </a:xfrm>
          <a:prstGeom prst="rect">
            <a:avLst/>
          </a:prstGeom>
        </p:spPr>
      </p:pic>
      <p:pic>
        <p:nvPicPr>
          <p:cNvPr id="17" name="Picture 16" descr="Diagram&#10;&#10;Description automatically generated">
            <a:extLst>
              <a:ext uri="{FF2B5EF4-FFF2-40B4-BE49-F238E27FC236}">
                <a16:creationId xmlns:a16="http://schemas.microsoft.com/office/drawing/2014/main" id="{3291E169-091C-4E1A-3F87-C4398CD2F4B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41329" y="122004"/>
            <a:ext cx="975375" cy="765294"/>
          </a:xfrm>
          <a:prstGeom prst="rect">
            <a:avLst/>
          </a:prstGeom>
        </p:spPr>
      </p:pic>
      <p:grpSp>
        <p:nvGrpSpPr>
          <p:cNvPr id="115" name="Group 114">
            <a:extLst>
              <a:ext uri="{FF2B5EF4-FFF2-40B4-BE49-F238E27FC236}">
                <a16:creationId xmlns:a16="http://schemas.microsoft.com/office/drawing/2014/main" id="{43BC6DE1-F1A5-4926-F312-5BBA0236A2D8}"/>
              </a:ext>
            </a:extLst>
          </p:cNvPr>
          <p:cNvGrpSpPr/>
          <p:nvPr/>
        </p:nvGrpSpPr>
        <p:grpSpPr>
          <a:xfrm>
            <a:off x="10188994" y="1024467"/>
            <a:ext cx="1686861" cy="1876815"/>
            <a:chOff x="10188994" y="1024467"/>
            <a:chExt cx="1686861" cy="1876815"/>
          </a:xfrm>
        </p:grpSpPr>
        <p:sp>
          <p:nvSpPr>
            <p:cNvPr id="112" name="Rectangle: Rounded Corners 111">
              <a:extLst>
                <a:ext uri="{FF2B5EF4-FFF2-40B4-BE49-F238E27FC236}">
                  <a16:creationId xmlns:a16="http://schemas.microsoft.com/office/drawing/2014/main" id="{BBB3D97F-CCED-3018-8404-FBB51C144391}"/>
                </a:ext>
              </a:extLst>
            </p:cNvPr>
            <p:cNvSpPr/>
            <p:nvPr/>
          </p:nvSpPr>
          <p:spPr>
            <a:xfrm>
              <a:off x="10188994" y="1024467"/>
              <a:ext cx="1686861" cy="1876815"/>
            </a:xfrm>
            <a:prstGeom prst="roundRect">
              <a:avLst/>
            </a:prstGeom>
            <a:gradFill flip="none" rotWithShape="1">
              <a:gsLst>
                <a:gs pos="0">
                  <a:schemeClr val="accent4">
                    <a:lumMod val="67000"/>
                    <a:alpha val="68000"/>
                  </a:schemeClr>
                </a:gs>
                <a:gs pos="48000">
                  <a:schemeClr val="accent4">
                    <a:lumMod val="97000"/>
                    <a:lumOff val="3000"/>
                  </a:schemeClr>
                </a:gs>
                <a:gs pos="100000">
                  <a:schemeClr val="accent4">
                    <a:lumMod val="60000"/>
                    <a:lumOff val="40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2" name="Group 11">
              <a:extLst>
                <a:ext uri="{FF2B5EF4-FFF2-40B4-BE49-F238E27FC236}">
                  <a16:creationId xmlns:a16="http://schemas.microsoft.com/office/drawing/2014/main" id="{0030B23D-6C27-BC17-CEA6-97CFE779ECE9}"/>
                </a:ext>
              </a:extLst>
            </p:cNvPr>
            <p:cNvGrpSpPr/>
            <p:nvPr/>
          </p:nvGrpSpPr>
          <p:grpSpPr>
            <a:xfrm>
              <a:off x="10374148" y="1108248"/>
              <a:ext cx="1334369" cy="761318"/>
              <a:chOff x="1202953" y="1032737"/>
              <a:chExt cx="1676400" cy="955810"/>
            </a:xfrm>
          </p:grpSpPr>
          <p:grpSp>
            <p:nvGrpSpPr>
              <p:cNvPr id="14" name="Group 28">
                <a:extLst>
                  <a:ext uri="{FF2B5EF4-FFF2-40B4-BE49-F238E27FC236}">
                    <a16:creationId xmlns:a16="http://schemas.microsoft.com/office/drawing/2014/main" id="{36B114CC-4CE4-5399-09CC-777151894A4B}"/>
                  </a:ext>
                </a:extLst>
              </p:cNvPr>
              <p:cNvGrpSpPr>
                <a:grpSpLocks noChangeAspect="1"/>
              </p:cNvGrpSpPr>
              <p:nvPr/>
            </p:nvGrpSpPr>
            <p:grpSpPr bwMode="auto">
              <a:xfrm>
                <a:off x="1700330" y="1032737"/>
                <a:ext cx="681646" cy="756257"/>
                <a:chOff x="2409" y="1098"/>
                <a:chExt cx="941" cy="1044"/>
              </a:xfrm>
            </p:grpSpPr>
            <p:sp>
              <p:nvSpPr>
                <p:cNvPr id="18" name="Freeform 29">
                  <a:extLst>
                    <a:ext uri="{FF2B5EF4-FFF2-40B4-BE49-F238E27FC236}">
                      <a16:creationId xmlns:a16="http://schemas.microsoft.com/office/drawing/2014/main" id="{66B78F27-569E-9253-5C3D-3C1C7ECC67D8}"/>
                    </a:ext>
                  </a:extLst>
                </p:cNvPr>
                <p:cNvSpPr>
                  <a:spLocks/>
                </p:cNvSpPr>
                <p:nvPr/>
              </p:nvSpPr>
              <p:spPr bwMode="auto">
                <a:xfrm>
                  <a:off x="2409" y="1507"/>
                  <a:ext cx="217" cy="285"/>
                </a:xfrm>
                <a:custGeom>
                  <a:avLst/>
                  <a:gdLst>
                    <a:gd name="T0" fmla="*/ 132 w 177"/>
                    <a:gd name="T1" fmla="*/ 238 h 238"/>
                    <a:gd name="T2" fmla="*/ 45 w 177"/>
                    <a:gd name="T3" fmla="*/ 238 h 238"/>
                    <a:gd name="T4" fmla="*/ 0 w 177"/>
                    <a:gd name="T5" fmla="*/ 192 h 238"/>
                    <a:gd name="T6" fmla="*/ 0 w 177"/>
                    <a:gd name="T7" fmla="*/ 45 h 238"/>
                    <a:gd name="T8" fmla="*/ 45 w 177"/>
                    <a:gd name="T9" fmla="*/ 0 h 238"/>
                    <a:gd name="T10" fmla="*/ 132 w 177"/>
                    <a:gd name="T11" fmla="*/ 0 h 238"/>
                    <a:gd name="T12" fmla="*/ 177 w 177"/>
                    <a:gd name="T13" fmla="*/ 45 h 238"/>
                    <a:gd name="T14" fmla="*/ 177 w 177"/>
                    <a:gd name="T15" fmla="*/ 192 h 238"/>
                    <a:gd name="T16" fmla="*/ 132 w 177"/>
                    <a:gd name="T17" fmla="*/ 23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7" h="238">
                      <a:moveTo>
                        <a:pt x="132" y="238"/>
                      </a:moveTo>
                      <a:cubicBezTo>
                        <a:pt x="45" y="238"/>
                        <a:pt x="45" y="238"/>
                        <a:pt x="45" y="238"/>
                      </a:cubicBezTo>
                      <a:cubicBezTo>
                        <a:pt x="20" y="238"/>
                        <a:pt x="0" y="217"/>
                        <a:pt x="0" y="192"/>
                      </a:cubicBezTo>
                      <a:cubicBezTo>
                        <a:pt x="0" y="45"/>
                        <a:pt x="0" y="45"/>
                        <a:pt x="0" y="45"/>
                      </a:cubicBezTo>
                      <a:cubicBezTo>
                        <a:pt x="0" y="20"/>
                        <a:pt x="20" y="0"/>
                        <a:pt x="45" y="0"/>
                      </a:cubicBezTo>
                      <a:cubicBezTo>
                        <a:pt x="132" y="0"/>
                        <a:pt x="132" y="0"/>
                        <a:pt x="132" y="0"/>
                      </a:cubicBezTo>
                      <a:cubicBezTo>
                        <a:pt x="157" y="0"/>
                        <a:pt x="177" y="20"/>
                        <a:pt x="177" y="45"/>
                      </a:cubicBezTo>
                      <a:cubicBezTo>
                        <a:pt x="177" y="192"/>
                        <a:pt x="177" y="192"/>
                        <a:pt x="177" y="192"/>
                      </a:cubicBezTo>
                      <a:cubicBezTo>
                        <a:pt x="177" y="217"/>
                        <a:pt x="157" y="238"/>
                        <a:pt x="132" y="238"/>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Oval 30">
                  <a:extLst>
                    <a:ext uri="{FF2B5EF4-FFF2-40B4-BE49-F238E27FC236}">
                      <a16:creationId xmlns:a16="http://schemas.microsoft.com/office/drawing/2014/main" id="{EB6A9D0B-14C4-1919-C7B0-D88A5C545FF1}"/>
                    </a:ext>
                  </a:extLst>
                </p:cNvPr>
                <p:cNvSpPr>
                  <a:spLocks noChangeArrowheads="1"/>
                </p:cNvSpPr>
                <p:nvPr/>
              </p:nvSpPr>
              <p:spPr bwMode="auto">
                <a:xfrm>
                  <a:off x="2452" y="1327"/>
                  <a:ext cx="131" cy="128"/>
                </a:xfrm>
                <a:prstGeom prst="ellipse">
                  <a:avLst/>
                </a:pr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31">
                  <a:extLst>
                    <a:ext uri="{FF2B5EF4-FFF2-40B4-BE49-F238E27FC236}">
                      <a16:creationId xmlns:a16="http://schemas.microsoft.com/office/drawing/2014/main" id="{3C88AC52-B8B8-7564-5532-4ED0F4765EA9}"/>
                    </a:ext>
                  </a:extLst>
                </p:cNvPr>
                <p:cNvSpPr>
                  <a:spLocks/>
                </p:cNvSpPr>
                <p:nvPr/>
              </p:nvSpPr>
              <p:spPr bwMode="auto">
                <a:xfrm>
                  <a:off x="3132" y="1507"/>
                  <a:ext cx="218" cy="285"/>
                </a:xfrm>
                <a:custGeom>
                  <a:avLst/>
                  <a:gdLst>
                    <a:gd name="T0" fmla="*/ 133 w 178"/>
                    <a:gd name="T1" fmla="*/ 238 h 238"/>
                    <a:gd name="T2" fmla="*/ 46 w 178"/>
                    <a:gd name="T3" fmla="*/ 238 h 238"/>
                    <a:gd name="T4" fmla="*/ 0 w 178"/>
                    <a:gd name="T5" fmla="*/ 192 h 238"/>
                    <a:gd name="T6" fmla="*/ 0 w 178"/>
                    <a:gd name="T7" fmla="*/ 45 h 238"/>
                    <a:gd name="T8" fmla="*/ 46 w 178"/>
                    <a:gd name="T9" fmla="*/ 0 h 238"/>
                    <a:gd name="T10" fmla="*/ 133 w 178"/>
                    <a:gd name="T11" fmla="*/ 0 h 238"/>
                    <a:gd name="T12" fmla="*/ 178 w 178"/>
                    <a:gd name="T13" fmla="*/ 45 h 238"/>
                    <a:gd name="T14" fmla="*/ 178 w 178"/>
                    <a:gd name="T15" fmla="*/ 192 h 238"/>
                    <a:gd name="T16" fmla="*/ 133 w 178"/>
                    <a:gd name="T17" fmla="*/ 23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8" h="238">
                      <a:moveTo>
                        <a:pt x="133" y="238"/>
                      </a:moveTo>
                      <a:cubicBezTo>
                        <a:pt x="46" y="238"/>
                        <a:pt x="46" y="238"/>
                        <a:pt x="46" y="238"/>
                      </a:cubicBezTo>
                      <a:cubicBezTo>
                        <a:pt x="21" y="238"/>
                        <a:pt x="0" y="217"/>
                        <a:pt x="0" y="192"/>
                      </a:cubicBezTo>
                      <a:cubicBezTo>
                        <a:pt x="0" y="45"/>
                        <a:pt x="0" y="45"/>
                        <a:pt x="0" y="45"/>
                      </a:cubicBezTo>
                      <a:cubicBezTo>
                        <a:pt x="0" y="20"/>
                        <a:pt x="21" y="0"/>
                        <a:pt x="46" y="0"/>
                      </a:cubicBezTo>
                      <a:cubicBezTo>
                        <a:pt x="133" y="0"/>
                        <a:pt x="133" y="0"/>
                        <a:pt x="133" y="0"/>
                      </a:cubicBezTo>
                      <a:cubicBezTo>
                        <a:pt x="158" y="0"/>
                        <a:pt x="178" y="20"/>
                        <a:pt x="178" y="45"/>
                      </a:cubicBezTo>
                      <a:cubicBezTo>
                        <a:pt x="178" y="192"/>
                        <a:pt x="178" y="192"/>
                        <a:pt x="178" y="192"/>
                      </a:cubicBezTo>
                      <a:cubicBezTo>
                        <a:pt x="178" y="217"/>
                        <a:pt x="158" y="238"/>
                        <a:pt x="133" y="238"/>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Oval 32">
                  <a:extLst>
                    <a:ext uri="{FF2B5EF4-FFF2-40B4-BE49-F238E27FC236}">
                      <a16:creationId xmlns:a16="http://schemas.microsoft.com/office/drawing/2014/main" id="{D68ED86A-CFC3-47D5-34BB-B63CC4B8DE9A}"/>
                    </a:ext>
                  </a:extLst>
                </p:cNvPr>
                <p:cNvSpPr>
                  <a:spLocks noChangeArrowheads="1"/>
                </p:cNvSpPr>
                <p:nvPr/>
              </p:nvSpPr>
              <p:spPr bwMode="auto">
                <a:xfrm>
                  <a:off x="3176" y="1327"/>
                  <a:ext cx="131" cy="128"/>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33">
                  <a:extLst>
                    <a:ext uri="{FF2B5EF4-FFF2-40B4-BE49-F238E27FC236}">
                      <a16:creationId xmlns:a16="http://schemas.microsoft.com/office/drawing/2014/main" id="{0271F196-BEBB-671B-03C8-8B4670C32073}"/>
                    </a:ext>
                  </a:extLst>
                </p:cNvPr>
                <p:cNvSpPr>
                  <a:spLocks/>
                </p:cNvSpPr>
                <p:nvPr/>
              </p:nvSpPr>
              <p:spPr bwMode="auto">
                <a:xfrm>
                  <a:off x="2771" y="1279"/>
                  <a:ext cx="217" cy="284"/>
                </a:xfrm>
                <a:custGeom>
                  <a:avLst/>
                  <a:gdLst>
                    <a:gd name="T0" fmla="*/ 132 w 177"/>
                    <a:gd name="T1" fmla="*/ 237 h 237"/>
                    <a:gd name="T2" fmla="*/ 45 w 177"/>
                    <a:gd name="T3" fmla="*/ 237 h 237"/>
                    <a:gd name="T4" fmla="*/ 0 w 177"/>
                    <a:gd name="T5" fmla="*/ 192 h 237"/>
                    <a:gd name="T6" fmla="*/ 0 w 177"/>
                    <a:gd name="T7" fmla="*/ 45 h 237"/>
                    <a:gd name="T8" fmla="*/ 45 w 177"/>
                    <a:gd name="T9" fmla="*/ 0 h 237"/>
                    <a:gd name="T10" fmla="*/ 132 w 177"/>
                    <a:gd name="T11" fmla="*/ 0 h 237"/>
                    <a:gd name="T12" fmla="*/ 177 w 177"/>
                    <a:gd name="T13" fmla="*/ 45 h 237"/>
                    <a:gd name="T14" fmla="*/ 177 w 177"/>
                    <a:gd name="T15" fmla="*/ 192 h 237"/>
                    <a:gd name="T16" fmla="*/ 132 w 177"/>
                    <a:gd name="T17" fmla="*/ 237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7" h="237">
                      <a:moveTo>
                        <a:pt x="132" y="237"/>
                      </a:moveTo>
                      <a:cubicBezTo>
                        <a:pt x="45" y="237"/>
                        <a:pt x="45" y="237"/>
                        <a:pt x="45" y="237"/>
                      </a:cubicBezTo>
                      <a:cubicBezTo>
                        <a:pt x="20" y="237"/>
                        <a:pt x="0" y="217"/>
                        <a:pt x="0" y="192"/>
                      </a:cubicBezTo>
                      <a:cubicBezTo>
                        <a:pt x="0" y="45"/>
                        <a:pt x="0" y="45"/>
                        <a:pt x="0" y="45"/>
                      </a:cubicBezTo>
                      <a:cubicBezTo>
                        <a:pt x="0" y="20"/>
                        <a:pt x="20" y="0"/>
                        <a:pt x="45" y="0"/>
                      </a:cubicBezTo>
                      <a:cubicBezTo>
                        <a:pt x="132" y="0"/>
                        <a:pt x="132" y="0"/>
                        <a:pt x="132" y="0"/>
                      </a:cubicBezTo>
                      <a:cubicBezTo>
                        <a:pt x="157" y="0"/>
                        <a:pt x="177" y="20"/>
                        <a:pt x="177" y="45"/>
                      </a:cubicBezTo>
                      <a:cubicBezTo>
                        <a:pt x="177" y="192"/>
                        <a:pt x="177" y="192"/>
                        <a:pt x="177" y="192"/>
                      </a:cubicBezTo>
                      <a:cubicBezTo>
                        <a:pt x="177" y="217"/>
                        <a:pt x="157" y="237"/>
                        <a:pt x="132" y="23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Oval 34">
                  <a:extLst>
                    <a:ext uri="{FF2B5EF4-FFF2-40B4-BE49-F238E27FC236}">
                      <a16:creationId xmlns:a16="http://schemas.microsoft.com/office/drawing/2014/main" id="{42CF64EC-C623-483C-FA78-39D51451E1E2}"/>
                    </a:ext>
                  </a:extLst>
                </p:cNvPr>
                <p:cNvSpPr>
                  <a:spLocks noChangeArrowheads="1"/>
                </p:cNvSpPr>
                <p:nvPr/>
              </p:nvSpPr>
              <p:spPr bwMode="auto">
                <a:xfrm>
                  <a:off x="2814" y="1098"/>
                  <a:ext cx="131"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35">
                  <a:extLst>
                    <a:ext uri="{FF2B5EF4-FFF2-40B4-BE49-F238E27FC236}">
                      <a16:creationId xmlns:a16="http://schemas.microsoft.com/office/drawing/2014/main" id="{7F482CB4-D945-846E-AC82-B210DA987165}"/>
                    </a:ext>
                  </a:extLst>
                </p:cNvPr>
                <p:cNvSpPr>
                  <a:spLocks/>
                </p:cNvSpPr>
                <p:nvPr/>
              </p:nvSpPr>
              <p:spPr bwMode="auto">
                <a:xfrm>
                  <a:off x="2771" y="1858"/>
                  <a:ext cx="217" cy="284"/>
                </a:xfrm>
                <a:custGeom>
                  <a:avLst/>
                  <a:gdLst>
                    <a:gd name="T0" fmla="*/ 132 w 177"/>
                    <a:gd name="T1" fmla="*/ 237 h 237"/>
                    <a:gd name="T2" fmla="*/ 45 w 177"/>
                    <a:gd name="T3" fmla="*/ 237 h 237"/>
                    <a:gd name="T4" fmla="*/ 0 w 177"/>
                    <a:gd name="T5" fmla="*/ 192 h 237"/>
                    <a:gd name="T6" fmla="*/ 0 w 177"/>
                    <a:gd name="T7" fmla="*/ 45 h 237"/>
                    <a:gd name="T8" fmla="*/ 45 w 177"/>
                    <a:gd name="T9" fmla="*/ 0 h 237"/>
                    <a:gd name="T10" fmla="*/ 132 w 177"/>
                    <a:gd name="T11" fmla="*/ 0 h 237"/>
                    <a:gd name="T12" fmla="*/ 177 w 177"/>
                    <a:gd name="T13" fmla="*/ 45 h 237"/>
                    <a:gd name="T14" fmla="*/ 177 w 177"/>
                    <a:gd name="T15" fmla="*/ 192 h 237"/>
                    <a:gd name="T16" fmla="*/ 132 w 177"/>
                    <a:gd name="T17" fmla="*/ 237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7" h="237">
                      <a:moveTo>
                        <a:pt x="132" y="237"/>
                      </a:moveTo>
                      <a:cubicBezTo>
                        <a:pt x="45" y="237"/>
                        <a:pt x="45" y="237"/>
                        <a:pt x="45" y="237"/>
                      </a:cubicBezTo>
                      <a:cubicBezTo>
                        <a:pt x="20" y="237"/>
                        <a:pt x="0" y="217"/>
                        <a:pt x="0" y="192"/>
                      </a:cubicBezTo>
                      <a:cubicBezTo>
                        <a:pt x="0" y="45"/>
                        <a:pt x="0" y="45"/>
                        <a:pt x="0" y="45"/>
                      </a:cubicBezTo>
                      <a:cubicBezTo>
                        <a:pt x="0" y="20"/>
                        <a:pt x="20" y="0"/>
                        <a:pt x="45" y="0"/>
                      </a:cubicBezTo>
                      <a:cubicBezTo>
                        <a:pt x="132" y="0"/>
                        <a:pt x="132" y="0"/>
                        <a:pt x="132" y="0"/>
                      </a:cubicBezTo>
                      <a:cubicBezTo>
                        <a:pt x="157" y="0"/>
                        <a:pt x="177" y="20"/>
                        <a:pt x="177" y="45"/>
                      </a:cubicBezTo>
                      <a:cubicBezTo>
                        <a:pt x="177" y="192"/>
                        <a:pt x="177" y="192"/>
                        <a:pt x="177" y="192"/>
                      </a:cubicBezTo>
                      <a:cubicBezTo>
                        <a:pt x="177" y="217"/>
                        <a:pt x="157" y="237"/>
                        <a:pt x="132" y="237"/>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Oval 36">
                  <a:extLst>
                    <a:ext uri="{FF2B5EF4-FFF2-40B4-BE49-F238E27FC236}">
                      <a16:creationId xmlns:a16="http://schemas.microsoft.com/office/drawing/2014/main" id="{C855048F-23AE-739E-5E5B-AA9102C5DD06}"/>
                    </a:ext>
                  </a:extLst>
                </p:cNvPr>
                <p:cNvSpPr>
                  <a:spLocks noChangeArrowheads="1"/>
                </p:cNvSpPr>
                <p:nvPr/>
              </p:nvSpPr>
              <p:spPr bwMode="auto">
                <a:xfrm>
                  <a:off x="2814" y="1677"/>
                  <a:ext cx="131" cy="12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37">
                  <a:extLst>
                    <a:ext uri="{FF2B5EF4-FFF2-40B4-BE49-F238E27FC236}">
                      <a16:creationId xmlns:a16="http://schemas.microsoft.com/office/drawing/2014/main" id="{DC278B9C-7641-694E-5616-00356A096B49}"/>
                    </a:ext>
                  </a:extLst>
                </p:cNvPr>
                <p:cNvSpPr>
                  <a:spLocks/>
                </p:cNvSpPr>
                <p:nvPr/>
              </p:nvSpPr>
              <p:spPr bwMode="auto">
                <a:xfrm>
                  <a:off x="2713" y="1392"/>
                  <a:ext cx="33" cy="33"/>
                </a:xfrm>
                <a:custGeom>
                  <a:avLst/>
                  <a:gdLst>
                    <a:gd name="T0" fmla="*/ 22 w 27"/>
                    <a:gd name="T1" fmla="*/ 5 h 27"/>
                    <a:gd name="T2" fmla="*/ 22 w 27"/>
                    <a:gd name="T3" fmla="*/ 23 h 27"/>
                    <a:gd name="T4" fmla="*/ 5 w 27"/>
                    <a:gd name="T5" fmla="*/ 23 h 27"/>
                    <a:gd name="T6" fmla="*/ 5 w 27"/>
                    <a:gd name="T7" fmla="*/ 5 h 27"/>
                    <a:gd name="T8" fmla="*/ 22 w 27"/>
                    <a:gd name="T9" fmla="*/ 5 h 27"/>
                  </a:gdLst>
                  <a:ahLst/>
                  <a:cxnLst>
                    <a:cxn ang="0">
                      <a:pos x="T0" y="T1"/>
                    </a:cxn>
                    <a:cxn ang="0">
                      <a:pos x="T2" y="T3"/>
                    </a:cxn>
                    <a:cxn ang="0">
                      <a:pos x="T4" y="T5"/>
                    </a:cxn>
                    <a:cxn ang="0">
                      <a:pos x="T6" y="T7"/>
                    </a:cxn>
                    <a:cxn ang="0">
                      <a:pos x="T8" y="T9"/>
                    </a:cxn>
                  </a:cxnLst>
                  <a:rect l="0" t="0" r="r" b="b"/>
                  <a:pathLst>
                    <a:path w="27" h="27">
                      <a:moveTo>
                        <a:pt x="22" y="5"/>
                      </a:moveTo>
                      <a:cubicBezTo>
                        <a:pt x="27" y="10"/>
                        <a:pt x="27" y="18"/>
                        <a:pt x="22" y="23"/>
                      </a:cubicBezTo>
                      <a:cubicBezTo>
                        <a:pt x="18" y="27"/>
                        <a:pt x="10" y="27"/>
                        <a:pt x="5" y="23"/>
                      </a:cubicBezTo>
                      <a:cubicBezTo>
                        <a:pt x="0" y="18"/>
                        <a:pt x="0" y="10"/>
                        <a:pt x="5" y="5"/>
                      </a:cubicBezTo>
                      <a:cubicBezTo>
                        <a:pt x="10" y="0"/>
                        <a:pt x="18" y="0"/>
                        <a:pt x="22" y="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38">
                  <a:extLst>
                    <a:ext uri="{FF2B5EF4-FFF2-40B4-BE49-F238E27FC236}">
                      <a16:creationId xmlns:a16="http://schemas.microsoft.com/office/drawing/2014/main" id="{80D7EC95-F2FF-8EE3-6EDD-117BC7E3500D}"/>
                    </a:ext>
                  </a:extLst>
                </p:cNvPr>
                <p:cNvSpPr>
                  <a:spLocks/>
                </p:cNvSpPr>
                <p:nvPr/>
              </p:nvSpPr>
              <p:spPr bwMode="auto">
                <a:xfrm>
                  <a:off x="2661" y="1422"/>
                  <a:ext cx="33" cy="34"/>
                </a:xfrm>
                <a:custGeom>
                  <a:avLst/>
                  <a:gdLst>
                    <a:gd name="T0" fmla="*/ 22 w 27"/>
                    <a:gd name="T1" fmla="*/ 5 h 28"/>
                    <a:gd name="T2" fmla="*/ 22 w 27"/>
                    <a:gd name="T3" fmla="*/ 23 h 28"/>
                    <a:gd name="T4" fmla="*/ 5 w 27"/>
                    <a:gd name="T5" fmla="*/ 23 h 28"/>
                    <a:gd name="T6" fmla="*/ 5 w 27"/>
                    <a:gd name="T7" fmla="*/ 5 h 28"/>
                    <a:gd name="T8" fmla="*/ 22 w 27"/>
                    <a:gd name="T9" fmla="*/ 5 h 28"/>
                  </a:gdLst>
                  <a:ahLst/>
                  <a:cxnLst>
                    <a:cxn ang="0">
                      <a:pos x="T0" y="T1"/>
                    </a:cxn>
                    <a:cxn ang="0">
                      <a:pos x="T2" y="T3"/>
                    </a:cxn>
                    <a:cxn ang="0">
                      <a:pos x="T4" y="T5"/>
                    </a:cxn>
                    <a:cxn ang="0">
                      <a:pos x="T6" y="T7"/>
                    </a:cxn>
                    <a:cxn ang="0">
                      <a:pos x="T8" y="T9"/>
                    </a:cxn>
                  </a:cxnLst>
                  <a:rect l="0" t="0" r="r" b="b"/>
                  <a:pathLst>
                    <a:path w="27" h="28">
                      <a:moveTo>
                        <a:pt x="22" y="5"/>
                      </a:moveTo>
                      <a:cubicBezTo>
                        <a:pt x="27" y="10"/>
                        <a:pt x="27" y="18"/>
                        <a:pt x="22" y="23"/>
                      </a:cubicBezTo>
                      <a:cubicBezTo>
                        <a:pt x="18" y="28"/>
                        <a:pt x="10" y="28"/>
                        <a:pt x="5" y="23"/>
                      </a:cubicBezTo>
                      <a:cubicBezTo>
                        <a:pt x="0" y="18"/>
                        <a:pt x="0" y="10"/>
                        <a:pt x="5" y="5"/>
                      </a:cubicBezTo>
                      <a:cubicBezTo>
                        <a:pt x="10" y="0"/>
                        <a:pt x="18" y="0"/>
                        <a:pt x="22" y="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39">
                  <a:extLst>
                    <a:ext uri="{FF2B5EF4-FFF2-40B4-BE49-F238E27FC236}">
                      <a16:creationId xmlns:a16="http://schemas.microsoft.com/office/drawing/2014/main" id="{0CAC78F2-AB20-413E-81A8-98B7DA9517EE}"/>
                    </a:ext>
                  </a:extLst>
                </p:cNvPr>
                <p:cNvSpPr>
                  <a:spLocks/>
                </p:cNvSpPr>
                <p:nvPr/>
              </p:nvSpPr>
              <p:spPr bwMode="auto">
                <a:xfrm>
                  <a:off x="2630" y="1474"/>
                  <a:ext cx="33" cy="33"/>
                </a:xfrm>
                <a:custGeom>
                  <a:avLst/>
                  <a:gdLst>
                    <a:gd name="T0" fmla="*/ 22 w 27"/>
                    <a:gd name="T1" fmla="*/ 5 h 28"/>
                    <a:gd name="T2" fmla="*/ 22 w 27"/>
                    <a:gd name="T3" fmla="*/ 23 h 28"/>
                    <a:gd name="T4" fmla="*/ 5 w 27"/>
                    <a:gd name="T5" fmla="*/ 23 h 28"/>
                    <a:gd name="T6" fmla="*/ 5 w 27"/>
                    <a:gd name="T7" fmla="*/ 5 h 28"/>
                    <a:gd name="T8" fmla="*/ 22 w 27"/>
                    <a:gd name="T9" fmla="*/ 5 h 28"/>
                  </a:gdLst>
                  <a:ahLst/>
                  <a:cxnLst>
                    <a:cxn ang="0">
                      <a:pos x="T0" y="T1"/>
                    </a:cxn>
                    <a:cxn ang="0">
                      <a:pos x="T2" y="T3"/>
                    </a:cxn>
                    <a:cxn ang="0">
                      <a:pos x="T4" y="T5"/>
                    </a:cxn>
                    <a:cxn ang="0">
                      <a:pos x="T6" y="T7"/>
                    </a:cxn>
                    <a:cxn ang="0">
                      <a:pos x="T8" y="T9"/>
                    </a:cxn>
                  </a:cxnLst>
                  <a:rect l="0" t="0" r="r" b="b"/>
                  <a:pathLst>
                    <a:path w="27" h="28">
                      <a:moveTo>
                        <a:pt x="22" y="5"/>
                      </a:moveTo>
                      <a:cubicBezTo>
                        <a:pt x="27" y="10"/>
                        <a:pt x="27" y="18"/>
                        <a:pt x="22" y="23"/>
                      </a:cubicBezTo>
                      <a:cubicBezTo>
                        <a:pt x="17" y="28"/>
                        <a:pt x="9" y="28"/>
                        <a:pt x="5" y="23"/>
                      </a:cubicBezTo>
                      <a:cubicBezTo>
                        <a:pt x="0" y="18"/>
                        <a:pt x="0" y="10"/>
                        <a:pt x="5" y="5"/>
                      </a:cubicBezTo>
                      <a:cubicBezTo>
                        <a:pt x="9" y="0"/>
                        <a:pt x="17" y="0"/>
                        <a:pt x="22" y="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40">
                  <a:extLst>
                    <a:ext uri="{FF2B5EF4-FFF2-40B4-BE49-F238E27FC236}">
                      <a16:creationId xmlns:a16="http://schemas.microsoft.com/office/drawing/2014/main" id="{E018B754-7D77-C6FB-6FAB-85772C5C06E5}"/>
                    </a:ext>
                  </a:extLst>
                </p:cNvPr>
                <p:cNvSpPr>
                  <a:spLocks/>
                </p:cNvSpPr>
                <p:nvPr/>
              </p:nvSpPr>
              <p:spPr bwMode="auto">
                <a:xfrm>
                  <a:off x="3011" y="1392"/>
                  <a:ext cx="35" cy="33"/>
                </a:xfrm>
                <a:custGeom>
                  <a:avLst/>
                  <a:gdLst>
                    <a:gd name="T0" fmla="*/ 5 w 28"/>
                    <a:gd name="T1" fmla="*/ 5 h 27"/>
                    <a:gd name="T2" fmla="*/ 5 w 28"/>
                    <a:gd name="T3" fmla="*/ 23 h 27"/>
                    <a:gd name="T4" fmla="*/ 23 w 28"/>
                    <a:gd name="T5" fmla="*/ 23 h 27"/>
                    <a:gd name="T6" fmla="*/ 23 w 28"/>
                    <a:gd name="T7" fmla="*/ 5 h 27"/>
                    <a:gd name="T8" fmla="*/ 5 w 28"/>
                    <a:gd name="T9" fmla="*/ 5 h 27"/>
                  </a:gdLst>
                  <a:ahLst/>
                  <a:cxnLst>
                    <a:cxn ang="0">
                      <a:pos x="T0" y="T1"/>
                    </a:cxn>
                    <a:cxn ang="0">
                      <a:pos x="T2" y="T3"/>
                    </a:cxn>
                    <a:cxn ang="0">
                      <a:pos x="T4" y="T5"/>
                    </a:cxn>
                    <a:cxn ang="0">
                      <a:pos x="T6" y="T7"/>
                    </a:cxn>
                    <a:cxn ang="0">
                      <a:pos x="T8" y="T9"/>
                    </a:cxn>
                  </a:cxnLst>
                  <a:rect l="0" t="0" r="r" b="b"/>
                  <a:pathLst>
                    <a:path w="28" h="27">
                      <a:moveTo>
                        <a:pt x="5" y="5"/>
                      </a:moveTo>
                      <a:cubicBezTo>
                        <a:pt x="0" y="10"/>
                        <a:pt x="0" y="18"/>
                        <a:pt x="5" y="23"/>
                      </a:cubicBezTo>
                      <a:cubicBezTo>
                        <a:pt x="10" y="27"/>
                        <a:pt x="18" y="27"/>
                        <a:pt x="23" y="23"/>
                      </a:cubicBezTo>
                      <a:cubicBezTo>
                        <a:pt x="28" y="18"/>
                        <a:pt x="28" y="10"/>
                        <a:pt x="23" y="5"/>
                      </a:cubicBezTo>
                      <a:cubicBezTo>
                        <a:pt x="18" y="0"/>
                        <a:pt x="10" y="0"/>
                        <a:pt x="5" y="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41">
                  <a:extLst>
                    <a:ext uri="{FF2B5EF4-FFF2-40B4-BE49-F238E27FC236}">
                      <a16:creationId xmlns:a16="http://schemas.microsoft.com/office/drawing/2014/main" id="{3E1E57DA-DC00-D739-C3C8-A500881267C6}"/>
                    </a:ext>
                  </a:extLst>
                </p:cNvPr>
                <p:cNvSpPr>
                  <a:spLocks/>
                </p:cNvSpPr>
                <p:nvPr/>
              </p:nvSpPr>
              <p:spPr bwMode="auto">
                <a:xfrm>
                  <a:off x="3064" y="1422"/>
                  <a:ext cx="34" cy="34"/>
                </a:xfrm>
                <a:custGeom>
                  <a:avLst/>
                  <a:gdLst>
                    <a:gd name="T0" fmla="*/ 5 w 28"/>
                    <a:gd name="T1" fmla="*/ 5 h 28"/>
                    <a:gd name="T2" fmla="*/ 5 w 28"/>
                    <a:gd name="T3" fmla="*/ 23 h 28"/>
                    <a:gd name="T4" fmla="*/ 23 w 28"/>
                    <a:gd name="T5" fmla="*/ 23 h 28"/>
                    <a:gd name="T6" fmla="*/ 23 w 28"/>
                    <a:gd name="T7" fmla="*/ 5 h 28"/>
                    <a:gd name="T8" fmla="*/ 5 w 28"/>
                    <a:gd name="T9" fmla="*/ 5 h 28"/>
                  </a:gdLst>
                  <a:ahLst/>
                  <a:cxnLst>
                    <a:cxn ang="0">
                      <a:pos x="T0" y="T1"/>
                    </a:cxn>
                    <a:cxn ang="0">
                      <a:pos x="T2" y="T3"/>
                    </a:cxn>
                    <a:cxn ang="0">
                      <a:pos x="T4" y="T5"/>
                    </a:cxn>
                    <a:cxn ang="0">
                      <a:pos x="T6" y="T7"/>
                    </a:cxn>
                    <a:cxn ang="0">
                      <a:pos x="T8" y="T9"/>
                    </a:cxn>
                  </a:cxnLst>
                  <a:rect l="0" t="0" r="r" b="b"/>
                  <a:pathLst>
                    <a:path w="28" h="28">
                      <a:moveTo>
                        <a:pt x="5" y="5"/>
                      </a:moveTo>
                      <a:cubicBezTo>
                        <a:pt x="0" y="10"/>
                        <a:pt x="0" y="18"/>
                        <a:pt x="5" y="23"/>
                      </a:cubicBezTo>
                      <a:cubicBezTo>
                        <a:pt x="10" y="28"/>
                        <a:pt x="18" y="28"/>
                        <a:pt x="23" y="23"/>
                      </a:cubicBezTo>
                      <a:cubicBezTo>
                        <a:pt x="28" y="18"/>
                        <a:pt x="28" y="10"/>
                        <a:pt x="23" y="5"/>
                      </a:cubicBezTo>
                      <a:cubicBezTo>
                        <a:pt x="18" y="0"/>
                        <a:pt x="10" y="0"/>
                        <a:pt x="5" y="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42">
                  <a:extLst>
                    <a:ext uri="{FF2B5EF4-FFF2-40B4-BE49-F238E27FC236}">
                      <a16:creationId xmlns:a16="http://schemas.microsoft.com/office/drawing/2014/main" id="{CDB2C6CC-821A-222D-7BC7-5AE1A1DCB233}"/>
                    </a:ext>
                  </a:extLst>
                </p:cNvPr>
                <p:cNvSpPr>
                  <a:spLocks/>
                </p:cNvSpPr>
                <p:nvPr/>
              </p:nvSpPr>
              <p:spPr bwMode="auto">
                <a:xfrm>
                  <a:off x="3095" y="1474"/>
                  <a:ext cx="34" cy="33"/>
                </a:xfrm>
                <a:custGeom>
                  <a:avLst/>
                  <a:gdLst>
                    <a:gd name="T0" fmla="*/ 5 w 28"/>
                    <a:gd name="T1" fmla="*/ 5 h 28"/>
                    <a:gd name="T2" fmla="*/ 5 w 28"/>
                    <a:gd name="T3" fmla="*/ 23 h 28"/>
                    <a:gd name="T4" fmla="*/ 23 w 28"/>
                    <a:gd name="T5" fmla="*/ 23 h 28"/>
                    <a:gd name="T6" fmla="*/ 23 w 28"/>
                    <a:gd name="T7" fmla="*/ 5 h 28"/>
                    <a:gd name="T8" fmla="*/ 5 w 28"/>
                    <a:gd name="T9" fmla="*/ 5 h 28"/>
                  </a:gdLst>
                  <a:ahLst/>
                  <a:cxnLst>
                    <a:cxn ang="0">
                      <a:pos x="T0" y="T1"/>
                    </a:cxn>
                    <a:cxn ang="0">
                      <a:pos x="T2" y="T3"/>
                    </a:cxn>
                    <a:cxn ang="0">
                      <a:pos x="T4" y="T5"/>
                    </a:cxn>
                    <a:cxn ang="0">
                      <a:pos x="T6" y="T7"/>
                    </a:cxn>
                    <a:cxn ang="0">
                      <a:pos x="T8" y="T9"/>
                    </a:cxn>
                  </a:cxnLst>
                  <a:rect l="0" t="0" r="r" b="b"/>
                  <a:pathLst>
                    <a:path w="28" h="28">
                      <a:moveTo>
                        <a:pt x="5" y="5"/>
                      </a:moveTo>
                      <a:cubicBezTo>
                        <a:pt x="0" y="10"/>
                        <a:pt x="0" y="18"/>
                        <a:pt x="5" y="23"/>
                      </a:cubicBezTo>
                      <a:cubicBezTo>
                        <a:pt x="10" y="28"/>
                        <a:pt x="18" y="28"/>
                        <a:pt x="23" y="23"/>
                      </a:cubicBezTo>
                      <a:cubicBezTo>
                        <a:pt x="28" y="18"/>
                        <a:pt x="28" y="10"/>
                        <a:pt x="23" y="5"/>
                      </a:cubicBezTo>
                      <a:cubicBezTo>
                        <a:pt x="18" y="0"/>
                        <a:pt x="10" y="0"/>
                        <a:pt x="5" y="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43">
                  <a:extLst>
                    <a:ext uri="{FF2B5EF4-FFF2-40B4-BE49-F238E27FC236}">
                      <a16:creationId xmlns:a16="http://schemas.microsoft.com/office/drawing/2014/main" id="{CC1B5639-6B97-5D7F-8F67-D1D965E48218}"/>
                    </a:ext>
                  </a:extLst>
                </p:cNvPr>
                <p:cNvSpPr>
                  <a:spLocks/>
                </p:cNvSpPr>
                <p:nvPr/>
              </p:nvSpPr>
              <p:spPr bwMode="auto">
                <a:xfrm>
                  <a:off x="2713" y="1872"/>
                  <a:ext cx="33" cy="33"/>
                </a:xfrm>
                <a:custGeom>
                  <a:avLst/>
                  <a:gdLst>
                    <a:gd name="T0" fmla="*/ 22 w 27"/>
                    <a:gd name="T1" fmla="*/ 23 h 28"/>
                    <a:gd name="T2" fmla="*/ 22 w 27"/>
                    <a:gd name="T3" fmla="*/ 5 h 28"/>
                    <a:gd name="T4" fmla="*/ 5 w 27"/>
                    <a:gd name="T5" fmla="*/ 5 h 28"/>
                    <a:gd name="T6" fmla="*/ 5 w 27"/>
                    <a:gd name="T7" fmla="*/ 23 h 28"/>
                    <a:gd name="T8" fmla="*/ 22 w 27"/>
                    <a:gd name="T9" fmla="*/ 23 h 28"/>
                  </a:gdLst>
                  <a:ahLst/>
                  <a:cxnLst>
                    <a:cxn ang="0">
                      <a:pos x="T0" y="T1"/>
                    </a:cxn>
                    <a:cxn ang="0">
                      <a:pos x="T2" y="T3"/>
                    </a:cxn>
                    <a:cxn ang="0">
                      <a:pos x="T4" y="T5"/>
                    </a:cxn>
                    <a:cxn ang="0">
                      <a:pos x="T6" y="T7"/>
                    </a:cxn>
                    <a:cxn ang="0">
                      <a:pos x="T8" y="T9"/>
                    </a:cxn>
                  </a:cxnLst>
                  <a:rect l="0" t="0" r="r" b="b"/>
                  <a:pathLst>
                    <a:path w="27" h="28">
                      <a:moveTo>
                        <a:pt x="22" y="23"/>
                      </a:moveTo>
                      <a:cubicBezTo>
                        <a:pt x="27" y="18"/>
                        <a:pt x="27" y="10"/>
                        <a:pt x="22" y="5"/>
                      </a:cubicBezTo>
                      <a:cubicBezTo>
                        <a:pt x="18" y="0"/>
                        <a:pt x="10" y="0"/>
                        <a:pt x="5" y="5"/>
                      </a:cubicBezTo>
                      <a:cubicBezTo>
                        <a:pt x="0" y="10"/>
                        <a:pt x="0" y="18"/>
                        <a:pt x="5" y="23"/>
                      </a:cubicBezTo>
                      <a:cubicBezTo>
                        <a:pt x="10" y="28"/>
                        <a:pt x="18" y="28"/>
                        <a:pt x="22" y="2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44">
                  <a:extLst>
                    <a:ext uri="{FF2B5EF4-FFF2-40B4-BE49-F238E27FC236}">
                      <a16:creationId xmlns:a16="http://schemas.microsoft.com/office/drawing/2014/main" id="{A11CA1F8-B427-B511-C5A0-2344F6A108CA}"/>
                    </a:ext>
                  </a:extLst>
                </p:cNvPr>
                <p:cNvSpPr>
                  <a:spLocks/>
                </p:cNvSpPr>
                <p:nvPr/>
              </p:nvSpPr>
              <p:spPr bwMode="auto">
                <a:xfrm>
                  <a:off x="2661" y="1842"/>
                  <a:ext cx="33" cy="33"/>
                </a:xfrm>
                <a:custGeom>
                  <a:avLst/>
                  <a:gdLst>
                    <a:gd name="T0" fmla="*/ 22 w 27"/>
                    <a:gd name="T1" fmla="*/ 23 h 28"/>
                    <a:gd name="T2" fmla="*/ 22 w 27"/>
                    <a:gd name="T3" fmla="*/ 5 h 28"/>
                    <a:gd name="T4" fmla="*/ 5 w 27"/>
                    <a:gd name="T5" fmla="*/ 5 h 28"/>
                    <a:gd name="T6" fmla="*/ 5 w 27"/>
                    <a:gd name="T7" fmla="*/ 23 h 28"/>
                    <a:gd name="T8" fmla="*/ 22 w 27"/>
                    <a:gd name="T9" fmla="*/ 23 h 28"/>
                  </a:gdLst>
                  <a:ahLst/>
                  <a:cxnLst>
                    <a:cxn ang="0">
                      <a:pos x="T0" y="T1"/>
                    </a:cxn>
                    <a:cxn ang="0">
                      <a:pos x="T2" y="T3"/>
                    </a:cxn>
                    <a:cxn ang="0">
                      <a:pos x="T4" y="T5"/>
                    </a:cxn>
                    <a:cxn ang="0">
                      <a:pos x="T6" y="T7"/>
                    </a:cxn>
                    <a:cxn ang="0">
                      <a:pos x="T8" y="T9"/>
                    </a:cxn>
                  </a:cxnLst>
                  <a:rect l="0" t="0" r="r" b="b"/>
                  <a:pathLst>
                    <a:path w="27" h="28">
                      <a:moveTo>
                        <a:pt x="22" y="23"/>
                      </a:moveTo>
                      <a:cubicBezTo>
                        <a:pt x="27" y="18"/>
                        <a:pt x="27" y="10"/>
                        <a:pt x="22" y="5"/>
                      </a:cubicBezTo>
                      <a:cubicBezTo>
                        <a:pt x="18" y="0"/>
                        <a:pt x="10" y="0"/>
                        <a:pt x="5" y="5"/>
                      </a:cubicBezTo>
                      <a:cubicBezTo>
                        <a:pt x="0" y="10"/>
                        <a:pt x="0" y="18"/>
                        <a:pt x="5" y="23"/>
                      </a:cubicBezTo>
                      <a:cubicBezTo>
                        <a:pt x="10" y="28"/>
                        <a:pt x="18" y="28"/>
                        <a:pt x="22" y="2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45">
                  <a:extLst>
                    <a:ext uri="{FF2B5EF4-FFF2-40B4-BE49-F238E27FC236}">
                      <a16:creationId xmlns:a16="http://schemas.microsoft.com/office/drawing/2014/main" id="{146C0553-8511-5070-BCB2-8E304CBE0486}"/>
                    </a:ext>
                  </a:extLst>
                </p:cNvPr>
                <p:cNvSpPr>
                  <a:spLocks/>
                </p:cNvSpPr>
                <p:nvPr/>
              </p:nvSpPr>
              <p:spPr bwMode="auto">
                <a:xfrm>
                  <a:off x="2630" y="1790"/>
                  <a:ext cx="33" cy="34"/>
                </a:xfrm>
                <a:custGeom>
                  <a:avLst/>
                  <a:gdLst>
                    <a:gd name="T0" fmla="*/ 22 w 27"/>
                    <a:gd name="T1" fmla="*/ 23 h 28"/>
                    <a:gd name="T2" fmla="*/ 22 w 27"/>
                    <a:gd name="T3" fmla="*/ 5 h 28"/>
                    <a:gd name="T4" fmla="*/ 5 w 27"/>
                    <a:gd name="T5" fmla="*/ 5 h 28"/>
                    <a:gd name="T6" fmla="*/ 5 w 27"/>
                    <a:gd name="T7" fmla="*/ 23 h 28"/>
                    <a:gd name="T8" fmla="*/ 22 w 27"/>
                    <a:gd name="T9" fmla="*/ 23 h 28"/>
                  </a:gdLst>
                  <a:ahLst/>
                  <a:cxnLst>
                    <a:cxn ang="0">
                      <a:pos x="T0" y="T1"/>
                    </a:cxn>
                    <a:cxn ang="0">
                      <a:pos x="T2" y="T3"/>
                    </a:cxn>
                    <a:cxn ang="0">
                      <a:pos x="T4" y="T5"/>
                    </a:cxn>
                    <a:cxn ang="0">
                      <a:pos x="T6" y="T7"/>
                    </a:cxn>
                    <a:cxn ang="0">
                      <a:pos x="T8" y="T9"/>
                    </a:cxn>
                  </a:cxnLst>
                  <a:rect l="0" t="0" r="r" b="b"/>
                  <a:pathLst>
                    <a:path w="27" h="28">
                      <a:moveTo>
                        <a:pt x="22" y="23"/>
                      </a:moveTo>
                      <a:cubicBezTo>
                        <a:pt x="27" y="18"/>
                        <a:pt x="27" y="10"/>
                        <a:pt x="22" y="5"/>
                      </a:cubicBezTo>
                      <a:cubicBezTo>
                        <a:pt x="17" y="0"/>
                        <a:pt x="9" y="0"/>
                        <a:pt x="5" y="5"/>
                      </a:cubicBezTo>
                      <a:cubicBezTo>
                        <a:pt x="0" y="10"/>
                        <a:pt x="0" y="18"/>
                        <a:pt x="5" y="23"/>
                      </a:cubicBezTo>
                      <a:cubicBezTo>
                        <a:pt x="9" y="28"/>
                        <a:pt x="17" y="28"/>
                        <a:pt x="22" y="2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46">
                  <a:extLst>
                    <a:ext uri="{FF2B5EF4-FFF2-40B4-BE49-F238E27FC236}">
                      <a16:creationId xmlns:a16="http://schemas.microsoft.com/office/drawing/2014/main" id="{3399E220-F4BA-172D-9748-79BA26C35F0E}"/>
                    </a:ext>
                  </a:extLst>
                </p:cNvPr>
                <p:cNvSpPr>
                  <a:spLocks/>
                </p:cNvSpPr>
                <p:nvPr/>
              </p:nvSpPr>
              <p:spPr bwMode="auto">
                <a:xfrm>
                  <a:off x="3011" y="1872"/>
                  <a:ext cx="35" cy="33"/>
                </a:xfrm>
                <a:custGeom>
                  <a:avLst/>
                  <a:gdLst>
                    <a:gd name="T0" fmla="*/ 5 w 28"/>
                    <a:gd name="T1" fmla="*/ 23 h 28"/>
                    <a:gd name="T2" fmla="*/ 5 w 28"/>
                    <a:gd name="T3" fmla="*/ 5 h 28"/>
                    <a:gd name="T4" fmla="*/ 23 w 28"/>
                    <a:gd name="T5" fmla="*/ 5 h 28"/>
                    <a:gd name="T6" fmla="*/ 23 w 28"/>
                    <a:gd name="T7" fmla="*/ 23 h 28"/>
                    <a:gd name="T8" fmla="*/ 5 w 28"/>
                    <a:gd name="T9" fmla="*/ 23 h 28"/>
                  </a:gdLst>
                  <a:ahLst/>
                  <a:cxnLst>
                    <a:cxn ang="0">
                      <a:pos x="T0" y="T1"/>
                    </a:cxn>
                    <a:cxn ang="0">
                      <a:pos x="T2" y="T3"/>
                    </a:cxn>
                    <a:cxn ang="0">
                      <a:pos x="T4" y="T5"/>
                    </a:cxn>
                    <a:cxn ang="0">
                      <a:pos x="T6" y="T7"/>
                    </a:cxn>
                    <a:cxn ang="0">
                      <a:pos x="T8" y="T9"/>
                    </a:cxn>
                  </a:cxnLst>
                  <a:rect l="0" t="0" r="r" b="b"/>
                  <a:pathLst>
                    <a:path w="28" h="28">
                      <a:moveTo>
                        <a:pt x="5" y="23"/>
                      </a:moveTo>
                      <a:cubicBezTo>
                        <a:pt x="0" y="18"/>
                        <a:pt x="0" y="10"/>
                        <a:pt x="5" y="5"/>
                      </a:cubicBezTo>
                      <a:cubicBezTo>
                        <a:pt x="10" y="0"/>
                        <a:pt x="18" y="0"/>
                        <a:pt x="23" y="5"/>
                      </a:cubicBezTo>
                      <a:cubicBezTo>
                        <a:pt x="28" y="10"/>
                        <a:pt x="28" y="18"/>
                        <a:pt x="23" y="23"/>
                      </a:cubicBezTo>
                      <a:cubicBezTo>
                        <a:pt x="18" y="28"/>
                        <a:pt x="10" y="28"/>
                        <a:pt x="5" y="2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47">
                  <a:extLst>
                    <a:ext uri="{FF2B5EF4-FFF2-40B4-BE49-F238E27FC236}">
                      <a16:creationId xmlns:a16="http://schemas.microsoft.com/office/drawing/2014/main" id="{FF13A325-D55F-03DC-20AF-D24D51183976}"/>
                    </a:ext>
                  </a:extLst>
                </p:cNvPr>
                <p:cNvSpPr>
                  <a:spLocks/>
                </p:cNvSpPr>
                <p:nvPr/>
              </p:nvSpPr>
              <p:spPr bwMode="auto">
                <a:xfrm>
                  <a:off x="3064" y="1842"/>
                  <a:ext cx="34" cy="33"/>
                </a:xfrm>
                <a:custGeom>
                  <a:avLst/>
                  <a:gdLst>
                    <a:gd name="T0" fmla="*/ 5 w 28"/>
                    <a:gd name="T1" fmla="*/ 23 h 28"/>
                    <a:gd name="T2" fmla="*/ 5 w 28"/>
                    <a:gd name="T3" fmla="*/ 5 h 28"/>
                    <a:gd name="T4" fmla="*/ 23 w 28"/>
                    <a:gd name="T5" fmla="*/ 5 h 28"/>
                    <a:gd name="T6" fmla="*/ 23 w 28"/>
                    <a:gd name="T7" fmla="*/ 23 h 28"/>
                    <a:gd name="T8" fmla="*/ 5 w 28"/>
                    <a:gd name="T9" fmla="*/ 23 h 28"/>
                  </a:gdLst>
                  <a:ahLst/>
                  <a:cxnLst>
                    <a:cxn ang="0">
                      <a:pos x="T0" y="T1"/>
                    </a:cxn>
                    <a:cxn ang="0">
                      <a:pos x="T2" y="T3"/>
                    </a:cxn>
                    <a:cxn ang="0">
                      <a:pos x="T4" y="T5"/>
                    </a:cxn>
                    <a:cxn ang="0">
                      <a:pos x="T6" y="T7"/>
                    </a:cxn>
                    <a:cxn ang="0">
                      <a:pos x="T8" y="T9"/>
                    </a:cxn>
                  </a:cxnLst>
                  <a:rect l="0" t="0" r="r" b="b"/>
                  <a:pathLst>
                    <a:path w="28" h="28">
                      <a:moveTo>
                        <a:pt x="5" y="23"/>
                      </a:moveTo>
                      <a:cubicBezTo>
                        <a:pt x="0" y="18"/>
                        <a:pt x="0" y="10"/>
                        <a:pt x="5" y="5"/>
                      </a:cubicBezTo>
                      <a:cubicBezTo>
                        <a:pt x="10" y="0"/>
                        <a:pt x="18" y="0"/>
                        <a:pt x="23" y="5"/>
                      </a:cubicBezTo>
                      <a:cubicBezTo>
                        <a:pt x="28" y="10"/>
                        <a:pt x="28" y="18"/>
                        <a:pt x="23" y="23"/>
                      </a:cubicBezTo>
                      <a:cubicBezTo>
                        <a:pt x="18" y="28"/>
                        <a:pt x="10" y="28"/>
                        <a:pt x="5" y="2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48">
                  <a:extLst>
                    <a:ext uri="{FF2B5EF4-FFF2-40B4-BE49-F238E27FC236}">
                      <a16:creationId xmlns:a16="http://schemas.microsoft.com/office/drawing/2014/main" id="{5DDAEFA7-0FE6-0004-7B22-24E32C00C3FF}"/>
                    </a:ext>
                  </a:extLst>
                </p:cNvPr>
                <p:cNvSpPr>
                  <a:spLocks/>
                </p:cNvSpPr>
                <p:nvPr/>
              </p:nvSpPr>
              <p:spPr bwMode="auto">
                <a:xfrm>
                  <a:off x="3095" y="1790"/>
                  <a:ext cx="34" cy="34"/>
                </a:xfrm>
                <a:custGeom>
                  <a:avLst/>
                  <a:gdLst>
                    <a:gd name="T0" fmla="*/ 5 w 28"/>
                    <a:gd name="T1" fmla="*/ 23 h 28"/>
                    <a:gd name="T2" fmla="*/ 5 w 28"/>
                    <a:gd name="T3" fmla="*/ 5 h 28"/>
                    <a:gd name="T4" fmla="*/ 23 w 28"/>
                    <a:gd name="T5" fmla="*/ 5 h 28"/>
                    <a:gd name="T6" fmla="*/ 23 w 28"/>
                    <a:gd name="T7" fmla="*/ 23 h 28"/>
                    <a:gd name="T8" fmla="*/ 5 w 28"/>
                    <a:gd name="T9" fmla="*/ 23 h 28"/>
                  </a:gdLst>
                  <a:ahLst/>
                  <a:cxnLst>
                    <a:cxn ang="0">
                      <a:pos x="T0" y="T1"/>
                    </a:cxn>
                    <a:cxn ang="0">
                      <a:pos x="T2" y="T3"/>
                    </a:cxn>
                    <a:cxn ang="0">
                      <a:pos x="T4" y="T5"/>
                    </a:cxn>
                    <a:cxn ang="0">
                      <a:pos x="T6" y="T7"/>
                    </a:cxn>
                    <a:cxn ang="0">
                      <a:pos x="T8" y="T9"/>
                    </a:cxn>
                  </a:cxnLst>
                  <a:rect l="0" t="0" r="r" b="b"/>
                  <a:pathLst>
                    <a:path w="28" h="28">
                      <a:moveTo>
                        <a:pt x="5" y="23"/>
                      </a:moveTo>
                      <a:cubicBezTo>
                        <a:pt x="0" y="18"/>
                        <a:pt x="0" y="10"/>
                        <a:pt x="5" y="5"/>
                      </a:cubicBezTo>
                      <a:cubicBezTo>
                        <a:pt x="10" y="0"/>
                        <a:pt x="18" y="0"/>
                        <a:pt x="23" y="5"/>
                      </a:cubicBezTo>
                      <a:cubicBezTo>
                        <a:pt x="28" y="10"/>
                        <a:pt x="28" y="18"/>
                        <a:pt x="23" y="23"/>
                      </a:cubicBezTo>
                      <a:cubicBezTo>
                        <a:pt x="18" y="28"/>
                        <a:pt x="10" y="28"/>
                        <a:pt x="5" y="2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6" name="TextBox 15">
                <a:extLst>
                  <a:ext uri="{FF2B5EF4-FFF2-40B4-BE49-F238E27FC236}">
                    <a16:creationId xmlns:a16="http://schemas.microsoft.com/office/drawing/2014/main" id="{1D62A6F3-F125-96FD-2835-CA1C59327539}"/>
                  </a:ext>
                </a:extLst>
              </p:cNvPr>
              <p:cNvSpPr txBox="1"/>
              <p:nvPr/>
            </p:nvSpPr>
            <p:spPr>
              <a:xfrm>
                <a:off x="1202953" y="1711548"/>
                <a:ext cx="1676400" cy="276999"/>
              </a:xfrm>
              <a:prstGeom prst="rect">
                <a:avLst/>
              </a:prstGeom>
              <a:noFill/>
            </p:spPr>
            <p:txBody>
              <a:bodyPr wrap="square" rtlCol="0">
                <a:spAutoFit/>
              </a:bodyPr>
              <a:lstStyle/>
              <a:p>
                <a:pPr algn="ctr"/>
                <a:r>
                  <a:rPr lang="en-GB" sz="1200" dirty="0">
                    <a:latin typeface="+mn-lt"/>
                  </a:rPr>
                  <a:t>Activity ID</a:t>
                </a:r>
              </a:p>
            </p:txBody>
          </p:sp>
        </p:grpSp>
      </p:grpSp>
      <p:grpSp>
        <p:nvGrpSpPr>
          <p:cNvPr id="116" name="Group 115">
            <a:extLst>
              <a:ext uri="{FF2B5EF4-FFF2-40B4-BE49-F238E27FC236}">
                <a16:creationId xmlns:a16="http://schemas.microsoft.com/office/drawing/2014/main" id="{11ED7A87-7AFA-11C1-4230-5E757F32B440}"/>
              </a:ext>
            </a:extLst>
          </p:cNvPr>
          <p:cNvGrpSpPr/>
          <p:nvPr/>
        </p:nvGrpSpPr>
        <p:grpSpPr>
          <a:xfrm>
            <a:off x="10188994" y="2893914"/>
            <a:ext cx="1686861" cy="1937724"/>
            <a:chOff x="10188994" y="2893914"/>
            <a:chExt cx="1686861" cy="1937724"/>
          </a:xfrm>
        </p:grpSpPr>
        <p:sp>
          <p:nvSpPr>
            <p:cNvPr id="113" name="Rectangle: Rounded Corners 112">
              <a:extLst>
                <a:ext uri="{FF2B5EF4-FFF2-40B4-BE49-F238E27FC236}">
                  <a16:creationId xmlns:a16="http://schemas.microsoft.com/office/drawing/2014/main" id="{33A8E8C7-7117-7BF5-F4EC-5F98A4701C62}"/>
                </a:ext>
              </a:extLst>
            </p:cNvPr>
            <p:cNvSpPr/>
            <p:nvPr/>
          </p:nvSpPr>
          <p:spPr>
            <a:xfrm>
              <a:off x="10188994" y="2954823"/>
              <a:ext cx="1686861" cy="1876815"/>
            </a:xfrm>
            <a:prstGeom prst="roundRect">
              <a:avLst/>
            </a:prstGeom>
            <a:gradFill flip="none" rotWithShape="1">
              <a:gsLst>
                <a:gs pos="0">
                  <a:schemeClr val="accent4">
                    <a:lumMod val="67000"/>
                    <a:alpha val="68000"/>
                  </a:schemeClr>
                </a:gs>
                <a:gs pos="48000">
                  <a:schemeClr val="accent4">
                    <a:lumMod val="97000"/>
                    <a:lumOff val="3000"/>
                  </a:schemeClr>
                </a:gs>
                <a:gs pos="100000">
                  <a:schemeClr val="accent4">
                    <a:lumMod val="60000"/>
                    <a:lumOff val="40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38" name="Group 37">
              <a:extLst>
                <a:ext uri="{FF2B5EF4-FFF2-40B4-BE49-F238E27FC236}">
                  <a16:creationId xmlns:a16="http://schemas.microsoft.com/office/drawing/2014/main" id="{C8D49A40-8522-0F03-5CBE-BAB808873912}"/>
                </a:ext>
              </a:extLst>
            </p:cNvPr>
            <p:cNvGrpSpPr/>
            <p:nvPr/>
          </p:nvGrpSpPr>
          <p:grpSpPr>
            <a:xfrm>
              <a:off x="10647777" y="2893914"/>
              <a:ext cx="787110" cy="887064"/>
              <a:chOff x="5169382" y="1104483"/>
              <a:chExt cx="1150711" cy="950288"/>
            </a:xfrm>
          </p:grpSpPr>
          <p:sp>
            <p:nvSpPr>
              <p:cNvPr id="39" name="TextBox 38">
                <a:extLst>
                  <a:ext uri="{FF2B5EF4-FFF2-40B4-BE49-F238E27FC236}">
                    <a16:creationId xmlns:a16="http://schemas.microsoft.com/office/drawing/2014/main" id="{439A3565-B772-7397-873A-71E335F792A1}"/>
                  </a:ext>
                </a:extLst>
              </p:cNvPr>
              <p:cNvSpPr txBox="1"/>
              <p:nvPr/>
            </p:nvSpPr>
            <p:spPr>
              <a:xfrm>
                <a:off x="5169382" y="1777772"/>
                <a:ext cx="1150711" cy="276999"/>
              </a:xfrm>
              <a:prstGeom prst="rect">
                <a:avLst/>
              </a:prstGeom>
              <a:noFill/>
            </p:spPr>
            <p:txBody>
              <a:bodyPr wrap="square" rtlCol="0">
                <a:spAutoFit/>
              </a:bodyPr>
              <a:lstStyle/>
              <a:p>
                <a:pPr algn="ctr"/>
                <a:r>
                  <a:rPr lang="en-GB" sz="1200" dirty="0">
                    <a:latin typeface="+mn-lt"/>
                  </a:rPr>
                  <a:t>Offer ID</a:t>
                </a:r>
              </a:p>
            </p:txBody>
          </p:sp>
          <p:grpSp>
            <p:nvGrpSpPr>
              <p:cNvPr id="40" name="Group 11">
                <a:extLst>
                  <a:ext uri="{FF2B5EF4-FFF2-40B4-BE49-F238E27FC236}">
                    <a16:creationId xmlns:a16="http://schemas.microsoft.com/office/drawing/2014/main" id="{FD26E1B6-0C4F-FE74-96B5-B3074948EB2A}"/>
                  </a:ext>
                </a:extLst>
              </p:cNvPr>
              <p:cNvGrpSpPr>
                <a:grpSpLocks noChangeAspect="1"/>
              </p:cNvGrpSpPr>
              <p:nvPr/>
            </p:nvGrpSpPr>
            <p:grpSpPr bwMode="auto">
              <a:xfrm>
                <a:off x="5402517" y="1104483"/>
                <a:ext cx="686197" cy="697250"/>
                <a:chOff x="2511" y="1238"/>
                <a:chExt cx="745" cy="757"/>
              </a:xfrm>
            </p:grpSpPr>
            <p:sp>
              <p:nvSpPr>
                <p:cNvPr id="41" name="Freeform 12">
                  <a:extLst>
                    <a:ext uri="{FF2B5EF4-FFF2-40B4-BE49-F238E27FC236}">
                      <a16:creationId xmlns:a16="http://schemas.microsoft.com/office/drawing/2014/main" id="{DD53A643-102E-BFC9-3F2B-7374581F08D7}"/>
                    </a:ext>
                  </a:extLst>
                </p:cNvPr>
                <p:cNvSpPr>
                  <a:spLocks/>
                </p:cNvSpPr>
                <p:nvPr/>
              </p:nvSpPr>
              <p:spPr bwMode="auto">
                <a:xfrm>
                  <a:off x="2511" y="1790"/>
                  <a:ext cx="161" cy="205"/>
                </a:xfrm>
                <a:custGeom>
                  <a:avLst/>
                  <a:gdLst>
                    <a:gd name="T0" fmla="*/ 0 w 131"/>
                    <a:gd name="T1" fmla="*/ 21 h 171"/>
                    <a:gd name="T2" fmla="*/ 21 w 131"/>
                    <a:gd name="T3" fmla="*/ 0 h 171"/>
                    <a:gd name="T4" fmla="*/ 109 w 131"/>
                    <a:gd name="T5" fmla="*/ 0 h 171"/>
                    <a:gd name="T6" fmla="*/ 131 w 131"/>
                    <a:gd name="T7" fmla="*/ 21 h 171"/>
                    <a:gd name="T8" fmla="*/ 131 w 131"/>
                    <a:gd name="T9" fmla="*/ 149 h 171"/>
                    <a:gd name="T10" fmla="*/ 109 w 131"/>
                    <a:gd name="T11" fmla="*/ 171 h 171"/>
                    <a:gd name="T12" fmla="*/ 21 w 131"/>
                    <a:gd name="T13" fmla="*/ 171 h 171"/>
                    <a:gd name="T14" fmla="*/ 0 w 131"/>
                    <a:gd name="T15" fmla="*/ 149 h 171"/>
                    <a:gd name="T16" fmla="*/ 0 w 131"/>
                    <a:gd name="T17" fmla="*/ 2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171">
                      <a:moveTo>
                        <a:pt x="0" y="21"/>
                      </a:moveTo>
                      <a:cubicBezTo>
                        <a:pt x="0" y="9"/>
                        <a:pt x="9" y="0"/>
                        <a:pt x="21" y="0"/>
                      </a:cubicBezTo>
                      <a:cubicBezTo>
                        <a:pt x="109" y="0"/>
                        <a:pt x="109" y="0"/>
                        <a:pt x="109" y="0"/>
                      </a:cubicBezTo>
                      <a:cubicBezTo>
                        <a:pt x="121" y="0"/>
                        <a:pt x="131" y="9"/>
                        <a:pt x="131" y="21"/>
                      </a:cubicBezTo>
                      <a:cubicBezTo>
                        <a:pt x="131" y="149"/>
                        <a:pt x="131" y="149"/>
                        <a:pt x="131" y="149"/>
                      </a:cubicBezTo>
                      <a:cubicBezTo>
                        <a:pt x="131" y="162"/>
                        <a:pt x="121" y="171"/>
                        <a:pt x="109" y="171"/>
                      </a:cubicBezTo>
                      <a:cubicBezTo>
                        <a:pt x="21" y="171"/>
                        <a:pt x="21" y="171"/>
                        <a:pt x="21" y="171"/>
                      </a:cubicBezTo>
                      <a:cubicBezTo>
                        <a:pt x="9" y="171"/>
                        <a:pt x="0" y="162"/>
                        <a:pt x="0" y="149"/>
                      </a:cubicBezTo>
                      <a:lnTo>
                        <a:pt x="0" y="21"/>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13">
                  <a:extLst>
                    <a:ext uri="{FF2B5EF4-FFF2-40B4-BE49-F238E27FC236}">
                      <a16:creationId xmlns:a16="http://schemas.microsoft.com/office/drawing/2014/main" id="{12636EE6-3098-5B22-27EA-D2FCE02698C5}"/>
                    </a:ext>
                  </a:extLst>
                </p:cNvPr>
                <p:cNvSpPr>
                  <a:spLocks/>
                </p:cNvSpPr>
                <p:nvPr/>
              </p:nvSpPr>
              <p:spPr bwMode="auto">
                <a:xfrm>
                  <a:off x="2702" y="1705"/>
                  <a:ext cx="161" cy="290"/>
                </a:xfrm>
                <a:custGeom>
                  <a:avLst/>
                  <a:gdLst>
                    <a:gd name="T0" fmla="*/ 0 w 131"/>
                    <a:gd name="T1" fmla="*/ 22 h 242"/>
                    <a:gd name="T2" fmla="*/ 21 w 131"/>
                    <a:gd name="T3" fmla="*/ 0 h 242"/>
                    <a:gd name="T4" fmla="*/ 109 w 131"/>
                    <a:gd name="T5" fmla="*/ 0 h 242"/>
                    <a:gd name="T6" fmla="*/ 131 w 131"/>
                    <a:gd name="T7" fmla="*/ 22 h 242"/>
                    <a:gd name="T8" fmla="*/ 131 w 131"/>
                    <a:gd name="T9" fmla="*/ 220 h 242"/>
                    <a:gd name="T10" fmla="*/ 109 w 131"/>
                    <a:gd name="T11" fmla="*/ 242 h 242"/>
                    <a:gd name="T12" fmla="*/ 21 w 131"/>
                    <a:gd name="T13" fmla="*/ 242 h 242"/>
                    <a:gd name="T14" fmla="*/ 0 w 131"/>
                    <a:gd name="T15" fmla="*/ 220 h 242"/>
                    <a:gd name="T16" fmla="*/ 0 w 131"/>
                    <a:gd name="T17" fmla="*/ 22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242">
                      <a:moveTo>
                        <a:pt x="0" y="22"/>
                      </a:moveTo>
                      <a:cubicBezTo>
                        <a:pt x="0" y="10"/>
                        <a:pt x="9" y="0"/>
                        <a:pt x="21" y="0"/>
                      </a:cubicBezTo>
                      <a:cubicBezTo>
                        <a:pt x="109" y="0"/>
                        <a:pt x="109" y="0"/>
                        <a:pt x="109" y="0"/>
                      </a:cubicBezTo>
                      <a:cubicBezTo>
                        <a:pt x="121" y="0"/>
                        <a:pt x="131" y="10"/>
                        <a:pt x="131" y="22"/>
                      </a:cubicBezTo>
                      <a:cubicBezTo>
                        <a:pt x="131" y="220"/>
                        <a:pt x="131" y="220"/>
                        <a:pt x="131" y="220"/>
                      </a:cubicBezTo>
                      <a:cubicBezTo>
                        <a:pt x="131" y="233"/>
                        <a:pt x="121" y="242"/>
                        <a:pt x="109" y="242"/>
                      </a:cubicBezTo>
                      <a:cubicBezTo>
                        <a:pt x="21" y="242"/>
                        <a:pt x="21" y="242"/>
                        <a:pt x="21" y="242"/>
                      </a:cubicBezTo>
                      <a:cubicBezTo>
                        <a:pt x="9" y="242"/>
                        <a:pt x="0" y="233"/>
                        <a:pt x="0" y="220"/>
                      </a:cubicBezTo>
                      <a:lnTo>
                        <a:pt x="0" y="2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14">
                  <a:extLst>
                    <a:ext uri="{FF2B5EF4-FFF2-40B4-BE49-F238E27FC236}">
                      <a16:creationId xmlns:a16="http://schemas.microsoft.com/office/drawing/2014/main" id="{8F76FAE2-CCAE-9847-67AD-F86CE44EAF0F}"/>
                    </a:ext>
                  </a:extLst>
                </p:cNvPr>
                <p:cNvSpPr>
                  <a:spLocks/>
                </p:cNvSpPr>
                <p:nvPr/>
              </p:nvSpPr>
              <p:spPr bwMode="auto">
                <a:xfrm>
                  <a:off x="2892" y="1572"/>
                  <a:ext cx="161" cy="423"/>
                </a:xfrm>
                <a:custGeom>
                  <a:avLst/>
                  <a:gdLst>
                    <a:gd name="T0" fmla="*/ 0 w 131"/>
                    <a:gd name="T1" fmla="*/ 21 h 353"/>
                    <a:gd name="T2" fmla="*/ 21 w 131"/>
                    <a:gd name="T3" fmla="*/ 0 h 353"/>
                    <a:gd name="T4" fmla="*/ 109 w 131"/>
                    <a:gd name="T5" fmla="*/ 0 h 353"/>
                    <a:gd name="T6" fmla="*/ 131 w 131"/>
                    <a:gd name="T7" fmla="*/ 21 h 353"/>
                    <a:gd name="T8" fmla="*/ 131 w 131"/>
                    <a:gd name="T9" fmla="*/ 331 h 353"/>
                    <a:gd name="T10" fmla="*/ 109 w 131"/>
                    <a:gd name="T11" fmla="*/ 353 h 353"/>
                    <a:gd name="T12" fmla="*/ 21 w 131"/>
                    <a:gd name="T13" fmla="*/ 353 h 353"/>
                    <a:gd name="T14" fmla="*/ 0 w 131"/>
                    <a:gd name="T15" fmla="*/ 331 h 353"/>
                    <a:gd name="T16" fmla="*/ 0 w 131"/>
                    <a:gd name="T17" fmla="*/ 21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353">
                      <a:moveTo>
                        <a:pt x="0" y="21"/>
                      </a:moveTo>
                      <a:cubicBezTo>
                        <a:pt x="0" y="9"/>
                        <a:pt x="9" y="0"/>
                        <a:pt x="21" y="0"/>
                      </a:cubicBezTo>
                      <a:cubicBezTo>
                        <a:pt x="109" y="0"/>
                        <a:pt x="109" y="0"/>
                        <a:pt x="109" y="0"/>
                      </a:cubicBezTo>
                      <a:cubicBezTo>
                        <a:pt x="121" y="0"/>
                        <a:pt x="131" y="9"/>
                        <a:pt x="131" y="21"/>
                      </a:cubicBezTo>
                      <a:cubicBezTo>
                        <a:pt x="131" y="331"/>
                        <a:pt x="131" y="331"/>
                        <a:pt x="131" y="331"/>
                      </a:cubicBezTo>
                      <a:cubicBezTo>
                        <a:pt x="131" y="344"/>
                        <a:pt x="121" y="353"/>
                        <a:pt x="109" y="353"/>
                      </a:cubicBezTo>
                      <a:cubicBezTo>
                        <a:pt x="21" y="353"/>
                        <a:pt x="21" y="353"/>
                        <a:pt x="21" y="353"/>
                      </a:cubicBezTo>
                      <a:cubicBezTo>
                        <a:pt x="9" y="353"/>
                        <a:pt x="0" y="344"/>
                        <a:pt x="0" y="331"/>
                      </a:cubicBezTo>
                      <a:lnTo>
                        <a:pt x="0" y="21"/>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15">
                  <a:extLst>
                    <a:ext uri="{FF2B5EF4-FFF2-40B4-BE49-F238E27FC236}">
                      <a16:creationId xmlns:a16="http://schemas.microsoft.com/office/drawing/2014/main" id="{A4D654B3-875F-0174-1FCB-4796279749FB}"/>
                    </a:ext>
                  </a:extLst>
                </p:cNvPr>
                <p:cNvSpPr>
                  <a:spLocks/>
                </p:cNvSpPr>
                <p:nvPr/>
              </p:nvSpPr>
              <p:spPr bwMode="auto">
                <a:xfrm>
                  <a:off x="3083" y="1632"/>
                  <a:ext cx="161" cy="363"/>
                </a:xfrm>
                <a:custGeom>
                  <a:avLst/>
                  <a:gdLst>
                    <a:gd name="T0" fmla="*/ 0 w 131"/>
                    <a:gd name="T1" fmla="*/ 22 h 303"/>
                    <a:gd name="T2" fmla="*/ 21 w 131"/>
                    <a:gd name="T3" fmla="*/ 0 h 303"/>
                    <a:gd name="T4" fmla="*/ 109 w 131"/>
                    <a:gd name="T5" fmla="*/ 0 h 303"/>
                    <a:gd name="T6" fmla="*/ 131 w 131"/>
                    <a:gd name="T7" fmla="*/ 22 h 303"/>
                    <a:gd name="T8" fmla="*/ 131 w 131"/>
                    <a:gd name="T9" fmla="*/ 281 h 303"/>
                    <a:gd name="T10" fmla="*/ 109 w 131"/>
                    <a:gd name="T11" fmla="*/ 303 h 303"/>
                    <a:gd name="T12" fmla="*/ 21 w 131"/>
                    <a:gd name="T13" fmla="*/ 303 h 303"/>
                    <a:gd name="T14" fmla="*/ 0 w 131"/>
                    <a:gd name="T15" fmla="*/ 281 h 303"/>
                    <a:gd name="T16" fmla="*/ 0 w 131"/>
                    <a:gd name="T17" fmla="*/ 22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303">
                      <a:moveTo>
                        <a:pt x="0" y="22"/>
                      </a:moveTo>
                      <a:cubicBezTo>
                        <a:pt x="0" y="10"/>
                        <a:pt x="9" y="0"/>
                        <a:pt x="21" y="0"/>
                      </a:cubicBezTo>
                      <a:cubicBezTo>
                        <a:pt x="109" y="0"/>
                        <a:pt x="109" y="0"/>
                        <a:pt x="109" y="0"/>
                      </a:cubicBezTo>
                      <a:cubicBezTo>
                        <a:pt x="121" y="0"/>
                        <a:pt x="131" y="10"/>
                        <a:pt x="131" y="22"/>
                      </a:cubicBezTo>
                      <a:cubicBezTo>
                        <a:pt x="131" y="281"/>
                        <a:pt x="131" y="281"/>
                        <a:pt x="131" y="281"/>
                      </a:cubicBezTo>
                      <a:cubicBezTo>
                        <a:pt x="131" y="294"/>
                        <a:pt x="121" y="303"/>
                        <a:pt x="109" y="303"/>
                      </a:cubicBezTo>
                      <a:cubicBezTo>
                        <a:pt x="21" y="303"/>
                        <a:pt x="21" y="303"/>
                        <a:pt x="21" y="303"/>
                      </a:cubicBezTo>
                      <a:cubicBezTo>
                        <a:pt x="9" y="303"/>
                        <a:pt x="0" y="294"/>
                        <a:pt x="0" y="281"/>
                      </a:cubicBezTo>
                      <a:lnTo>
                        <a:pt x="0" y="2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6">
                  <a:extLst>
                    <a:ext uri="{FF2B5EF4-FFF2-40B4-BE49-F238E27FC236}">
                      <a16:creationId xmlns:a16="http://schemas.microsoft.com/office/drawing/2014/main" id="{54B48F3E-F2F8-0A78-A077-243006878C2D}"/>
                    </a:ext>
                  </a:extLst>
                </p:cNvPr>
                <p:cNvSpPr>
                  <a:spLocks/>
                </p:cNvSpPr>
                <p:nvPr/>
              </p:nvSpPr>
              <p:spPr bwMode="auto">
                <a:xfrm>
                  <a:off x="2515" y="1238"/>
                  <a:ext cx="741" cy="381"/>
                </a:xfrm>
                <a:custGeom>
                  <a:avLst/>
                  <a:gdLst>
                    <a:gd name="T0" fmla="*/ 567 w 603"/>
                    <a:gd name="T1" fmla="*/ 70 h 318"/>
                    <a:gd name="T2" fmla="*/ 518 w 603"/>
                    <a:gd name="T3" fmla="*/ 81 h 318"/>
                    <a:gd name="T4" fmla="*/ 517 w 603"/>
                    <a:gd name="T5" fmla="*/ 84 h 318"/>
                    <a:gd name="T6" fmla="*/ 425 w 603"/>
                    <a:gd name="T7" fmla="*/ 50 h 318"/>
                    <a:gd name="T8" fmla="*/ 415 w 603"/>
                    <a:gd name="T9" fmla="*/ 23 h 318"/>
                    <a:gd name="T10" fmla="*/ 351 w 603"/>
                    <a:gd name="T11" fmla="*/ 16 h 318"/>
                    <a:gd name="T12" fmla="*/ 336 w 603"/>
                    <a:gd name="T13" fmla="*/ 63 h 318"/>
                    <a:gd name="T14" fmla="*/ 337 w 603"/>
                    <a:gd name="T15" fmla="*/ 66 h 318"/>
                    <a:gd name="T16" fmla="*/ 232 w 603"/>
                    <a:gd name="T17" fmla="*/ 149 h 318"/>
                    <a:gd name="T18" fmla="*/ 198 w 603"/>
                    <a:gd name="T19" fmla="*/ 152 h 318"/>
                    <a:gd name="T20" fmla="*/ 172 w 603"/>
                    <a:gd name="T21" fmla="*/ 195 h 318"/>
                    <a:gd name="T22" fmla="*/ 173 w 603"/>
                    <a:gd name="T23" fmla="*/ 197 h 318"/>
                    <a:gd name="T24" fmla="*/ 84 w 603"/>
                    <a:gd name="T25" fmla="*/ 240 h 318"/>
                    <a:gd name="T26" fmla="*/ 82 w 603"/>
                    <a:gd name="T27" fmla="*/ 238 h 318"/>
                    <a:gd name="T28" fmla="*/ 33 w 603"/>
                    <a:gd name="T29" fmla="*/ 231 h 318"/>
                    <a:gd name="T30" fmla="*/ 11 w 603"/>
                    <a:gd name="T31" fmla="*/ 292 h 318"/>
                    <a:gd name="T32" fmla="*/ 54 w 603"/>
                    <a:gd name="T33" fmla="*/ 317 h 318"/>
                    <a:gd name="T34" fmla="*/ 72 w 603"/>
                    <a:gd name="T35" fmla="*/ 313 h 318"/>
                    <a:gd name="T36" fmla="*/ 98 w 603"/>
                    <a:gd name="T37" fmla="*/ 270 h 318"/>
                    <a:gd name="T38" fmla="*/ 97 w 603"/>
                    <a:gd name="T39" fmla="*/ 267 h 318"/>
                    <a:gd name="T40" fmla="*/ 186 w 603"/>
                    <a:gd name="T41" fmla="*/ 225 h 318"/>
                    <a:gd name="T42" fmla="*/ 188 w 603"/>
                    <a:gd name="T43" fmla="*/ 227 h 318"/>
                    <a:gd name="T44" fmla="*/ 237 w 603"/>
                    <a:gd name="T45" fmla="*/ 234 h 318"/>
                    <a:gd name="T46" fmla="*/ 259 w 603"/>
                    <a:gd name="T47" fmla="*/ 173 h 318"/>
                    <a:gd name="T48" fmla="*/ 256 w 603"/>
                    <a:gd name="T49" fmla="*/ 168 h 318"/>
                    <a:gd name="T50" fmla="*/ 356 w 603"/>
                    <a:gd name="T51" fmla="*/ 89 h 318"/>
                    <a:gd name="T52" fmla="*/ 358 w 603"/>
                    <a:gd name="T53" fmla="*/ 91 h 318"/>
                    <a:gd name="T54" fmla="*/ 408 w 603"/>
                    <a:gd name="T55" fmla="*/ 87 h 318"/>
                    <a:gd name="T56" fmla="*/ 416 w 603"/>
                    <a:gd name="T57" fmla="*/ 78 h 318"/>
                    <a:gd name="T58" fmla="*/ 506 w 603"/>
                    <a:gd name="T59" fmla="*/ 112 h 318"/>
                    <a:gd name="T60" fmla="*/ 506 w 603"/>
                    <a:gd name="T61" fmla="*/ 115 h 318"/>
                    <a:gd name="T62" fmla="*/ 536 w 603"/>
                    <a:gd name="T63" fmla="*/ 155 h 318"/>
                    <a:gd name="T64" fmla="*/ 594 w 603"/>
                    <a:gd name="T65" fmla="*/ 128 h 318"/>
                    <a:gd name="T66" fmla="*/ 567 w 603"/>
                    <a:gd name="T67" fmla="*/ 7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03" h="318">
                      <a:moveTo>
                        <a:pt x="567" y="70"/>
                      </a:moveTo>
                      <a:cubicBezTo>
                        <a:pt x="550" y="63"/>
                        <a:pt x="530" y="69"/>
                        <a:pt x="518" y="81"/>
                      </a:cubicBezTo>
                      <a:cubicBezTo>
                        <a:pt x="517" y="84"/>
                        <a:pt x="517" y="84"/>
                        <a:pt x="517" y="84"/>
                      </a:cubicBezTo>
                      <a:cubicBezTo>
                        <a:pt x="425" y="50"/>
                        <a:pt x="425" y="50"/>
                        <a:pt x="425" y="50"/>
                      </a:cubicBezTo>
                      <a:cubicBezTo>
                        <a:pt x="425" y="40"/>
                        <a:pt x="421" y="31"/>
                        <a:pt x="415" y="23"/>
                      </a:cubicBezTo>
                      <a:cubicBezTo>
                        <a:pt x="400" y="3"/>
                        <a:pt x="371" y="0"/>
                        <a:pt x="351" y="16"/>
                      </a:cubicBezTo>
                      <a:cubicBezTo>
                        <a:pt x="337" y="27"/>
                        <a:pt x="331" y="46"/>
                        <a:pt x="336" y="63"/>
                      </a:cubicBezTo>
                      <a:cubicBezTo>
                        <a:pt x="337" y="66"/>
                        <a:pt x="337" y="66"/>
                        <a:pt x="337" y="66"/>
                      </a:cubicBezTo>
                      <a:cubicBezTo>
                        <a:pt x="232" y="149"/>
                        <a:pt x="232" y="149"/>
                        <a:pt x="232" y="149"/>
                      </a:cubicBezTo>
                      <a:cubicBezTo>
                        <a:pt x="221" y="146"/>
                        <a:pt x="209" y="146"/>
                        <a:pt x="198" y="152"/>
                      </a:cubicBezTo>
                      <a:cubicBezTo>
                        <a:pt x="181" y="160"/>
                        <a:pt x="172" y="177"/>
                        <a:pt x="172" y="195"/>
                      </a:cubicBezTo>
                      <a:cubicBezTo>
                        <a:pt x="173" y="197"/>
                        <a:pt x="173" y="197"/>
                        <a:pt x="173" y="197"/>
                      </a:cubicBezTo>
                      <a:cubicBezTo>
                        <a:pt x="84" y="240"/>
                        <a:pt x="84" y="240"/>
                        <a:pt x="84" y="240"/>
                      </a:cubicBezTo>
                      <a:cubicBezTo>
                        <a:pt x="82" y="238"/>
                        <a:pt x="82" y="238"/>
                        <a:pt x="82" y="238"/>
                      </a:cubicBezTo>
                      <a:cubicBezTo>
                        <a:pt x="69" y="226"/>
                        <a:pt x="50" y="223"/>
                        <a:pt x="33" y="231"/>
                      </a:cubicBezTo>
                      <a:cubicBezTo>
                        <a:pt x="10" y="242"/>
                        <a:pt x="0" y="269"/>
                        <a:pt x="11" y="292"/>
                      </a:cubicBezTo>
                      <a:cubicBezTo>
                        <a:pt x="19" y="309"/>
                        <a:pt x="37" y="318"/>
                        <a:pt x="54" y="317"/>
                      </a:cubicBezTo>
                      <a:cubicBezTo>
                        <a:pt x="60" y="317"/>
                        <a:pt x="66" y="316"/>
                        <a:pt x="72" y="313"/>
                      </a:cubicBezTo>
                      <a:cubicBezTo>
                        <a:pt x="89" y="305"/>
                        <a:pt x="98" y="288"/>
                        <a:pt x="98" y="270"/>
                      </a:cubicBezTo>
                      <a:cubicBezTo>
                        <a:pt x="97" y="267"/>
                        <a:pt x="97" y="267"/>
                        <a:pt x="97" y="267"/>
                      </a:cubicBezTo>
                      <a:cubicBezTo>
                        <a:pt x="186" y="225"/>
                        <a:pt x="186" y="225"/>
                        <a:pt x="186" y="225"/>
                      </a:cubicBezTo>
                      <a:cubicBezTo>
                        <a:pt x="188" y="227"/>
                        <a:pt x="188" y="227"/>
                        <a:pt x="188" y="227"/>
                      </a:cubicBezTo>
                      <a:cubicBezTo>
                        <a:pt x="201" y="238"/>
                        <a:pt x="220" y="242"/>
                        <a:pt x="237" y="234"/>
                      </a:cubicBezTo>
                      <a:cubicBezTo>
                        <a:pt x="260" y="223"/>
                        <a:pt x="270" y="196"/>
                        <a:pt x="259" y="173"/>
                      </a:cubicBezTo>
                      <a:cubicBezTo>
                        <a:pt x="258" y="171"/>
                        <a:pt x="257" y="170"/>
                        <a:pt x="256" y="168"/>
                      </a:cubicBezTo>
                      <a:cubicBezTo>
                        <a:pt x="356" y="89"/>
                        <a:pt x="356" y="89"/>
                        <a:pt x="356" y="89"/>
                      </a:cubicBezTo>
                      <a:cubicBezTo>
                        <a:pt x="358" y="91"/>
                        <a:pt x="358" y="91"/>
                        <a:pt x="358" y="91"/>
                      </a:cubicBezTo>
                      <a:cubicBezTo>
                        <a:pt x="373" y="100"/>
                        <a:pt x="393" y="98"/>
                        <a:pt x="408" y="87"/>
                      </a:cubicBezTo>
                      <a:cubicBezTo>
                        <a:pt x="411" y="84"/>
                        <a:pt x="414" y="81"/>
                        <a:pt x="416" y="78"/>
                      </a:cubicBezTo>
                      <a:cubicBezTo>
                        <a:pt x="506" y="112"/>
                        <a:pt x="506" y="112"/>
                        <a:pt x="506" y="112"/>
                      </a:cubicBezTo>
                      <a:cubicBezTo>
                        <a:pt x="506" y="115"/>
                        <a:pt x="506" y="115"/>
                        <a:pt x="506" y="115"/>
                      </a:cubicBezTo>
                      <a:cubicBezTo>
                        <a:pt x="507" y="132"/>
                        <a:pt x="518" y="149"/>
                        <a:pt x="536" y="155"/>
                      </a:cubicBezTo>
                      <a:cubicBezTo>
                        <a:pt x="559" y="164"/>
                        <a:pt x="585" y="152"/>
                        <a:pt x="594" y="128"/>
                      </a:cubicBezTo>
                      <a:cubicBezTo>
                        <a:pt x="603" y="105"/>
                        <a:pt x="591" y="79"/>
                        <a:pt x="567" y="70"/>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117" name="Group 116">
            <a:extLst>
              <a:ext uri="{FF2B5EF4-FFF2-40B4-BE49-F238E27FC236}">
                <a16:creationId xmlns:a16="http://schemas.microsoft.com/office/drawing/2014/main" id="{30943D72-F760-69B1-81E2-1BBED9CA8195}"/>
              </a:ext>
            </a:extLst>
          </p:cNvPr>
          <p:cNvGrpSpPr/>
          <p:nvPr/>
        </p:nvGrpSpPr>
        <p:grpSpPr>
          <a:xfrm>
            <a:off x="10188994" y="4882656"/>
            <a:ext cx="1686861" cy="1876815"/>
            <a:chOff x="10188994" y="4882656"/>
            <a:chExt cx="1686861" cy="1876815"/>
          </a:xfrm>
        </p:grpSpPr>
        <p:sp>
          <p:nvSpPr>
            <p:cNvPr id="114" name="Rectangle: Rounded Corners 113">
              <a:extLst>
                <a:ext uri="{FF2B5EF4-FFF2-40B4-BE49-F238E27FC236}">
                  <a16:creationId xmlns:a16="http://schemas.microsoft.com/office/drawing/2014/main" id="{CFAF9CF9-33D4-412B-407A-A059A5A0D7A5}"/>
                </a:ext>
              </a:extLst>
            </p:cNvPr>
            <p:cNvSpPr/>
            <p:nvPr/>
          </p:nvSpPr>
          <p:spPr>
            <a:xfrm>
              <a:off x="10188994" y="4882656"/>
              <a:ext cx="1686861" cy="1876815"/>
            </a:xfrm>
            <a:prstGeom prst="roundRect">
              <a:avLst/>
            </a:prstGeom>
            <a:gradFill flip="none" rotWithShape="1">
              <a:gsLst>
                <a:gs pos="0">
                  <a:schemeClr val="accent4">
                    <a:lumMod val="67000"/>
                    <a:alpha val="68000"/>
                  </a:schemeClr>
                </a:gs>
                <a:gs pos="48000">
                  <a:schemeClr val="accent4">
                    <a:lumMod val="97000"/>
                    <a:lumOff val="3000"/>
                  </a:schemeClr>
                </a:gs>
                <a:gs pos="100000">
                  <a:schemeClr val="accent4">
                    <a:lumMod val="60000"/>
                    <a:lumOff val="40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46" name="Group 45">
              <a:extLst>
                <a:ext uri="{FF2B5EF4-FFF2-40B4-BE49-F238E27FC236}">
                  <a16:creationId xmlns:a16="http://schemas.microsoft.com/office/drawing/2014/main" id="{81D72835-129E-DE0C-EFE1-09FCB2ACFD5A}"/>
                </a:ext>
              </a:extLst>
            </p:cNvPr>
            <p:cNvGrpSpPr/>
            <p:nvPr/>
          </p:nvGrpSpPr>
          <p:grpSpPr>
            <a:xfrm>
              <a:off x="10458034" y="4959214"/>
              <a:ext cx="1166596" cy="784750"/>
              <a:chOff x="9775524" y="917909"/>
              <a:chExt cx="1422802" cy="955925"/>
            </a:xfrm>
          </p:grpSpPr>
          <p:grpSp>
            <p:nvGrpSpPr>
              <p:cNvPr id="47" name="Group 62">
                <a:extLst>
                  <a:ext uri="{FF2B5EF4-FFF2-40B4-BE49-F238E27FC236}">
                    <a16:creationId xmlns:a16="http://schemas.microsoft.com/office/drawing/2014/main" id="{AA29203B-1C7A-E162-E1C9-3B8FD970DBD0}"/>
                  </a:ext>
                </a:extLst>
              </p:cNvPr>
              <p:cNvGrpSpPr>
                <a:grpSpLocks noChangeAspect="1"/>
              </p:cNvGrpSpPr>
              <p:nvPr/>
            </p:nvGrpSpPr>
            <p:grpSpPr bwMode="auto">
              <a:xfrm>
                <a:off x="10103765" y="917909"/>
                <a:ext cx="691479" cy="679218"/>
                <a:chOff x="313" y="1967"/>
                <a:chExt cx="564" cy="554"/>
              </a:xfrm>
            </p:grpSpPr>
            <p:sp>
              <p:nvSpPr>
                <p:cNvPr id="49" name="Freeform 63">
                  <a:extLst>
                    <a:ext uri="{FF2B5EF4-FFF2-40B4-BE49-F238E27FC236}">
                      <a16:creationId xmlns:a16="http://schemas.microsoft.com/office/drawing/2014/main" id="{E4F77C5D-8969-EFA6-1CB7-E218AEC65394}"/>
                    </a:ext>
                  </a:extLst>
                </p:cNvPr>
                <p:cNvSpPr>
                  <a:spLocks noEditPoints="1"/>
                </p:cNvSpPr>
                <p:nvPr/>
              </p:nvSpPr>
              <p:spPr bwMode="auto">
                <a:xfrm>
                  <a:off x="313" y="2303"/>
                  <a:ext cx="139" cy="45"/>
                </a:xfrm>
                <a:custGeom>
                  <a:avLst/>
                  <a:gdLst>
                    <a:gd name="T0" fmla="*/ 213 w 213"/>
                    <a:gd name="T1" fmla="*/ 71 h 71"/>
                    <a:gd name="T2" fmla="*/ 186 w 213"/>
                    <a:gd name="T3" fmla="*/ 71 h 71"/>
                    <a:gd name="T4" fmla="*/ 184 w 213"/>
                    <a:gd name="T5" fmla="*/ 69 h 71"/>
                    <a:gd name="T6" fmla="*/ 176 w 213"/>
                    <a:gd name="T7" fmla="*/ 64 h 71"/>
                    <a:gd name="T8" fmla="*/ 38 w 213"/>
                    <a:gd name="T9" fmla="*/ 64 h 71"/>
                    <a:gd name="T10" fmla="*/ 29 w 213"/>
                    <a:gd name="T11" fmla="*/ 69 h 71"/>
                    <a:gd name="T12" fmla="*/ 27 w 213"/>
                    <a:gd name="T13" fmla="*/ 71 h 71"/>
                    <a:gd name="T14" fmla="*/ 0 w 213"/>
                    <a:gd name="T15" fmla="*/ 71 h 71"/>
                    <a:gd name="T16" fmla="*/ 48 w 213"/>
                    <a:gd name="T17" fmla="*/ 0 h 71"/>
                    <a:gd name="T18" fmla="*/ 165 w 213"/>
                    <a:gd name="T19" fmla="*/ 0 h 71"/>
                    <a:gd name="T20" fmla="*/ 187 w 213"/>
                    <a:gd name="T21" fmla="*/ 34 h 71"/>
                    <a:gd name="T22" fmla="*/ 213 w 213"/>
                    <a:gd name="T23" fmla="*/ 71 h 71"/>
                    <a:gd name="T24" fmla="*/ 47 w 213"/>
                    <a:gd name="T25" fmla="*/ 41 h 71"/>
                    <a:gd name="T26" fmla="*/ 166 w 213"/>
                    <a:gd name="T27" fmla="*/ 41 h 71"/>
                    <a:gd name="T28" fmla="*/ 157 w 213"/>
                    <a:gd name="T29" fmla="*/ 29 h 71"/>
                    <a:gd name="T30" fmla="*/ 146 w 213"/>
                    <a:gd name="T31" fmla="*/ 23 h 71"/>
                    <a:gd name="T32" fmla="*/ 66 w 213"/>
                    <a:gd name="T33" fmla="*/ 23 h 71"/>
                    <a:gd name="T34" fmla="*/ 54 w 213"/>
                    <a:gd name="T35" fmla="*/ 29 h 71"/>
                    <a:gd name="T36" fmla="*/ 47 w 213"/>
                    <a:gd name="T37" fmla="*/ 4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3" h="71">
                      <a:moveTo>
                        <a:pt x="213" y="71"/>
                      </a:moveTo>
                      <a:cubicBezTo>
                        <a:pt x="186" y="71"/>
                        <a:pt x="186" y="71"/>
                        <a:pt x="186" y="71"/>
                      </a:cubicBezTo>
                      <a:cubicBezTo>
                        <a:pt x="184" y="69"/>
                        <a:pt x="184" y="69"/>
                        <a:pt x="184" y="69"/>
                      </a:cubicBezTo>
                      <a:cubicBezTo>
                        <a:pt x="182" y="66"/>
                        <a:pt x="179" y="64"/>
                        <a:pt x="176" y="64"/>
                      </a:cubicBezTo>
                      <a:cubicBezTo>
                        <a:pt x="38" y="64"/>
                        <a:pt x="38" y="64"/>
                        <a:pt x="38" y="64"/>
                      </a:cubicBezTo>
                      <a:cubicBezTo>
                        <a:pt x="35" y="64"/>
                        <a:pt x="31" y="66"/>
                        <a:pt x="29" y="69"/>
                      </a:cubicBezTo>
                      <a:cubicBezTo>
                        <a:pt x="27" y="71"/>
                        <a:pt x="27" y="71"/>
                        <a:pt x="27" y="71"/>
                      </a:cubicBezTo>
                      <a:cubicBezTo>
                        <a:pt x="0" y="71"/>
                        <a:pt x="0" y="71"/>
                        <a:pt x="0" y="71"/>
                      </a:cubicBezTo>
                      <a:cubicBezTo>
                        <a:pt x="48" y="0"/>
                        <a:pt x="48" y="0"/>
                        <a:pt x="48" y="0"/>
                      </a:cubicBezTo>
                      <a:cubicBezTo>
                        <a:pt x="165" y="0"/>
                        <a:pt x="165" y="0"/>
                        <a:pt x="165" y="0"/>
                      </a:cubicBezTo>
                      <a:cubicBezTo>
                        <a:pt x="165" y="0"/>
                        <a:pt x="180" y="23"/>
                        <a:pt x="187" y="34"/>
                      </a:cubicBezTo>
                      <a:cubicBezTo>
                        <a:pt x="196" y="46"/>
                        <a:pt x="204" y="59"/>
                        <a:pt x="213" y="71"/>
                      </a:cubicBezTo>
                      <a:close/>
                      <a:moveTo>
                        <a:pt x="47" y="41"/>
                      </a:moveTo>
                      <a:cubicBezTo>
                        <a:pt x="166" y="41"/>
                        <a:pt x="166" y="41"/>
                        <a:pt x="166" y="41"/>
                      </a:cubicBezTo>
                      <a:cubicBezTo>
                        <a:pt x="157" y="29"/>
                        <a:pt x="157" y="29"/>
                        <a:pt x="157" y="29"/>
                      </a:cubicBezTo>
                      <a:cubicBezTo>
                        <a:pt x="155" y="25"/>
                        <a:pt x="150" y="23"/>
                        <a:pt x="146" y="23"/>
                      </a:cubicBezTo>
                      <a:cubicBezTo>
                        <a:pt x="66" y="23"/>
                        <a:pt x="66" y="23"/>
                        <a:pt x="66" y="23"/>
                      </a:cubicBezTo>
                      <a:cubicBezTo>
                        <a:pt x="61" y="23"/>
                        <a:pt x="56" y="25"/>
                        <a:pt x="54" y="29"/>
                      </a:cubicBezTo>
                      <a:lnTo>
                        <a:pt x="47" y="41"/>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64">
                  <a:extLst>
                    <a:ext uri="{FF2B5EF4-FFF2-40B4-BE49-F238E27FC236}">
                      <a16:creationId xmlns:a16="http://schemas.microsoft.com/office/drawing/2014/main" id="{A25339E4-89F7-78F6-329B-6E9F02DEDA7B}"/>
                    </a:ext>
                  </a:extLst>
                </p:cNvPr>
                <p:cNvSpPr>
                  <a:spLocks noEditPoints="1"/>
                </p:cNvSpPr>
                <p:nvPr/>
              </p:nvSpPr>
              <p:spPr bwMode="auto">
                <a:xfrm>
                  <a:off x="325" y="2156"/>
                  <a:ext cx="115" cy="134"/>
                </a:xfrm>
                <a:custGeom>
                  <a:avLst/>
                  <a:gdLst>
                    <a:gd name="T0" fmla="*/ 177 w 177"/>
                    <a:gd name="T1" fmla="*/ 18 h 211"/>
                    <a:gd name="T2" fmla="*/ 160 w 177"/>
                    <a:gd name="T3" fmla="*/ 0 h 211"/>
                    <a:gd name="T4" fmla="*/ 17 w 177"/>
                    <a:gd name="T5" fmla="*/ 0 h 211"/>
                    <a:gd name="T6" fmla="*/ 0 w 177"/>
                    <a:gd name="T7" fmla="*/ 18 h 211"/>
                    <a:gd name="T8" fmla="*/ 0 w 177"/>
                    <a:gd name="T9" fmla="*/ 193 h 211"/>
                    <a:gd name="T10" fmla="*/ 17 w 177"/>
                    <a:gd name="T11" fmla="*/ 211 h 211"/>
                    <a:gd name="T12" fmla="*/ 160 w 177"/>
                    <a:gd name="T13" fmla="*/ 211 h 211"/>
                    <a:gd name="T14" fmla="*/ 177 w 177"/>
                    <a:gd name="T15" fmla="*/ 193 h 211"/>
                    <a:gd name="T16" fmla="*/ 177 w 177"/>
                    <a:gd name="T17" fmla="*/ 18 h 211"/>
                    <a:gd name="T18" fmla="*/ 156 w 177"/>
                    <a:gd name="T19" fmla="*/ 64 h 211"/>
                    <a:gd name="T20" fmla="*/ 116 w 177"/>
                    <a:gd name="T21" fmla="*/ 104 h 211"/>
                    <a:gd name="T22" fmla="*/ 58 w 177"/>
                    <a:gd name="T23" fmla="*/ 104 h 211"/>
                    <a:gd name="T24" fmla="*/ 19 w 177"/>
                    <a:gd name="T25" fmla="*/ 64 h 211"/>
                    <a:gd name="T26" fmla="*/ 19 w 177"/>
                    <a:gd name="T27" fmla="*/ 64 h 211"/>
                    <a:gd name="T28" fmla="*/ 58 w 177"/>
                    <a:gd name="T29" fmla="*/ 25 h 211"/>
                    <a:gd name="T30" fmla="*/ 116 w 177"/>
                    <a:gd name="T31" fmla="*/ 25 h 211"/>
                    <a:gd name="T32" fmla="*/ 156 w 177"/>
                    <a:gd name="T33" fmla="*/ 64 h 211"/>
                    <a:gd name="T34" fmla="*/ 39 w 177"/>
                    <a:gd name="T35" fmla="*/ 186 h 211"/>
                    <a:gd name="T36" fmla="*/ 20 w 177"/>
                    <a:gd name="T37" fmla="*/ 168 h 211"/>
                    <a:gd name="T38" fmla="*/ 39 w 177"/>
                    <a:gd name="T39" fmla="*/ 149 h 211"/>
                    <a:gd name="T40" fmla="*/ 57 w 177"/>
                    <a:gd name="T41" fmla="*/ 168 h 211"/>
                    <a:gd name="T42" fmla="*/ 39 w 177"/>
                    <a:gd name="T43" fmla="*/ 186 h 211"/>
                    <a:gd name="T44" fmla="*/ 139 w 177"/>
                    <a:gd name="T45" fmla="*/ 186 h 211"/>
                    <a:gd name="T46" fmla="*/ 121 w 177"/>
                    <a:gd name="T47" fmla="*/ 168 h 211"/>
                    <a:gd name="T48" fmla="*/ 139 w 177"/>
                    <a:gd name="T49" fmla="*/ 149 h 211"/>
                    <a:gd name="T50" fmla="*/ 157 w 177"/>
                    <a:gd name="T51" fmla="*/ 168 h 211"/>
                    <a:gd name="T52" fmla="*/ 139 w 177"/>
                    <a:gd name="T53" fmla="*/ 18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7" h="211">
                      <a:moveTo>
                        <a:pt x="177" y="18"/>
                      </a:moveTo>
                      <a:cubicBezTo>
                        <a:pt x="177" y="8"/>
                        <a:pt x="170" y="0"/>
                        <a:pt x="160" y="0"/>
                      </a:cubicBezTo>
                      <a:cubicBezTo>
                        <a:pt x="17" y="0"/>
                        <a:pt x="17" y="0"/>
                        <a:pt x="17" y="0"/>
                      </a:cubicBezTo>
                      <a:cubicBezTo>
                        <a:pt x="7" y="0"/>
                        <a:pt x="0" y="8"/>
                        <a:pt x="0" y="18"/>
                      </a:cubicBezTo>
                      <a:cubicBezTo>
                        <a:pt x="0" y="193"/>
                        <a:pt x="0" y="193"/>
                        <a:pt x="0" y="193"/>
                      </a:cubicBezTo>
                      <a:cubicBezTo>
                        <a:pt x="0" y="203"/>
                        <a:pt x="7" y="211"/>
                        <a:pt x="17" y="211"/>
                      </a:cubicBezTo>
                      <a:cubicBezTo>
                        <a:pt x="160" y="211"/>
                        <a:pt x="160" y="211"/>
                        <a:pt x="160" y="211"/>
                      </a:cubicBezTo>
                      <a:cubicBezTo>
                        <a:pt x="170" y="211"/>
                        <a:pt x="177" y="203"/>
                        <a:pt x="177" y="193"/>
                      </a:cubicBezTo>
                      <a:lnTo>
                        <a:pt x="177" y="18"/>
                      </a:lnTo>
                      <a:close/>
                      <a:moveTo>
                        <a:pt x="156" y="64"/>
                      </a:moveTo>
                      <a:cubicBezTo>
                        <a:pt x="156" y="86"/>
                        <a:pt x="138" y="104"/>
                        <a:pt x="116" y="104"/>
                      </a:cubicBezTo>
                      <a:cubicBezTo>
                        <a:pt x="58" y="104"/>
                        <a:pt x="58" y="104"/>
                        <a:pt x="58" y="104"/>
                      </a:cubicBezTo>
                      <a:cubicBezTo>
                        <a:pt x="36" y="104"/>
                        <a:pt x="19" y="86"/>
                        <a:pt x="19" y="64"/>
                      </a:cubicBezTo>
                      <a:cubicBezTo>
                        <a:pt x="19" y="64"/>
                        <a:pt x="19" y="64"/>
                        <a:pt x="19" y="64"/>
                      </a:cubicBezTo>
                      <a:cubicBezTo>
                        <a:pt x="19" y="43"/>
                        <a:pt x="36" y="25"/>
                        <a:pt x="58" y="25"/>
                      </a:cubicBezTo>
                      <a:cubicBezTo>
                        <a:pt x="116" y="25"/>
                        <a:pt x="116" y="25"/>
                        <a:pt x="116" y="25"/>
                      </a:cubicBezTo>
                      <a:cubicBezTo>
                        <a:pt x="138" y="25"/>
                        <a:pt x="156" y="43"/>
                        <a:pt x="156" y="64"/>
                      </a:cubicBezTo>
                      <a:close/>
                      <a:moveTo>
                        <a:pt x="39" y="186"/>
                      </a:moveTo>
                      <a:cubicBezTo>
                        <a:pt x="28" y="186"/>
                        <a:pt x="20" y="178"/>
                        <a:pt x="20" y="168"/>
                      </a:cubicBezTo>
                      <a:cubicBezTo>
                        <a:pt x="20" y="158"/>
                        <a:pt x="28" y="149"/>
                        <a:pt x="39" y="149"/>
                      </a:cubicBezTo>
                      <a:cubicBezTo>
                        <a:pt x="49" y="149"/>
                        <a:pt x="57" y="158"/>
                        <a:pt x="57" y="168"/>
                      </a:cubicBezTo>
                      <a:cubicBezTo>
                        <a:pt x="57" y="178"/>
                        <a:pt x="49" y="186"/>
                        <a:pt x="39" y="186"/>
                      </a:cubicBezTo>
                      <a:close/>
                      <a:moveTo>
                        <a:pt x="139" y="186"/>
                      </a:moveTo>
                      <a:cubicBezTo>
                        <a:pt x="129" y="186"/>
                        <a:pt x="121" y="178"/>
                        <a:pt x="121" y="168"/>
                      </a:cubicBezTo>
                      <a:cubicBezTo>
                        <a:pt x="121" y="158"/>
                        <a:pt x="129" y="149"/>
                        <a:pt x="139" y="149"/>
                      </a:cubicBezTo>
                      <a:cubicBezTo>
                        <a:pt x="149" y="149"/>
                        <a:pt x="157" y="158"/>
                        <a:pt x="157" y="168"/>
                      </a:cubicBezTo>
                      <a:cubicBezTo>
                        <a:pt x="157" y="178"/>
                        <a:pt x="149" y="186"/>
                        <a:pt x="139" y="186"/>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65">
                  <a:extLst>
                    <a:ext uri="{FF2B5EF4-FFF2-40B4-BE49-F238E27FC236}">
                      <a16:creationId xmlns:a16="http://schemas.microsoft.com/office/drawing/2014/main" id="{B7DBC5A3-FD15-74A5-A864-DDD9B0EAD5DD}"/>
                    </a:ext>
                  </a:extLst>
                </p:cNvPr>
                <p:cNvSpPr>
                  <a:spLocks/>
                </p:cNvSpPr>
                <p:nvPr/>
              </p:nvSpPr>
              <p:spPr bwMode="auto">
                <a:xfrm>
                  <a:off x="447" y="2048"/>
                  <a:ext cx="22" cy="22"/>
                </a:xfrm>
                <a:custGeom>
                  <a:avLst/>
                  <a:gdLst>
                    <a:gd name="T0" fmla="*/ 1 w 34"/>
                    <a:gd name="T1" fmla="*/ 19 h 34"/>
                    <a:gd name="T2" fmla="*/ 20 w 34"/>
                    <a:gd name="T3" fmla="*/ 32 h 34"/>
                    <a:gd name="T4" fmla="*/ 33 w 34"/>
                    <a:gd name="T5" fmla="*/ 14 h 34"/>
                    <a:gd name="T6" fmla="*/ 15 w 34"/>
                    <a:gd name="T7" fmla="*/ 1 h 34"/>
                    <a:gd name="T8" fmla="*/ 1 w 34"/>
                    <a:gd name="T9" fmla="*/ 19 h 34"/>
                  </a:gdLst>
                  <a:ahLst/>
                  <a:cxnLst>
                    <a:cxn ang="0">
                      <a:pos x="T0" y="T1"/>
                    </a:cxn>
                    <a:cxn ang="0">
                      <a:pos x="T2" y="T3"/>
                    </a:cxn>
                    <a:cxn ang="0">
                      <a:pos x="T4" y="T5"/>
                    </a:cxn>
                    <a:cxn ang="0">
                      <a:pos x="T6" y="T7"/>
                    </a:cxn>
                    <a:cxn ang="0">
                      <a:pos x="T8" y="T9"/>
                    </a:cxn>
                  </a:cxnLst>
                  <a:rect l="0" t="0" r="r" b="b"/>
                  <a:pathLst>
                    <a:path w="34" h="34">
                      <a:moveTo>
                        <a:pt x="1" y="19"/>
                      </a:moveTo>
                      <a:cubicBezTo>
                        <a:pt x="3" y="28"/>
                        <a:pt x="11" y="34"/>
                        <a:pt x="20" y="32"/>
                      </a:cubicBezTo>
                      <a:cubicBezTo>
                        <a:pt x="28" y="31"/>
                        <a:pt x="34" y="23"/>
                        <a:pt x="33" y="14"/>
                      </a:cubicBezTo>
                      <a:cubicBezTo>
                        <a:pt x="31" y="6"/>
                        <a:pt x="23" y="0"/>
                        <a:pt x="15" y="1"/>
                      </a:cubicBezTo>
                      <a:cubicBezTo>
                        <a:pt x="6" y="3"/>
                        <a:pt x="0" y="11"/>
                        <a:pt x="1" y="19"/>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66">
                  <a:extLst>
                    <a:ext uri="{FF2B5EF4-FFF2-40B4-BE49-F238E27FC236}">
                      <a16:creationId xmlns:a16="http://schemas.microsoft.com/office/drawing/2014/main" id="{63F5ED49-8D39-C6DD-5C2B-9081C2F59C55}"/>
                    </a:ext>
                  </a:extLst>
                </p:cNvPr>
                <p:cNvSpPr>
                  <a:spLocks/>
                </p:cNvSpPr>
                <p:nvPr/>
              </p:nvSpPr>
              <p:spPr bwMode="auto">
                <a:xfrm>
                  <a:off x="401" y="2090"/>
                  <a:ext cx="23" cy="22"/>
                </a:xfrm>
                <a:custGeom>
                  <a:avLst/>
                  <a:gdLst>
                    <a:gd name="T0" fmla="*/ 2 w 35"/>
                    <a:gd name="T1" fmla="*/ 20 h 34"/>
                    <a:gd name="T2" fmla="*/ 20 w 35"/>
                    <a:gd name="T3" fmla="*/ 33 h 34"/>
                    <a:gd name="T4" fmla="*/ 33 w 35"/>
                    <a:gd name="T5" fmla="*/ 15 h 34"/>
                    <a:gd name="T6" fmla="*/ 15 w 35"/>
                    <a:gd name="T7" fmla="*/ 2 h 34"/>
                    <a:gd name="T8" fmla="*/ 2 w 35"/>
                    <a:gd name="T9" fmla="*/ 20 h 34"/>
                  </a:gdLst>
                  <a:ahLst/>
                  <a:cxnLst>
                    <a:cxn ang="0">
                      <a:pos x="T0" y="T1"/>
                    </a:cxn>
                    <a:cxn ang="0">
                      <a:pos x="T2" y="T3"/>
                    </a:cxn>
                    <a:cxn ang="0">
                      <a:pos x="T4" y="T5"/>
                    </a:cxn>
                    <a:cxn ang="0">
                      <a:pos x="T6" y="T7"/>
                    </a:cxn>
                    <a:cxn ang="0">
                      <a:pos x="T8" y="T9"/>
                    </a:cxn>
                  </a:cxnLst>
                  <a:rect l="0" t="0" r="r" b="b"/>
                  <a:pathLst>
                    <a:path w="35" h="34">
                      <a:moveTo>
                        <a:pt x="2" y="20"/>
                      </a:moveTo>
                      <a:cubicBezTo>
                        <a:pt x="3" y="28"/>
                        <a:pt x="11" y="34"/>
                        <a:pt x="20" y="33"/>
                      </a:cubicBezTo>
                      <a:cubicBezTo>
                        <a:pt x="29" y="31"/>
                        <a:pt x="35" y="23"/>
                        <a:pt x="33" y="15"/>
                      </a:cubicBezTo>
                      <a:cubicBezTo>
                        <a:pt x="32" y="6"/>
                        <a:pt x="24" y="0"/>
                        <a:pt x="15" y="2"/>
                      </a:cubicBezTo>
                      <a:cubicBezTo>
                        <a:pt x="6" y="3"/>
                        <a:pt x="0" y="11"/>
                        <a:pt x="2" y="20"/>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67">
                  <a:extLst>
                    <a:ext uri="{FF2B5EF4-FFF2-40B4-BE49-F238E27FC236}">
                      <a16:creationId xmlns:a16="http://schemas.microsoft.com/office/drawing/2014/main" id="{30A28C85-D4B8-9DFC-F5BB-4654CFF6884B}"/>
                    </a:ext>
                  </a:extLst>
                </p:cNvPr>
                <p:cNvSpPr>
                  <a:spLocks/>
                </p:cNvSpPr>
                <p:nvPr/>
              </p:nvSpPr>
              <p:spPr bwMode="auto">
                <a:xfrm>
                  <a:off x="767" y="2096"/>
                  <a:ext cx="22" cy="22"/>
                </a:xfrm>
                <a:custGeom>
                  <a:avLst/>
                  <a:gdLst>
                    <a:gd name="T0" fmla="*/ 14 w 34"/>
                    <a:gd name="T1" fmla="*/ 2 h 35"/>
                    <a:gd name="T2" fmla="*/ 1 w 34"/>
                    <a:gd name="T3" fmla="*/ 20 h 35"/>
                    <a:gd name="T4" fmla="*/ 19 w 34"/>
                    <a:gd name="T5" fmla="*/ 33 h 35"/>
                    <a:gd name="T6" fmla="*/ 32 w 34"/>
                    <a:gd name="T7" fmla="*/ 15 h 35"/>
                    <a:gd name="T8" fmla="*/ 14 w 34"/>
                    <a:gd name="T9" fmla="*/ 2 h 35"/>
                  </a:gdLst>
                  <a:ahLst/>
                  <a:cxnLst>
                    <a:cxn ang="0">
                      <a:pos x="T0" y="T1"/>
                    </a:cxn>
                    <a:cxn ang="0">
                      <a:pos x="T2" y="T3"/>
                    </a:cxn>
                    <a:cxn ang="0">
                      <a:pos x="T4" y="T5"/>
                    </a:cxn>
                    <a:cxn ang="0">
                      <a:pos x="T6" y="T7"/>
                    </a:cxn>
                    <a:cxn ang="0">
                      <a:pos x="T8" y="T9"/>
                    </a:cxn>
                  </a:cxnLst>
                  <a:rect l="0" t="0" r="r" b="b"/>
                  <a:pathLst>
                    <a:path w="34" h="35">
                      <a:moveTo>
                        <a:pt x="14" y="2"/>
                      </a:moveTo>
                      <a:cubicBezTo>
                        <a:pt x="6" y="3"/>
                        <a:pt x="0" y="11"/>
                        <a:pt x="1" y="20"/>
                      </a:cubicBezTo>
                      <a:cubicBezTo>
                        <a:pt x="2" y="29"/>
                        <a:pt x="11" y="35"/>
                        <a:pt x="19" y="33"/>
                      </a:cubicBezTo>
                      <a:cubicBezTo>
                        <a:pt x="28" y="32"/>
                        <a:pt x="34" y="24"/>
                        <a:pt x="32" y="15"/>
                      </a:cubicBezTo>
                      <a:cubicBezTo>
                        <a:pt x="31" y="6"/>
                        <a:pt x="23" y="0"/>
                        <a:pt x="14" y="2"/>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68">
                  <a:extLst>
                    <a:ext uri="{FF2B5EF4-FFF2-40B4-BE49-F238E27FC236}">
                      <a16:creationId xmlns:a16="http://schemas.microsoft.com/office/drawing/2014/main" id="{DAEC5CC7-AD61-0057-80D7-36AABBC2A76C}"/>
                    </a:ext>
                  </a:extLst>
                </p:cNvPr>
                <p:cNvSpPr>
                  <a:spLocks/>
                </p:cNvSpPr>
                <p:nvPr/>
              </p:nvSpPr>
              <p:spPr bwMode="auto">
                <a:xfrm>
                  <a:off x="718" y="2052"/>
                  <a:ext cx="23" cy="22"/>
                </a:xfrm>
                <a:custGeom>
                  <a:avLst/>
                  <a:gdLst>
                    <a:gd name="T0" fmla="*/ 15 w 34"/>
                    <a:gd name="T1" fmla="*/ 2 h 34"/>
                    <a:gd name="T2" fmla="*/ 2 w 34"/>
                    <a:gd name="T3" fmla="*/ 20 h 34"/>
                    <a:gd name="T4" fmla="*/ 20 w 34"/>
                    <a:gd name="T5" fmla="*/ 33 h 34"/>
                    <a:gd name="T6" fmla="*/ 33 w 34"/>
                    <a:gd name="T7" fmla="*/ 15 h 34"/>
                    <a:gd name="T8" fmla="*/ 15 w 34"/>
                    <a:gd name="T9" fmla="*/ 2 h 34"/>
                  </a:gdLst>
                  <a:ahLst/>
                  <a:cxnLst>
                    <a:cxn ang="0">
                      <a:pos x="T0" y="T1"/>
                    </a:cxn>
                    <a:cxn ang="0">
                      <a:pos x="T2" y="T3"/>
                    </a:cxn>
                    <a:cxn ang="0">
                      <a:pos x="T4" y="T5"/>
                    </a:cxn>
                    <a:cxn ang="0">
                      <a:pos x="T6" y="T7"/>
                    </a:cxn>
                    <a:cxn ang="0">
                      <a:pos x="T8" y="T9"/>
                    </a:cxn>
                  </a:cxnLst>
                  <a:rect l="0" t="0" r="r" b="b"/>
                  <a:pathLst>
                    <a:path w="34" h="34">
                      <a:moveTo>
                        <a:pt x="15" y="2"/>
                      </a:moveTo>
                      <a:cubicBezTo>
                        <a:pt x="6" y="3"/>
                        <a:pt x="0" y="11"/>
                        <a:pt x="2" y="20"/>
                      </a:cubicBezTo>
                      <a:cubicBezTo>
                        <a:pt x="3" y="28"/>
                        <a:pt x="11" y="34"/>
                        <a:pt x="20" y="33"/>
                      </a:cubicBezTo>
                      <a:cubicBezTo>
                        <a:pt x="29" y="31"/>
                        <a:pt x="34" y="23"/>
                        <a:pt x="33" y="15"/>
                      </a:cubicBezTo>
                      <a:cubicBezTo>
                        <a:pt x="32" y="6"/>
                        <a:pt x="24" y="0"/>
                        <a:pt x="15" y="2"/>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69">
                  <a:extLst>
                    <a:ext uri="{FF2B5EF4-FFF2-40B4-BE49-F238E27FC236}">
                      <a16:creationId xmlns:a16="http://schemas.microsoft.com/office/drawing/2014/main" id="{25EB5FD3-DCAB-C8D6-3D9C-3312B87CF05F}"/>
                    </a:ext>
                  </a:extLst>
                </p:cNvPr>
                <p:cNvSpPr>
                  <a:spLocks/>
                </p:cNvSpPr>
                <p:nvPr/>
              </p:nvSpPr>
              <p:spPr bwMode="auto">
                <a:xfrm>
                  <a:off x="725" y="2422"/>
                  <a:ext cx="22" cy="22"/>
                </a:xfrm>
                <a:custGeom>
                  <a:avLst/>
                  <a:gdLst>
                    <a:gd name="T0" fmla="*/ 33 w 34"/>
                    <a:gd name="T1" fmla="*/ 14 h 34"/>
                    <a:gd name="T2" fmla="*/ 14 w 34"/>
                    <a:gd name="T3" fmla="*/ 1 h 34"/>
                    <a:gd name="T4" fmla="*/ 1 w 34"/>
                    <a:gd name="T5" fmla="*/ 19 h 34"/>
                    <a:gd name="T6" fmla="*/ 19 w 34"/>
                    <a:gd name="T7" fmla="*/ 32 h 34"/>
                    <a:gd name="T8" fmla="*/ 33 w 34"/>
                    <a:gd name="T9" fmla="*/ 14 h 34"/>
                  </a:gdLst>
                  <a:ahLst/>
                  <a:cxnLst>
                    <a:cxn ang="0">
                      <a:pos x="T0" y="T1"/>
                    </a:cxn>
                    <a:cxn ang="0">
                      <a:pos x="T2" y="T3"/>
                    </a:cxn>
                    <a:cxn ang="0">
                      <a:pos x="T4" y="T5"/>
                    </a:cxn>
                    <a:cxn ang="0">
                      <a:pos x="T6" y="T7"/>
                    </a:cxn>
                    <a:cxn ang="0">
                      <a:pos x="T8" y="T9"/>
                    </a:cxn>
                  </a:cxnLst>
                  <a:rect l="0" t="0" r="r" b="b"/>
                  <a:pathLst>
                    <a:path w="34" h="34">
                      <a:moveTo>
                        <a:pt x="33" y="14"/>
                      </a:moveTo>
                      <a:cubicBezTo>
                        <a:pt x="31" y="5"/>
                        <a:pt x="23" y="0"/>
                        <a:pt x="14" y="1"/>
                      </a:cubicBezTo>
                      <a:cubicBezTo>
                        <a:pt x="6" y="2"/>
                        <a:pt x="0" y="10"/>
                        <a:pt x="1" y="19"/>
                      </a:cubicBezTo>
                      <a:cubicBezTo>
                        <a:pt x="3" y="28"/>
                        <a:pt x="11" y="34"/>
                        <a:pt x="19" y="32"/>
                      </a:cubicBezTo>
                      <a:cubicBezTo>
                        <a:pt x="28" y="31"/>
                        <a:pt x="34" y="23"/>
                        <a:pt x="33" y="14"/>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70">
                  <a:extLst>
                    <a:ext uri="{FF2B5EF4-FFF2-40B4-BE49-F238E27FC236}">
                      <a16:creationId xmlns:a16="http://schemas.microsoft.com/office/drawing/2014/main" id="{B11E3DAD-ED73-0A3D-6650-1AF2A1BE0AE7}"/>
                    </a:ext>
                  </a:extLst>
                </p:cNvPr>
                <p:cNvSpPr>
                  <a:spLocks/>
                </p:cNvSpPr>
                <p:nvPr/>
              </p:nvSpPr>
              <p:spPr bwMode="auto">
                <a:xfrm>
                  <a:off x="771" y="2380"/>
                  <a:ext cx="22" cy="21"/>
                </a:xfrm>
                <a:custGeom>
                  <a:avLst/>
                  <a:gdLst>
                    <a:gd name="T0" fmla="*/ 33 w 34"/>
                    <a:gd name="T1" fmla="*/ 15 h 34"/>
                    <a:gd name="T2" fmla="*/ 15 w 34"/>
                    <a:gd name="T3" fmla="*/ 1 h 34"/>
                    <a:gd name="T4" fmla="*/ 2 w 34"/>
                    <a:gd name="T5" fmla="*/ 20 h 34"/>
                    <a:gd name="T6" fmla="*/ 20 w 34"/>
                    <a:gd name="T7" fmla="*/ 33 h 34"/>
                    <a:gd name="T8" fmla="*/ 33 w 34"/>
                    <a:gd name="T9" fmla="*/ 15 h 34"/>
                  </a:gdLst>
                  <a:ahLst/>
                  <a:cxnLst>
                    <a:cxn ang="0">
                      <a:pos x="T0" y="T1"/>
                    </a:cxn>
                    <a:cxn ang="0">
                      <a:pos x="T2" y="T3"/>
                    </a:cxn>
                    <a:cxn ang="0">
                      <a:pos x="T4" y="T5"/>
                    </a:cxn>
                    <a:cxn ang="0">
                      <a:pos x="T6" y="T7"/>
                    </a:cxn>
                    <a:cxn ang="0">
                      <a:pos x="T8" y="T9"/>
                    </a:cxn>
                  </a:cxnLst>
                  <a:rect l="0" t="0" r="r" b="b"/>
                  <a:pathLst>
                    <a:path w="34" h="34">
                      <a:moveTo>
                        <a:pt x="33" y="15"/>
                      </a:moveTo>
                      <a:cubicBezTo>
                        <a:pt x="32" y="6"/>
                        <a:pt x="24" y="0"/>
                        <a:pt x="15" y="1"/>
                      </a:cubicBezTo>
                      <a:cubicBezTo>
                        <a:pt x="6" y="3"/>
                        <a:pt x="0" y="11"/>
                        <a:pt x="2" y="20"/>
                      </a:cubicBezTo>
                      <a:cubicBezTo>
                        <a:pt x="3" y="28"/>
                        <a:pt x="11" y="34"/>
                        <a:pt x="20" y="33"/>
                      </a:cubicBezTo>
                      <a:cubicBezTo>
                        <a:pt x="29" y="31"/>
                        <a:pt x="34" y="23"/>
                        <a:pt x="33" y="15"/>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71">
                  <a:extLst>
                    <a:ext uri="{FF2B5EF4-FFF2-40B4-BE49-F238E27FC236}">
                      <a16:creationId xmlns:a16="http://schemas.microsoft.com/office/drawing/2014/main" id="{453FEE98-A782-59B7-E218-ED907BABCB70}"/>
                    </a:ext>
                  </a:extLst>
                </p:cNvPr>
                <p:cNvSpPr>
                  <a:spLocks/>
                </p:cNvSpPr>
                <p:nvPr/>
              </p:nvSpPr>
              <p:spPr bwMode="auto">
                <a:xfrm>
                  <a:off x="398" y="2385"/>
                  <a:ext cx="22" cy="21"/>
                </a:xfrm>
                <a:custGeom>
                  <a:avLst/>
                  <a:gdLst>
                    <a:gd name="T0" fmla="*/ 14 w 34"/>
                    <a:gd name="T1" fmla="*/ 33 h 34"/>
                    <a:gd name="T2" fmla="*/ 32 w 34"/>
                    <a:gd name="T3" fmla="*/ 20 h 34"/>
                    <a:gd name="T4" fmla="*/ 19 w 34"/>
                    <a:gd name="T5" fmla="*/ 2 h 34"/>
                    <a:gd name="T6" fmla="*/ 1 w 34"/>
                    <a:gd name="T7" fmla="*/ 15 h 34"/>
                    <a:gd name="T8" fmla="*/ 14 w 34"/>
                    <a:gd name="T9" fmla="*/ 33 h 34"/>
                  </a:gdLst>
                  <a:ahLst/>
                  <a:cxnLst>
                    <a:cxn ang="0">
                      <a:pos x="T0" y="T1"/>
                    </a:cxn>
                    <a:cxn ang="0">
                      <a:pos x="T2" y="T3"/>
                    </a:cxn>
                    <a:cxn ang="0">
                      <a:pos x="T4" y="T5"/>
                    </a:cxn>
                    <a:cxn ang="0">
                      <a:pos x="T6" y="T7"/>
                    </a:cxn>
                    <a:cxn ang="0">
                      <a:pos x="T8" y="T9"/>
                    </a:cxn>
                  </a:cxnLst>
                  <a:rect l="0" t="0" r="r" b="b"/>
                  <a:pathLst>
                    <a:path w="34" h="34">
                      <a:moveTo>
                        <a:pt x="14" y="33"/>
                      </a:moveTo>
                      <a:cubicBezTo>
                        <a:pt x="23" y="34"/>
                        <a:pt x="31" y="28"/>
                        <a:pt x="32" y="20"/>
                      </a:cubicBezTo>
                      <a:cubicBezTo>
                        <a:pt x="34" y="11"/>
                        <a:pt x="28" y="3"/>
                        <a:pt x="19" y="2"/>
                      </a:cubicBezTo>
                      <a:cubicBezTo>
                        <a:pt x="11" y="0"/>
                        <a:pt x="3" y="6"/>
                        <a:pt x="1" y="15"/>
                      </a:cubicBezTo>
                      <a:cubicBezTo>
                        <a:pt x="0" y="23"/>
                        <a:pt x="6" y="31"/>
                        <a:pt x="14" y="33"/>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72">
                  <a:extLst>
                    <a:ext uri="{FF2B5EF4-FFF2-40B4-BE49-F238E27FC236}">
                      <a16:creationId xmlns:a16="http://schemas.microsoft.com/office/drawing/2014/main" id="{C9E5584A-F404-E9B8-175A-99695277AA52}"/>
                    </a:ext>
                  </a:extLst>
                </p:cNvPr>
                <p:cNvSpPr>
                  <a:spLocks/>
                </p:cNvSpPr>
                <p:nvPr/>
              </p:nvSpPr>
              <p:spPr bwMode="auto">
                <a:xfrm>
                  <a:off x="441" y="2423"/>
                  <a:ext cx="22" cy="21"/>
                </a:xfrm>
                <a:custGeom>
                  <a:avLst/>
                  <a:gdLst>
                    <a:gd name="T0" fmla="*/ 14 w 34"/>
                    <a:gd name="T1" fmla="*/ 32 h 34"/>
                    <a:gd name="T2" fmla="*/ 32 w 34"/>
                    <a:gd name="T3" fmla="*/ 19 h 34"/>
                    <a:gd name="T4" fmla="*/ 19 w 34"/>
                    <a:gd name="T5" fmla="*/ 1 h 34"/>
                    <a:gd name="T6" fmla="*/ 1 w 34"/>
                    <a:gd name="T7" fmla="*/ 14 h 34"/>
                    <a:gd name="T8" fmla="*/ 14 w 34"/>
                    <a:gd name="T9" fmla="*/ 32 h 34"/>
                  </a:gdLst>
                  <a:ahLst/>
                  <a:cxnLst>
                    <a:cxn ang="0">
                      <a:pos x="T0" y="T1"/>
                    </a:cxn>
                    <a:cxn ang="0">
                      <a:pos x="T2" y="T3"/>
                    </a:cxn>
                    <a:cxn ang="0">
                      <a:pos x="T4" y="T5"/>
                    </a:cxn>
                    <a:cxn ang="0">
                      <a:pos x="T6" y="T7"/>
                    </a:cxn>
                    <a:cxn ang="0">
                      <a:pos x="T8" y="T9"/>
                    </a:cxn>
                  </a:cxnLst>
                  <a:rect l="0" t="0" r="r" b="b"/>
                  <a:pathLst>
                    <a:path w="34" h="34">
                      <a:moveTo>
                        <a:pt x="14" y="32"/>
                      </a:moveTo>
                      <a:cubicBezTo>
                        <a:pt x="23" y="34"/>
                        <a:pt x="31" y="28"/>
                        <a:pt x="32" y="19"/>
                      </a:cubicBezTo>
                      <a:cubicBezTo>
                        <a:pt x="34" y="10"/>
                        <a:pt x="28" y="2"/>
                        <a:pt x="19" y="1"/>
                      </a:cubicBezTo>
                      <a:cubicBezTo>
                        <a:pt x="11" y="0"/>
                        <a:pt x="2" y="5"/>
                        <a:pt x="1" y="14"/>
                      </a:cubicBezTo>
                      <a:cubicBezTo>
                        <a:pt x="0" y="23"/>
                        <a:pt x="6" y="31"/>
                        <a:pt x="14" y="32"/>
                      </a:cubicBezTo>
                      <a:close/>
                    </a:path>
                  </a:pathLst>
                </a:custGeom>
                <a:solidFill>
                  <a:srgbClr val="0050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73">
                  <a:extLst>
                    <a:ext uri="{FF2B5EF4-FFF2-40B4-BE49-F238E27FC236}">
                      <a16:creationId xmlns:a16="http://schemas.microsoft.com/office/drawing/2014/main" id="{1B9919B5-7D2C-A6ED-0B9C-A105124246EB}"/>
                    </a:ext>
                  </a:extLst>
                </p:cNvPr>
                <p:cNvSpPr>
                  <a:spLocks/>
                </p:cNvSpPr>
                <p:nvPr/>
              </p:nvSpPr>
              <p:spPr bwMode="auto">
                <a:xfrm>
                  <a:off x="541" y="1967"/>
                  <a:ext cx="106" cy="112"/>
                </a:xfrm>
                <a:custGeom>
                  <a:avLst/>
                  <a:gdLst>
                    <a:gd name="T0" fmla="*/ 9 w 163"/>
                    <a:gd name="T1" fmla="*/ 167 h 176"/>
                    <a:gd name="T2" fmla="*/ 60 w 163"/>
                    <a:gd name="T3" fmla="*/ 123 h 176"/>
                    <a:gd name="T4" fmla="*/ 105 w 163"/>
                    <a:gd name="T5" fmla="*/ 122 h 176"/>
                    <a:gd name="T6" fmla="*/ 150 w 163"/>
                    <a:gd name="T7" fmla="*/ 161 h 176"/>
                    <a:gd name="T8" fmla="*/ 162 w 163"/>
                    <a:gd name="T9" fmla="*/ 172 h 176"/>
                    <a:gd name="T10" fmla="*/ 162 w 163"/>
                    <a:gd name="T11" fmla="*/ 101 h 176"/>
                    <a:gd name="T12" fmla="*/ 157 w 163"/>
                    <a:gd name="T13" fmla="*/ 89 h 176"/>
                    <a:gd name="T14" fmla="*/ 144 w 163"/>
                    <a:gd name="T15" fmla="*/ 83 h 176"/>
                    <a:gd name="T16" fmla="*/ 122 w 163"/>
                    <a:gd name="T17" fmla="*/ 83 h 176"/>
                    <a:gd name="T18" fmla="*/ 122 w 163"/>
                    <a:gd name="T19" fmla="*/ 69 h 176"/>
                    <a:gd name="T20" fmla="*/ 104 w 163"/>
                    <a:gd name="T21" fmla="*/ 50 h 176"/>
                    <a:gd name="T22" fmla="*/ 91 w 163"/>
                    <a:gd name="T23" fmla="*/ 49 h 176"/>
                    <a:gd name="T24" fmla="*/ 91 w 163"/>
                    <a:gd name="T25" fmla="*/ 0 h 176"/>
                    <a:gd name="T26" fmla="*/ 70 w 163"/>
                    <a:gd name="T27" fmla="*/ 0 h 176"/>
                    <a:gd name="T28" fmla="*/ 70 w 163"/>
                    <a:gd name="T29" fmla="*/ 49 h 176"/>
                    <a:gd name="T30" fmla="*/ 58 w 163"/>
                    <a:gd name="T31" fmla="*/ 49 h 176"/>
                    <a:gd name="T32" fmla="*/ 40 w 163"/>
                    <a:gd name="T33" fmla="*/ 71 h 176"/>
                    <a:gd name="T34" fmla="*/ 41 w 163"/>
                    <a:gd name="T35" fmla="*/ 83 h 176"/>
                    <a:gd name="T36" fmla="*/ 17 w 163"/>
                    <a:gd name="T37" fmla="*/ 83 h 176"/>
                    <a:gd name="T38" fmla="*/ 4 w 163"/>
                    <a:gd name="T39" fmla="*/ 90 h 176"/>
                    <a:gd name="T40" fmla="*/ 0 w 163"/>
                    <a:gd name="T41" fmla="*/ 101 h 176"/>
                    <a:gd name="T42" fmla="*/ 0 w 163"/>
                    <a:gd name="T43" fmla="*/ 176 h 176"/>
                    <a:gd name="T44" fmla="*/ 9 w 163"/>
                    <a:gd name="T45" fmla="*/ 167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3" h="176">
                      <a:moveTo>
                        <a:pt x="9" y="167"/>
                      </a:moveTo>
                      <a:cubicBezTo>
                        <a:pt x="29" y="150"/>
                        <a:pt x="40" y="139"/>
                        <a:pt x="60" y="123"/>
                      </a:cubicBezTo>
                      <a:cubicBezTo>
                        <a:pt x="73" y="112"/>
                        <a:pt x="92" y="112"/>
                        <a:pt x="105" y="122"/>
                      </a:cubicBezTo>
                      <a:cubicBezTo>
                        <a:pt x="120" y="135"/>
                        <a:pt x="135" y="148"/>
                        <a:pt x="150" y="161"/>
                      </a:cubicBezTo>
                      <a:cubicBezTo>
                        <a:pt x="156" y="166"/>
                        <a:pt x="157" y="167"/>
                        <a:pt x="162" y="172"/>
                      </a:cubicBezTo>
                      <a:cubicBezTo>
                        <a:pt x="162" y="172"/>
                        <a:pt x="162" y="105"/>
                        <a:pt x="162" y="101"/>
                      </a:cubicBezTo>
                      <a:cubicBezTo>
                        <a:pt x="163" y="97"/>
                        <a:pt x="160" y="93"/>
                        <a:pt x="157" y="89"/>
                      </a:cubicBezTo>
                      <a:cubicBezTo>
                        <a:pt x="154" y="86"/>
                        <a:pt x="148" y="83"/>
                        <a:pt x="144" y="83"/>
                      </a:cubicBezTo>
                      <a:cubicBezTo>
                        <a:pt x="140" y="82"/>
                        <a:pt x="122" y="83"/>
                        <a:pt x="122" y="83"/>
                      </a:cubicBezTo>
                      <a:cubicBezTo>
                        <a:pt x="122" y="77"/>
                        <a:pt x="122" y="71"/>
                        <a:pt x="122" y="69"/>
                      </a:cubicBezTo>
                      <a:cubicBezTo>
                        <a:pt x="123" y="58"/>
                        <a:pt x="115" y="51"/>
                        <a:pt x="104" y="50"/>
                      </a:cubicBezTo>
                      <a:cubicBezTo>
                        <a:pt x="100" y="49"/>
                        <a:pt x="93" y="49"/>
                        <a:pt x="91" y="49"/>
                      </a:cubicBezTo>
                      <a:cubicBezTo>
                        <a:pt x="91" y="0"/>
                        <a:pt x="91" y="0"/>
                        <a:pt x="91" y="0"/>
                      </a:cubicBezTo>
                      <a:cubicBezTo>
                        <a:pt x="70" y="0"/>
                        <a:pt x="70" y="0"/>
                        <a:pt x="70" y="0"/>
                      </a:cubicBezTo>
                      <a:cubicBezTo>
                        <a:pt x="70" y="49"/>
                        <a:pt x="70" y="49"/>
                        <a:pt x="70" y="49"/>
                      </a:cubicBezTo>
                      <a:cubicBezTo>
                        <a:pt x="63" y="49"/>
                        <a:pt x="62" y="49"/>
                        <a:pt x="58" y="49"/>
                      </a:cubicBezTo>
                      <a:cubicBezTo>
                        <a:pt x="47" y="50"/>
                        <a:pt x="41" y="60"/>
                        <a:pt x="40" y="71"/>
                      </a:cubicBezTo>
                      <a:cubicBezTo>
                        <a:pt x="40" y="74"/>
                        <a:pt x="41" y="77"/>
                        <a:pt x="41" y="83"/>
                      </a:cubicBezTo>
                      <a:cubicBezTo>
                        <a:pt x="41" y="83"/>
                        <a:pt x="22" y="83"/>
                        <a:pt x="17" y="83"/>
                      </a:cubicBezTo>
                      <a:cubicBezTo>
                        <a:pt x="12" y="83"/>
                        <a:pt x="7" y="86"/>
                        <a:pt x="4" y="90"/>
                      </a:cubicBezTo>
                      <a:cubicBezTo>
                        <a:pt x="2" y="93"/>
                        <a:pt x="0" y="97"/>
                        <a:pt x="0" y="101"/>
                      </a:cubicBezTo>
                      <a:cubicBezTo>
                        <a:pt x="0" y="104"/>
                        <a:pt x="0" y="176"/>
                        <a:pt x="0" y="176"/>
                      </a:cubicBezTo>
                      <a:cubicBezTo>
                        <a:pt x="0" y="174"/>
                        <a:pt x="8" y="169"/>
                        <a:pt x="9" y="16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74">
                  <a:extLst>
                    <a:ext uri="{FF2B5EF4-FFF2-40B4-BE49-F238E27FC236}">
                      <a16:creationId xmlns:a16="http://schemas.microsoft.com/office/drawing/2014/main" id="{DCEE85FD-192E-4B3F-0ABE-0D6C0B770F74}"/>
                    </a:ext>
                  </a:extLst>
                </p:cNvPr>
                <p:cNvSpPr>
                  <a:spLocks/>
                </p:cNvSpPr>
                <p:nvPr/>
              </p:nvSpPr>
              <p:spPr bwMode="auto">
                <a:xfrm>
                  <a:off x="519" y="2055"/>
                  <a:ext cx="152" cy="139"/>
                </a:xfrm>
                <a:custGeom>
                  <a:avLst/>
                  <a:gdLst>
                    <a:gd name="T0" fmla="*/ 221 w 234"/>
                    <a:gd name="T1" fmla="*/ 80 h 219"/>
                    <a:gd name="T2" fmla="*/ 144 w 234"/>
                    <a:gd name="T3" fmla="*/ 16 h 219"/>
                    <a:gd name="T4" fmla="*/ 123 w 234"/>
                    <a:gd name="T5" fmla="*/ 0 h 219"/>
                    <a:gd name="T6" fmla="*/ 123 w 234"/>
                    <a:gd name="T7" fmla="*/ 4 h 219"/>
                    <a:gd name="T8" fmla="*/ 125 w 234"/>
                    <a:gd name="T9" fmla="*/ 66 h 219"/>
                    <a:gd name="T10" fmla="*/ 126 w 234"/>
                    <a:gd name="T11" fmla="*/ 124 h 219"/>
                    <a:gd name="T12" fmla="*/ 115 w 234"/>
                    <a:gd name="T13" fmla="*/ 135 h 219"/>
                    <a:gd name="T14" fmla="*/ 108 w 234"/>
                    <a:gd name="T15" fmla="*/ 123 h 219"/>
                    <a:gd name="T16" fmla="*/ 108 w 234"/>
                    <a:gd name="T17" fmla="*/ 29 h 219"/>
                    <a:gd name="T18" fmla="*/ 108 w 234"/>
                    <a:gd name="T19" fmla="*/ 0 h 219"/>
                    <a:gd name="T20" fmla="*/ 104 w 234"/>
                    <a:gd name="T21" fmla="*/ 3 h 219"/>
                    <a:gd name="T22" fmla="*/ 11 w 234"/>
                    <a:gd name="T23" fmla="*/ 81 h 219"/>
                    <a:gd name="T24" fmla="*/ 4 w 234"/>
                    <a:gd name="T25" fmla="*/ 108 h 219"/>
                    <a:gd name="T26" fmla="*/ 43 w 234"/>
                    <a:gd name="T27" fmla="*/ 216 h 219"/>
                    <a:gd name="T28" fmla="*/ 47 w 234"/>
                    <a:gd name="T29" fmla="*/ 219 h 219"/>
                    <a:gd name="T30" fmla="*/ 186 w 234"/>
                    <a:gd name="T31" fmla="*/ 219 h 219"/>
                    <a:gd name="T32" fmla="*/ 190 w 234"/>
                    <a:gd name="T33" fmla="*/ 216 h 219"/>
                    <a:gd name="T34" fmla="*/ 229 w 234"/>
                    <a:gd name="T35" fmla="*/ 110 h 219"/>
                    <a:gd name="T36" fmla="*/ 221 w 234"/>
                    <a:gd name="T37" fmla="*/ 8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4" h="219">
                      <a:moveTo>
                        <a:pt x="221" y="80"/>
                      </a:moveTo>
                      <a:cubicBezTo>
                        <a:pt x="196" y="59"/>
                        <a:pt x="169" y="38"/>
                        <a:pt x="144" y="16"/>
                      </a:cubicBezTo>
                      <a:cubicBezTo>
                        <a:pt x="138" y="11"/>
                        <a:pt x="135" y="6"/>
                        <a:pt x="123" y="0"/>
                      </a:cubicBezTo>
                      <a:cubicBezTo>
                        <a:pt x="123" y="2"/>
                        <a:pt x="123" y="3"/>
                        <a:pt x="123" y="4"/>
                      </a:cubicBezTo>
                      <a:cubicBezTo>
                        <a:pt x="123" y="25"/>
                        <a:pt x="125" y="46"/>
                        <a:pt x="125" y="66"/>
                      </a:cubicBezTo>
                      <a:cubicBezTo>
                        <a:pt x="125" y="86"/>
                        <a:pt x="126" y="105"/>
                        <a:pt x="126" y="124"/>
                      </a:cubicBezTo>
                      <a:cubicBezTo>
                        <a:pt x="126" y="131"/>
                        <a:pt x="121" y="136"/>
                        <a:pt x="115" y="135"/>
                      </a:cubicBezTo>
                      <a:cubicBezTo>
                        <a:pt x="110" y="134"/>
                        <a:pt x="108" y="130"/>
                        <a:pt x="108" y="123"/>
                      </a:cubicBezTo>
                      <a:cubicBezTo>
                        <a:pt x="108" y="92"/>
                        <a:pt x="108" y="60"/>
                        <a:pt x="108" y="29"/>
                      </a:cubicBezTo>
                      <a:cubicBezTo>
                        <a:pt x="108" y="19"/>
                        <a:pt x="108" y="10"/>
                        <a:pt x="108" y="0"/>
                      </a:cubicBezTo>
                      <a:cubicBezTo>
                        <a:pt x="106" y="2"/>
                        <a:pt x="105" y="2"/>
                        <a:pt x="104" y="3"/>
                      </a:cubicBezTo>
                      <a:cubicBezTo>
                        <a:pt x="73" y="29"/>
                        <a:pt x="42" y="55"/>
                        <a:pt x="11" y="81"/>
                      </a:cubicBezTo>
                      <a:cubicBezTo>
                        <a:pt x="1" y="89"/>
                        <a:pt x="0" y="100"/>
                        <a:pt x="4" y="108"/>
                      </a:cubicBezTo>
                      <a:cubicBezTo>
                        <a:pt x="17" y="144"/>
                        <a:pt x="30" y="180"/>
                        <a:pt x="43" y="216"/>
                      </a:cubicBezTo>
                      <a:cubicBezTo>
                        <a:pt x="44" y="218"/>
                        <a:pt x="45" y="219"/>
                        <a:pt x="47" y="219"/>
                      </a:cubicBezTo>
                      <a:cubicBezTo>
                        <a:pt x="93" y="219"/>
                        <a:pt x="140" y="219"/>
                        <a:pt x="186" y="219"/>
                      </a:cubicBezTo>
                      <a:cubicBezTo>
                        <a:pt x="188" y="219"/>
                        <a:pt x="190" y="218"/>
                        <a:pt x="190" y="216"/>
                      </a:cubicBezTo>
                      <a:cubicBezTo>
                        <a:pt x="203" y="180"/>
                        <a:pt x="216" y="145"/>
                        <a:pt x="229" y="110"/>
                      </a:cubicBezTo>
                      <a:cubicBezTo>
                        <a:pt x="234" y="97"/>
                        <a:pt x="231" y="89"/>
                        <a:pt x="221" y="8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Line 75">
                  <a:extLst>
                    <a:ext uri="{FF2B5EF4-FFF2-40B4-BE49-F238E27FC236}">
                      <a16:creationId xmlns:a16="http://schemas.microsoft.com/office/drawing/2014/main" id="{04B39603-5C52-6D6D-AB0B-0D6E3B861037}"/>
                    </a:ext>
                  </a:extLst>
                </p:cNvPr>
                <p:cNvSpPr>
                  <a:spLocks noChangeShapeType="1"/>
                </p:cNvSpPr>
                <p:nvPr/>
              </p:nvSpPr>
              <p:spPr bwMode="auto">
                <a:xfrm>
                  <a:off x="646" y="2026"/>
                  <a:ext cx="0" cy="0"/>
                </a:xfrm>
                <a:prstGeom prst="line">
                  <a:avLst/>
                </a:prstGeom>
                <a:noFill/>
                <a:ln w="4763"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Line 76">
                  <a:extLst>
                    <a:ext uri="{FF2B5EF4-FFF2-40B4-BE49-F238E27FC236}">
                      <a16:creationId xmlns:a16="http://schemas.microsoft.com/office/drawing/2014/main" id="{2EB78CAE-CE57-E3C6-820C-4CBE3382FEF9}"/>
                    </a:ext>
                  </a:extLst>
                </p:cNvPr>
                <p:cNvSpPr>
                  <a:spLocks noChangeShapeType="1"/>
                </p:cNvSpPr>
                <p:nvPr/>
              </p:nvSpPr>
              <p:spPr bwMode="auto">
                <a:xfrm>
                  <a:off x="542" y="2026"/>
                  <a:ext cx="0" cy="0"/>
                </a:xfrm>
                <a:prstGeom prst="line">
                  <a:avLst/>
                </a:prstGeom>
                <a:noFill/>
                <a:ln w="4763"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Freeform 77">
                  <a:extLst>
                    <a:ext uri="{FF2B5EF4-FFF2-40B4-BE49-F238E27FC236}">
                      <a16:creationId xmlns:a16="http://schemas.microsoft.com/office/drawing/2014/main" id="{6FF9917A-4BD7-DBC4-5D5A-46086281E7CF}"/>
                    </a:ext>
                  </a:extLst>
                </p:cNvPr>
                <p:cNvSpPr>
                  <a:spLocks noEditPoints="1"/>
                </p:cNvSpPr>
                <p:nvPr/>
              </p:nvSpPr>
              <p:spPr bwMode="auto">
                <a:xfrm>
                  <a:off x="432" y="2348"/>
                  <a:ext cx="325" cy="173"/>
                </a:xfrm>
                <a:custGeom>
                  <a:avLst/>
                  <a:gdLst>
                    <a:gd name="T0" fmla="*/ 493 w 499"/>
                    <a:gd name="T1" fmla="*/ 190 h 272"/>
                    <a:gd name="T2" fmla="*/ 335 w 499"/>
                    <a:gd name="T3" fmla="*/ 164 h 272"/>
                    <a:gd name="T4" fmla="*/ 261 w 499"/>
                    <a:gd name="T5" fmla="*/ 99 h 272"/>
                    <a:gd name="T6" fmla="*/ 261 w 499"/>
                    <a:gd name="T7" fmla="*/ 99 h 272"/>
                    <a:gd name="T8" fmla="*/ 261 w 499"/>
                    <a:gd name="T9" fmla="*/ 11 h 272"/>
                    <a:gd name="T10" fmla="*/ 250 w 499"/>
                    <a:gd name="T11" fmla="*/ 0 h 272"/>
                    <a:gd name="T12" fmla="*/ 238 w 499"/>
                    <a:gd name="T13" fmla="*/ 11 h 272"/>
                    <a:gd name="T14" fmla="*/ 238 w 499"/>
                    <a:gd name="T15" fmla="*/ 99 h 272"/>
                    <a:gd name="T16" fmla="*/ 239 w 499"/>
                    <a:gd name="T17" fmla="*/ 99 h 272"/>
                    <a:gd name="T18" fmla="*/ 166 w 499"/>
                    <a:gd name="T19" fmla="*/ 164 h 272"/>
                    <a:gd name="T20" fmla="*/ 6 w 499"/>
                    <a:gd name="T21" fmla="*/ 190 h 272"/>
                    <a:gd name="T22" fmla="*/ 0 w 499"/>
                    <a:gd name="T23" fmla="*/ 197 h 272"/>
                    <a:gd name="T24" fmla="*/ 8 w 499"/>
                    <a:gd name="T25" fmla="*/ 205 h 272"/>
                    <a:gd name="T26" fmla="*/ 48 w 499"/>
                    <a:gd name="T27" fmla="*/ 205 h 272"/>
                    <a:gd name="T28" fmla="*/ 46 w 499"/>
                    <a:gd name="T29" fmla="*/ 218 h 272"/>
                    <a:gd name="T30" fmla="*/ 86 w 499"/>
                    <a:gd name="T31" fmla="*/ 259 h 272"/>
                    <a:gd name="T32" fmla="*/ 126 w 499"/>
                    <a:gd name="T33" fmla="*/ 218 h 272"/>
                    <a:gd name="T34" fmla="*/ 124 w 499"/>
                    <a:gd name="T35" fmla="*/ 205 h 272"/>
                    <a:gd name="T36" fmla="*/ 166 w 499"/>
                    <a:gd name="T37" fmla="*/ 205 h 272"/>
                    <a:gd name="T38" fmla="*/ 250 w 499"/>
                    <a:gd name="T39" fmla="*/ 272 h 272"/>
                    <a:gd name="T40" fmla="*/ 335 w 499"/>
                    <a:gd name="T41" fmla="*/ 205 h 272"/>
                    <a:gd name="T42" fmla="*/ 377 w 499"/>
                    <a:gd name="T43" fmla="*/ 205 h 272"/>
                    <a:gd name="T44" fmla="*/ 374 w 499"/>
                    <a:gd name="T45" fmla="*/ 218 h 272"/>
                    <a:gd name="T46" fmla="*/ 414 w 499"/>
                    <a:gd name="T47" fmla="*/ 259 h 272"/>
                    <a:gd name="T48" fmla="*/ 455 w 499"/>
                    <a:gd name="T49" fmla="*/ 218 h 272"/>
                    <a:gd name="T50" fmla="*/ 452 w 499"/>
                    <a:gd name="T51" fmla="*/ 205 h 272"/>
                    <a:gd name="T52" fmla="*/ 492 w 499"/>
                    <a:gd name="T53" fmla="*/ 205 h 272"/>
                    <a:gd name="T54" fmla="*/ 499 w 499"/>
                    <a:gd name="T55" fmla="*/ 197 h 272"/>
                    <a:gd name="T56" fmla="*/ 499 w 499"/>
                    <a:gd name="T57" fmla="*/ 197 h 272"/>
                    <a:gd name="T58" fmla="*/ 493 w 499"/>
                    <a:gd name="T59" fmla="*/ 190 h 272"/>
                    <a:gd name="T60" fmla="*/ 284 w 499"/>
                    <a:gd name="T61" fmla="*/ 174 h 272"/>
                    <a:gd name="T62" fmla="*/ 216 w 499"/>
                    <a:gd name="T63" fmla="*/ 174 h 272"/>
                    <a:gd name="T64" fmla="*/ 204 w 499"/>
                    <a:gd name="T65" fmla="*/ 163 h 272"/>
                    <a:gd name="T66" fmla="*/ 216 w 499"/>
                    <a:gd name="T67" fmla="*/ 152 h 272"/>
                    <a:gd name="T68" fmla="*/ 284 w 499"/>
                    <a:gd name="T69" fmla="*/ 152 h 272"/>
                    <a:gd name="T70" fmla="*/ 296 w 499"/>
                    <a:gd name="T71" fmla="*/ 163 h 272"/>
                    <a:gd name="T72" fmla="*/ 284 w 499"/>
                    <a:gd name="T73" fmla="*/ 174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99" h="272">
                      <a:moveTo>
                        <a:pt x="493" y="190"/>
                      </a:moveTo>
                      <a:cubicBezTo>
                        <a:pt x="335" y="164"/>
                        <a:pt x="335" y="164"/>
                        <a:pt x="335" y="164"/>
                      </a:cubicBezTo>
                      <a:cubicBezTo>
                        <a:pt x="326" y="130"/>
                        <a:pt x="297" y="103"/>
                        <a:pt x="261" y="99"/>
                      </a:cubicBezTo>
                      <a:cubicBezTo>
                        <a:pt x="261" y="99"/>
                        <a:pt x="261" y="99"/>
                        <a:pt x="261" y="99"/>
                      </a:cubicBezTo>
                      <a:cubicBezTo>
                        <a:pt x="261" y="11"/>
                        <a:pt x="261" y="11"/>
                        <a:pt x="261" y="11"/>
                      </a:cubicBezTo>
                      <a:cubicBezTo>
                        <a:pt x="261" y="5"/>
                        <a:pt x="256" y="0"/>
                        <a:pt x="250" y="0"/>
                      </a:cubicBezTo>
                      <a:cubicBezTo>
                        <a:pt x="244" y="0"/>
                        <a:pt x="238" y="5"/>
                        <a:pt x="238" y="11"/>
                      </a:cubicBezTo>
                      <a:cubicBezTo>
                        <a:pt x="238" y="99"/>
                        <a:pt x="238" y="99"/>
                        <a:pt x="238" y="99"/>
                      </a:cubicBezTo>
                      <a:cubicBezTo>
                        <a:pt x="239" y="99"/>
                        <a:pt x="239" y="99"/>
                        <a:pt x="239" y="99"/>
                      </a:cubicBezTo>
                      <a:cubicBezTo>
                        <a:pt x="203" y="104"/>
                        <a:pt x="174" y="130"/>
                        <a:pt x="166" y="164"/>
                      </a:cubicBezTo>
                      <a:cubicBezTo>
                        <a:pt x="6" y="190"/>
                        <a:pt x="6" y="190"/>
                        <a:pt x="6" y="190"/>
                      </a:cubicBezTo>
                      <a:cubicBezTo>
                        <a:pt x="3" y="190"/>
                        <a:pt x="0" y="194"/>
                        <a:pt x="0" y="197"/>
                      </a:cubicBezTo>
                      <a:cubicBezTo>
                        <a:pt x="0" y="201"/>
                        <a:pt x="4" y="205"/>
                        <a:pt x="8" y="205"/>
                      </a:cubicBezTo>
                      <a:cubicBezTo>
                        <a:pt x="48" y="205"/>
                        <a:pt x="48" y="205"/>
                        <a:pt x="48" y="205"/>
                      </a:cubicBezTo>
                      <a:cubicBezTo>
                        <a:pt x="47" y="209"/>
                        <a:pt x="46" y="214"/>
                        <a:pt x="46" y="218"/>
                      </a:cubicBezTo>
                      <a:cubicBezTo>
                        <a:pt x="46" y="241"/>
                        <a:pt x="64" y="259"/>
                        <a:pt x="86" y="259"/>
                      </a:cubicBezTo>
                      <a:cubicBezTo>
                        <a:pt x="108" y="259"/>
                        <a:pt x="126" y="241"/>
                        <a:pt x="126" y="218"/>
                      </a:cubicBezTo>
                      <a:cubicBezTo>
                        <a:pt x="126" y="214"/>
                        <a:pt x="125" y="209"/>
                        <a:pt x="124" y="205"/>
                      </a:cubicBezTo>
                      <a:cubicBezTo>
                        <a:pt x="166" y="205"/>
                        <a:pt x="166" y="205"/>
                        <a:pt x="166" y="205"/>
                      </a:cubicBezTo>
                      <a:cubicBezTo>
                        <a:pt x="175" y="243"/>
                        <a:pt x="209" y="272"/>
                        <a:pt x="250" y="272"/>
                      </a:cubicBezTo>
                      <a:cubicBezTo>
                        <a:pt x="292" y="272"/>
                        <a:pt x="326" y="243"/>
                        <a:pt x="335" y="205"/>
                      </a:cubicBezTo>
                      <a:cubicBezTo>
                        <a:pt x="377" y="205"/>
                        <a:pt x="377" y="205"/>
                        <a:pt x="377" y="205"/>
                      </a:cubicBezTo>
                      <a:cubicBezTo>
                        <a:pt x="375" y="209"/>
                        <a:pt x="374" y="214"/>
                        <a:pt x="374" y="218"/>
                      </a:cubicBezTo>
                      <a:cubicBezTo>
                        <a:pt x="374" y="241"/>
                        <a:pt x="392" y="259"/>
                        <a:pt x="414" y="259"/>
                      </a:cubicBezTo>
                      <a:cubicBezTo>
                        <a:pt x="437" y="259"/>
                        <a:pt x="455" y="241"/>
                        <a:pt x="455" y="218"/>
                      </a:cubicBezTo>
                      <a:cubicBezTo>
                        <a:pt x="455" y="214"/>
                        <a:pt x="454" y="209"/>
                        <a:pt x="452" y="205"/>
                      </a:cubicBezTo>
                      <a:cubicBezTo>
                        <a:pt x="492" y="205"/>
                        <a:pt x="492" y="205"/>
                        <a:pt x="492" y="205"/>
                      </a:cubicBezTo>
                      <a:cubicBezTo>
                        <a:pt x="496" y="205"/>
                        <a:pt x="499" y="201"/>
                        <a:pt x="499" y="197"/>
                      </a:cubicBezTo>
                      <a:cubicBezTo>
                        <a:pt x="499" y="197"/>
                        <a:pt x="499" y="197"/>
                        <a:pt x="499" y="197"/>
                      </a:cubicBezTo>
                      <a:cubicBezTo>
                        <a:pt x="499" y="194"/>
                        <a:pt x="496" y="190"/>
                        <a:pt x="493" y="190"/>
                      </a:cubicBezTo>
                      <a:close/>
                      <a:moveTo>
                        <a:pt x="284" y="174"/>
                      </a:moveTo>
                      <a:cubicBezTo>
                        <a:pt x="216" y="174"/>
                        <a:pt x="216" y="174"/>
                        <a:pt x="216" y="174"/>
                      </a:cubicBezTo>
                      <a:cubicBezTo>
                        <a:pt x="209" y="174"/>
                        <a:pt x="204" y="170"/>
                        <a:pt x="204" y="163"/>
                      </a:cubicBezTo>
                      <a:cubicBezTo>
                        <a:pt x="204" y="156"/>
                        <a:pt x="209" y="152"/>
                        <a:pt x="216" y="152"/>
                      </a:cubicBezTo>
                      <a:cubicBezTo>
                        <a:pt x="284" y="152"/>
                        <a:pt x="284" y="152"/>
                        <a:pt x="284" y="152"/>
                      </a:cubicBezTo>
                      <a:cubicBezTo>
                        <a:pt x="290" y="152"/>
                        <a:pt x="296" y="156"/>
                        <a:pt x="296" y="163"/>
                      </a:cubicBezTo>
                      <a:cubicBezTo>
                        <a:pt x="296" y="170"/>
                        <a:pt x="290" y="174"/>
                        <a:pt x="284" y="174"/>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78">
                  <a:extLst>
                    <a:ext uri="{FF2B5EF4-FFF2-40B4-BE49-F238E27FC236}">
                      <a16:creationId xmlns:a16="http://schemas.microsoft.com/office/drawing/2014/main" id="{7D801B44-7BDC-0C37-BD04-EAF66426A707}"/>
                    </a:ext>
                  </a:extLst>
                </p:cNvPr>
                <p:cNvSpPr>
                  <a:spLocks noEditPoints="1"/>
                </p:cNvSpPr>
                <p:nvPr/>
              </p:nvSpPr>
              <p:spPr bwMode="auto">
                <a:xfrm>
                  <a:off x="714" y="2151"/>
                  <a:ext cx="163" cy="192"/>
                </a:xfrm>
                <a:custGeom>
                  <a:avLst/>
                  <a:gdLst>
                    <a:gd name="T0" fmla="*/ 239 w 251"/>
                    <a:gd name="T1" fmla="*/ 249 h 302"/>
                    <a:gd name="T2" fmla="*/ 221 w 251"/>
                    <a:gd name="T3" fmla="*/ 185 h 302"/>
                    <a:gd name="T4" fmla="*/ 217 w 251"/>
                    <a:gd name="T5" fmla="*/ 10 h 302"/>
                    <a:gd name="T6" fmla="*/ 196 w 251"/>
                    <a:gd name="T7" fmla="*/ 10 h 302"/>
                    <a:gd name="T8" fmla="*/ 168 w 251"/>
                    <a:gd name="T9" fmla="*/ 37 h 302"/>
                    <a:gd name="T10" fmla="*/ 58 w 251"/>
                    <a:gd name="T11" fmla="*/ 60 h 302"/>
                    <a:gd name="T12" fmla="*/ 47 w 251"/>
                    <a:gd name="T13" fmla="*/ 0 h 302"/>
                    <a:gd name="T14" fmla="*/ 37 w 251"/>
                    <a:gd name="T15" fmla="*/ 185 h 302"/>
                    <a:gd name="T16" fmla="*/ 13 w 251"/>
                    <a:gd name="T17" fmla="*/ 203 h 302"/>
                    <a:gd name="T18" fmla="*/ 3 w 251"/>
                    <a:gd name="T19" fmla="*/ 249 h 302"/>
                    <a:gd name="T20" fmla="*/ 0 w 251"/>
                    <a:gd name="T21" fmla="*/ 277 h 302"/>
                    <a:gd name="T22" fmla="*/ 24 w 251"/>
                    <a:gd name="T23" fmla="*/ 279 h 302"/>
                    <a:gd name="T24" fmla="*/ 32 w 251"/>
                    <a:gd name="T25" fmla="*/ 302 h 302"/>
                    <a:gd name="T26" fmla="*/ 66 w 251"/>
                    <a:gd name="T27" fmla="*/ 293 h 302"/>
                    <a:gd name="T28" fmla="*/ 186 w 251"/>
                    <a:gd name="T29" fmla="*/ 279 h 302"/>
                    <a:gd name="T30" fmla="*/ 195 w 251"/>
                    <a:gd name="T31" fmla="*/ 302 h 302"/>
                    <a:gd name="T32" fmla="*/ 228 w 251"/>
                    <a:gd name="T33" fmla="*/ 293 h 302"/>
                    <a:gd name="T34" fmla="*/ 248 w 251"/>
                    <a:gd name="T35" fmla="*/ 279 h 302"/>
                    <a:gd name="T36" fmla="*/ 251 w 251"/>
                    <a:gd name="T37" fmla="*/ 252 h 302"/>
                    <a:gd name="T38" fmla="*/ 50 w 251"/>
                    <a:gd name="T39" fmla="*/ 239 h 302"/>
                    <a:gd name="T40" fmla="*/ 50 w 251"/>
                    <a:gd name="T41" fmla="*/ 211 h 302"/>
                    <a:gd name="T42" fmla="*/ 50 w 251"/>
                    <a:gd name="T43" fmla="*/ 239 h 302"/>
                    <a:gd name="T44" fmla="*/ 94 w 251"/>
                    <a:gd name="T45" fmla="*/ 238 h 302"/>
                    <a:gd name="T46" fmla="*/ 87 w 251"/>
                    <a:gd name="T47" fmla="*/ 214 h 302"/>
                    <a:gd name="T48" fmla="*/ 164 w 251"/>
                    <a:gd name="T49" fmla="*/ 230 h 302"/>
                    <a:gd name="T50" fmla="*/ 168 w 251"/>
                    <a:gd name="T51" fmla="*/ 133 h 302"/>
                    <a:gd name="T52" fmla="*/ 61 w 251"/>
                    <a:gd name="T53" fmla="*/ 112 h 302"/>
                    <a:gd name="T54" fmla="*/ 82 w 251"/>
                    <a:gd name="T55" fmla="*/ 90 h 302"/>
                    <a:gd name="T56" fmla="*/ 190 w 251"/>
                    <a:gd name="T57" fmla="*/ 111 h 302"/>
                    <a:gd name="T58" fmla="*/ 168 w 251"/>
                    <a:gd name="T59" fmla="*/ 133 h 302"/>
                    <a:gd name="T60" fmla="*/ 187 w 251"/>
                    <a:gd name="T61" fmla="*/ 225 h 302"/>
                    <a:gd name="T62" fmla="*/ 215 w 251"/>
                    <a:gd name="T63" fmla="*/ 225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1" h="302">
                      <a:moveTo>
                        <a:pt x="248" y="249"/>
                      </a:moveTo>
                      <a:cubicBezTo>
                        <a:pt x="239" y="249"/>
                        <a:pt x="239" y="249"/>
                        <a:pt x="239" y="249"/>
                      </a:cubicBezTo>
                      <a:cubicBezTo>
                        <a:pt x="239" y="203"/>
                        <a:pt x="239" y="203"/>
                        <a:pt x="239" y="203"/>
                      </a:cubicBezTo>
                      <a:cubicBezTo>
                        <a:pt x="239" y="193"/>
                        <a:pt x="231" y="185"/>
                        <a:pt x="221" y="185"/>
                      </a:cubicBezTo>
                      <a:cubicBezTo>
                        <a:pt x="217" y="185"/>
                        <a:pt x="217" y="185"/>
                        <a:pt x="217" y="185"/>
                      </a:cubicBezTo>
                      <a:cubicBezTo>
                        <a:pt x="217" y="10"/>
                        <a:pt x="217" y="10"/>
                        <a:pt x="217" y="10"/>
                      </a:cubicBezTo>
                      <a:cubicBezTo>
                        <a:pt x="217" y="4"/>
                        <a:pt x="212" y="0"/>
                        <a:pt x="206" y="0"/>
                      </a:cubicBezTo>
                      <a:cubicBezTo>
                        <a:pt x="201" y="0"/>
                        <a:pt x="196" y="4"/>
                        <a:pt x="196" y="10"/>
                      </a:cubicBezTo>
                      <a:cubicBezTo>
                        <a:pt x="196" y="65"/>
                        <a:pt x="196" y="65"/>
                        <a:pt x="196" y="65"/>
                      </a:cubicBezTo>
                      <a:cubicBezTo>
                        <a:pt x="196" y="49"/>
                        <a:pt x="184" y="37"/>
                        <a:pt x="168" y="37"/>
                      </a:cubicBezTo>
                      <a:cubicBezTo>
                        <a:pt x="85" y="37"/>
                        <a:pt x="85" y="37"/>
                        <a:pt x="85" y="37"/>
                      </a:cubicBezTo>
                      <a:cubicBezTo>
                        <a:pt x="71" y="37"/>
                        <a:pt x="59" y="47"/>
                        <a:pt x="58" y="60"/>
                      </a:cubicBezTo>
                      <a:cubicBezTo>
                        <a:pt x="58" y="10"/>
                        <a:pt x="58" y="10"/>
                        <a:pt x="58" y="10"/>
                      </a:cubicBezTo>
                      <a:cubicBezTo>
                        <a:pt x="58" y="4"/>
                        <a:pt x="53" y="0"/>
                        <a:pt x="47" y="0"/>
                      </a:cubicBezTo>
                      <a:cubicBezTo>
                        <a:pt x="42" y="0"/>
                        <a:pt x="37" y="4"/>
                        <a:pt x="37" y="10"/>
                      </a:cubicBezTo>
                      <a:cubicBezTo>
                        <a:pt x="37" y="185"/>
                        <a:pt x="37" y="185"/>
                        <a:pt x="37" y="185"/>
                      </a:cubicBezTo>
                      <a:cubicBezTo>
                        <a:pt x="30" y="185"/>
                        <a:pt x="30" y="185"/>
                        <a:pt x="30" y="185"/>
                      </a:cubicBezTo>
                      <a:cubicBezTo>
                        <a:pt x="20" y="185"/>
                        <a:pt x="13" y="193"/>
                        <a:pt x="13" y="203"/>
                      </a:cubicBezTo>
                      <a:cubicBezTo>
                        <a:pt x="13" y="249"/>
                        <a:pt x="13" y="249"/>
                        <a:pt x="13" y="249"/>
                      </a:cubicBezTo>
                      <a:cubicBezTo>
                        <a:pt x="3" y="249"/>
                        <a:pt x="3" y="249"/>
                        <a:pt x="3" y="249"/>
                      </a:cubicBezTo>
                      <a:cubicBezTo>
                        <a:pt x="2" y="249"/>
                        <a:pt x="0" y="250"/>
                        <a:pt x="0" y="252"/>
                      </a:cubicBezTo>
                      <a:cubicBezTo>
                        <a:pt x="0" y="277"/>
                        <a:pt x="0" y="277"/>
                        <a:pt x="0" y="277"/>
                      </a:cubicBezTo>
                      <a:cubicBezTo>
                        <a:pt x="0" y="279"/>
                        <a:pt x="2" y="279"/>
                        <a:pt x="3" y="279"/>
                      </a:cubicBezTo>
                      <a:cubicBezTo>
                        <a:pt x="24" y="279"/>
                        <a:pt x="24" y="279"/>
                        <a:pt x="24" y="279"/>
                      </a:cubicBezTo>
                      <a:cubicBezTo>
                        <a:pt x="24" y="293"/>
                        <a:pt x="24" y="293"/>
                        <a:pt x="24" y="293"/>
                      </a:cubicBezTo>
                      <a:cubicBezTo>
                        <a:pt x="24" y="297"/>
                        <a:pt x="28" y="302"/>
                        <a:pt x="32" y="302"/>
                      </a:cubicBezTo>
                      <a:cubicBezTo>
                        <a:pt x="57" y="302"/>
                        <a:pt x="57" y="302"/>
                        <a:pt x="57" y="302"/>
                      </a:cubicBezTo>
                      <a:cubicBezTo>
                        <a:pt x="61" y="302"/>
                        <a:pt x="66" y="297"/>
                        <a:pt x="66" y="293"/>
                      </a:cubicBezTo>
                      <a:cubicBezTo>
                        <a:pt x="66" y="279"/>
                        <a:pt x="66" y="279"/>
                        <a:pt x="66" y="279"/>
                      </a:cubicBezTo>
                      <a:cubicBezTo>
                        <a:pt x="186" y="279"/>
                        <a:pt x="186" y="279"/>
                        <a:pt x="186" y="279"/>
                      </a:cubicBezTo>
                      <a:cubicBezTo>
                        <a:pt x="186" y="293"/>
                        <a:pt x="186" y="293"/>
                        <a:pt x="186" y="293"/>
                      </a:cubicBezTo>
                      <a:cubicBezTo>
                        <a:pt x="186" y="297"/>
                        <a:pt x="191" y="302"/>
                        <a:pt x="195" y="302"/>
                      </a:cubicBezTo>
                      <a:cubicBezTo>
                        <a:pt x="220" y="302"/>
                        <a:pt x="220" y="302"/>
                        <a:pt x="220" y="302"/>
                      </a:cubicBezTo>
                      <a:cubicBezTo>
                        <a:pt x="224" y="302"/>
                        <a:pt x="228" y="297"/>
                        <a:pt x="228" y="293"/>
                      </a:cubicBezTo>
                      <a:cubicBezTo>
                        <a:pt x="228" y="279"/>
                        <a:pt x="228" y="279"/>
                        <a:pt x="228" y="279"/>
                      </a:cubicBezTo>
                      <a:cubicBezTo>
                        <a:pt x="248" y="279"/>
                        <a:pt x="248" y="279"/>
                        <a:pt x="248" y="279"/>
                      </a:cubicBezTo>
                      <a:cubicBezTo>
                        <a:pt x="250" y="279"/>
                        <a:pt x="251" y="279"/>
                        <a:pt x="251" y="277"/>
                      </a:cubicBezTo>
                      <a:cubicBezTo>
                        <a:pt x="251" y="252"/>
                        <a:pt x="251" y="252"/>
                        <a:pt x="251" y="252"/>
                      </a:cubicBezTo>
                      <a:cubicBezTo>
                        <a:pt x="251" y="250"/>
                        <a:pt x="250" y="249"/>
                        <a:pt x="248" y="249"/>
                      </a:cubicBezTo>
                      <a:close/>
                      <a:moveTo>
                        <a:pt x="50" y="239"/>
                      </a:moveTo>
                      <a:cubicBezTo>
                        <a:pt x="42" y="239"/>
                        <a:pt x="35" y="233"/>
                        <a:pt x="35" y="225"/>
                      </a:cubicBezTo>
                      <a:cubicBezTo>
                        <a:pt x="35" y="217"/>
                        <a:pt x="42" y="211"/>
                        <a:pt x="50" y="211"/>
                      </a:cubicBezTo>
                      <a:cubicBezTo>
                        <a:pt x="57" y="211"/>
                        <a:pt x="64" y="217"/>
                        <a:pt x="64" y="225"/>
                      </a:cubicBezTo>
                      <a:cubicBezTo>
                        <a:pt x="64" y="233"/>
                        <a:pt x="57" y="239"/>
                        <a:pt x="50" y="239"/>
                      </a:cubicBezTo>
                      <a:close/>
                      <a:moveTo>
                        <a:pt x="157" y="238"/>
                      </a:moveTo>
                      <a:cubicBezTo>
                        <a:pt x="94" y="238"/>
                        <a:pt x="94" y="238"/>
                        <a:pt x="94" y="238"/>
                      </a:cubicBezTo>
                      <a:cubicBezTo>
                        <a:pt x="90" y="238"/>
                        <a:pt x="87" y="234"/>
                        <a:pt x="87" y="230"/>
                      </a:cubicBezTo>
                      <a:cubicBezTo>
                        <a:pt x="87" y="214"/>
                        <a:pt x="87" y="214"/>
                        <a:pt x="87" y="214"/>
                      </a:cubicBezTo>
                      <a:cubicBezTo>
                        <a:pt x="164" y="214"/>
                        <a:pt x="164" y="214"/>
                        <a:pt x="164" y="214"/>
                      </a:cubicBezTo>
                      <a:cubicBezTo>
                        <a:pt x="164" y="230"/>
                        <a:pt x="164" y="230"/>
                        <a:pt x="164" y="230"/>
                      </a:cubicBezTo>
                      <a:cubicBezTo>
                        <a:pt x="164" y="234"/>
                        <a:pt x="161" y="238"/>
                        <a:pt x="157" y="238"/>
                      </a:cubicBezTo>
                      <a:close/>
                      <a:moveTo>
                        <a:pt x="168" y="133"/>
                      </a:moveTo>
                      <a:cubicBezTo>
                        <a:pt x="82" y="133"/>
                        <a:pt x="82" y="133"/>
                        <a:pt x="82" y="133"/>
                      </a:cubicBezTo>
                      <a:cubicBezTo>
                        <a:pt x="70" y="133"/>
                        <a:pt x="61" y="124"/>
                        <a:pt x="61" y="112"/>
                      </a:cubicBezTo>
                      <a:cubicBezTo>
                        <a:pt x="61" y="111"/>
                        <a:pt x="61" y="111"/>
                        <a:pt x="61" y="111"/>
                      </a:cubicBezTo>
                      <a:cubicBezTo>
                        <a:pt x="61" y="99"/>
                        <a:pt x="70" y="90"/>
                        <a:pt x="82" y="90"/>
                      </a:cubicBezTo>
                      <a:cubicBezTo>
                        <a:pt x="168" y="90"/>
                        <a:pt x="168" y="90"/>
                        <a:pt x="168" y="90"/>
                      </a:cubicBezTo>
                      <a:cubicBezTo>
                        <a:pt x="180" y="90"/>
                        <a:pt x="190" y="99"/>
                        <a:pt x="190" y="111"/>
                      </a:cubicBezTo>
                      <a:cubicBezTo>
                        <a:pt x="190" y="112"/>
                        <a:pt x="190" y="112"/>
                        <a:pt x="190" y="112"/>
                      </a:cubicBezTo>
                      <a:cubicBezTo>
                        <a:pt x="190" y="124"/>
                        <a:pt x="180" y="133"/>
                        <a:pt x="168" y="133"/>
                      </a:cubicBezTo>
                      <a:close/>
                      <a:moveTo>
                        <a:pt x="201" y="239"/>
                      </a:moveTo>
                      <a:cubicBezTo>
                        <a:pt x="193" y="239"/>
                        <a:pt x="187" y="233"/>
                        <a:pt x="187" y="225"/>
                      </a:cubicBezTo>
                      <a:cubicBezTo>
                        <a:pt x="187" y="217"/>
                        <a:pt x="193" y="211"/>
                        <a:pt x="201" y="211"/>
                      </a:cubicBezTo>
                      <a:cubicBezTo>
                        <a:pt x="209" y="211"/>
                        <a:pt x="215" y="217"/>
                        <a:pt x="215" y="225"/>
                      </a:cubicBezTo>
                      <a:cubicBezTo>
                        <a:pt x="215" y="233"/>
                        <a:pt x="209" y="239"/>
                        <a:pt x="201" y="239"/>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8" name="TextBox 47">
                <a:extLst>
                  <a:ext uri="{FF2B5EF4-FFF2-40B4-BE49-F238E27FC236}">
                    <a16:creationId xmlns:a16="http://schemas.microsoft.com/office/drawing/2014/main" id="{AAD0DA80-68FB-5060-9F13-283A8C4F20FE}"/>
                  </a:ext>
                </a:extLst>
              </p:cNvPr>
              <p:cNvSpPr txBox="1"/>
              <p:nvPr/>
            </p:nvSpPr>
            <p:spPr>
              <a:xfrm>
                <a:off x="9775524" y="1596835"/>
                <a:ext cx="1422802" cy="276999"/>
              </a:xfrm>
              <a:prstGeom prst="rect">
                <a:avLst/>
              </a:prstGeom>
              <a:noFill/>
            </p:spPr>
            <p:txBody>
              <a:bodyPr wrap="square" rtlCol="0">
                <a:spAutoFit/>
              </a:bodyPr>
              <a:lstStyle/>
              <a:p>
                <a:pPr algn="ctr"/>
                <a:r>
                  <a:rPr lang="en-GB" sz="1200" dirty="0">
                    <a:latin typeface="+mn-lt"/>
                  </a:rPr>
                  <a:t>Drive To ID</a:t>
                </a:r>
              </a:p>
            </p:txBody>
          </p:sp>
        </p:grpSp>
      </p:grpSp>
      <p:cxnSp>
        <p:nvCxnSpPr>
          <p:cNvPr id="69" name="Straight Connector 68">
            <a:extLst>
              <a:ext uri="{FF2B5EF4-FFF2-40B4-BE49-F238E27FC236}">
                <a16:creationId xmlns:a16="http://schemas.microsoft.com/office/drawing/2014/main" id="{C06F1853-80CA-346F-B9F0-F0546F59A29B}"/>
              </a:ext>
            </a:extLst>
          </p:cNvPr>
          <p:cNvCxnSpPr>
            <a:cxnSpLocks/>
          </p:cNvCxnSpPr>
          <p:nvPr/>
        </p:nvCxnSpPr>
        <p:spPr>
          <a:xfrm>
            <a:off x="1268223" y="6350957"/>
            <a:ext cx="1156283"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E6FC542A-1F37-78C1-186C-CA8BBD2D7EF4}"/>
              </a:ext>
            </a:extLst>
          </p:cNvPr>
          <p:cNvSpPr txBox="1"/>
          <p:nvPr/>
        </p:nvSpPr>
        <p:spPr>
          <a:xfrm>
            <a:off x="10197902" y="1872461"/>
            <a:ext cx="1686861" cy="276999"/>
          </a:xfrm>
          <a:prstGeom prst="rect">
            <a:avLst/>
          </a:prstGeom>
          <a:noFill/>
        </p:spPr>
        <p:txBody>
          <a:bodyPr wrap="square" rtlCol="0">
            <a:spAutoFit/>
          </a:bodyPr>
          <a:lstStyle/>
          <a:p>
            <a:pPr algn="ctr"/>
            <a:r>
              <a:rPr lang="en-GB" sz="1200" b="1" dirty="0">
                <a:latin typeface="+mn-lt"/>
              </a:rPr>
              <a:t>URL</a:t>
            </a:r>
          </a:p>
        </p:txBody>
      </p:sp>
      <p:pic>
        <p:nvPicPr>
          <p:cNvPr id="75" name="Picture 74">
            <a:extLst>
              <a:ext uri="{FF2B5EF4-FFF2-40B4-BE49-F238E27FC236}">
                <a16:creationId xmlns:a16="http://schemas.microsoft.com/office/drawing/2014/main" id="{A84E9765-0437-DBEF-DCB3-2C087E849F9F}"/>
              </a:ext>
            </a:extLst>
          </p:cNvPr>
          <p:cNvPicPr>
            <a:picLocks noChangeAspect="1"/>
          </p:cNvPicPr>
          <p:nvPr/>
        </p:nvPicPr>
        <p:blipFill>
          <a:blip r:embed="rId6"/>
          <a:stretch>
            <a:fillRect/>
          </a:stretch>
        </p:blipFill>
        <p:spPr>
          <a:xfrm>
            <a:off x="6515807" y="3612439"/>
            <a:ext cx="3341914" cy="946523"/>
          </a:xfrm>
          <a:prstGeom prst="rect">
            <a:avLst/>
          </a:prstGeom>
        </p:spPr>
      </p:pic>
      <p:grpSp>
        <p:nvGrpSpPr>
          <p:cNvPr id="82" name="Group 81">
            <a:extLst>
              <a:ext uri="{FF2B5EF4-FFF2-40B4-BE49-F238E27FC236}">
                <a16:creationId xmlns:a16="http://schemas.microsoft.com/office/drawing/2014/main" id="{8CCE2B78-65F9-F83B-CC2A-921259E4C7FB}"/>
              </a:ext>
            </a:extLst>
          </p:cNvPr>
          <p:cNvGrpSpPr/>
          <p:nvPr/>
        </p:nvGrpSpPr>
        <p:grpSpPr>
          <a:xfrm flipH="1">
            <a:off x="7169894" y="2692371"/>
            <a:ext cx="172492" cy="128983"/>
            <a:chOff x="7030074" y="5426450"/>
            <a:chExt cx="172492" cy="128983"/>
          </a:xfrm>
        </p:grpSpPr>
        <p:sp>
          <p:nvSpPr>
            <p:cNvPr id="80" name="Triangle 42">
              <a:extLst>
                <a:ext uri="{FF2B5EF4-FFF2-40B4-BE49-F238E27FC236}">
                  <a16:creationId xmlns:a16="http://schemas.microsoft.com/office/drawing/2014/main" id="{F1F3D906-4DD9-59D8-1BA6-4EFC6F634055}"/>
                </a:ext>
              </a:extLst>
            </p:cNvPr>
            <p:cNvSpPr/>
            <p:nvPr/>
          </p:nvSpPr>
          <p:spPr>
            <a:xfrm rot="16200000">
              <a:off x="7021179" y="5435346"/>
              <a:ext cx="128982" cy="111191"/>
            </a:xfrm>
            <a:prstGeom prst="triangl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609559" rtl="0" fontAlgn="base">
                <a:spcBef>
                  <a:spcPct val="0"/>
                </a:spcBef>
                <a:spcAft>
                  <a:spcPct val="0"/>
                </a:spcAft>
                <a:defRPr kern="1200">
                  <a:solidFill>
                    <a:schemeClr val="lt1"/>
                  </a:solidFill>
                  <a:latin typeface="+mn-lt"/>
                  <a:ea typeface="+mn-ea"/>
                  <a:cs typeface="+mn-cs"/>
                </a:defRPr>
              </a:lvl1pPr>
              <a:lvl2pPr marL="609559" algn="l" defTabSz="609559" rtl="0" fontAlgn="base">
                <a:spcBef>
                  <a:spcPct val="0"/>
                </a:spcBef>
                <a:spcAft>
                  <a:spcPct val="0"/>
                </a:spcAft>
                <a:defRPr kern="1200">
                  <a:solidFill>
                    <a:schemeClr val="lt1"/>
                  </a:solidFill>
                  <a:latin typeface="+mn-lt"/>
                  <a:ea typeface="+mn-ea"/>
                  <a:cs typeface="+mn-cs"/>
                </a:defRPr>
              </a:lvl2pPr>
              <a:lvl3pPr marL="1219119" algn="l" defTabSz="609559" rtl="0" fontAlgn="base">
                <a:spcBef>
                  <a:spcPct val="0"/>
                </a:spcBef>
                <a:spcAft>
                  <a:spcPct val="0"/>
                </a:spcAft>
                <a:defRPr kern="1200">
                  <a:solidFill>
                    <a:schemeClr val="lt1"/>
                  </a:solidFill>
                  <a:latin typeface="+mn-lt"/>
                  <a:ea typeface="+mn-ea"/>
                  <a:cs typeface="+mn-cs"/>
                </a:defRPr>
              </a:lvl3pPr>
              <a:lvl4pPr marL="1828678" algn="l" defTabSz="609559" rtl="0" fontAlgn="base">
                <a:spcBef>
                  <a:spcPct val="0"/>
                </a:spcBef>
                <a:spcAft>
                  <a:spcPct val="0"/>
                </a:spcAft>
                <a:defRPr kern="1200">
                  <a:solidFill>
                    <a:schemeClr val="lt1"/>
                  </a:solidFill>
                  <a:latin typeface="+mn-lt"/>
                  <a:ea typeface="+mn-ea"/>
                  <a:cs typeface="+mn-cs"/>
                </a:defRPr>
              </a:lvl4pPr>
              <a:lvl5pPr marL="2438238" algn="l" defTabSz="609559" rtl="0" fontAlgn="base">
                <a:spcBef>
                  <a:spcPct val="0"/>
                </a:spcBef>
                <a:spcAft>
                  <a:spcPct val="0"/>
                </a:spcAft>
                <a:defRPr kern="1200">
                  <a:solidFill>
                    <a:schemeClr val="lt1"/>
                  </a:solidFill>
                  <a:latin typeface="+mn-lt"/>
                  <a:ea typeface="+mn-ea"/>
                  <a:cs typeface="+mn-cs"/>
                </a:defRPr>
              </a:lvl5pPr>
              <a:lvl6pPr marL="3047797" algn="l" defTabSz="609559" rtl="0" eaLnBrk="1" latinLnBrk="0" hangingPunct="1">
                <a:defRPr kern="1200">
                  <a:solidFill>
                    <a:schemeClr val="lt1"/>
                  </a:solidFill>
                  <a:latin typeface="+mn-lt"/>
                  <a:ea typeface="+mn-ea"/>
                  <a:cs typeface="+mn-cs"/>
                </a:defRPr>
              </a:lvl6pPr>
              <a:lvl7pPr marL="3657357" algn="l" defTabSz="609559" rtl="0" eaLnBrk="1" latinLnBrk="0" hangingPunct="1">
                <a:defRPr kern="1200">
                  <a:solidFill>
                    <a:schemeClr val="lt1"/>
                  </a:solidFill>
                  <a:latin typeface="+mn-lt"/>
                  <a:ea typeface="+mn-ea"/>
                  <a:cs typeface="+mn-cs"/>
                </a:defRPr>
              </a:lvl7pPr>
              <a:lvl8pPr marL="4266915" algn="l" defTabSz="609559" rtl="0" eaLnBrk="1" latinLnBrk="0" hangingPunct="1">
                <a:defRPr kern="1200">
                  <a:solidFill>
                    <a:schemeClr val="lt1"/>
                  </a:solidFill>
                  <a:latin typeface="+mn-lt"/>
                  <a:ea typeface="+mn-ea"/>
                  <a:cs typeface="+mn-cs"/>
                </a:defRPr>
              </a:lvl8pPr>
              <a:lvl9pPr marL="4876475" algn="l" defTabSz="609559" rtl="0" eaLnBrk="1" latinLnBrk="0" hangingPunct="1">
                <a:defRPr kern="1200">
                  <a:solidFill>
                    <a:schemeClr val="lt1"/>
                  </a:solidFill>
                  <a:latin typeface="+mn-lt"/>
                  <a:ea typeface="+mn-ea"/>
                  <a:cs typeface="+mn-cs"/>
                </a:defRPr>
              </a:lvl9pPr>
            </a:lstStyle>
            <a:p>
              <a:pPr algn="ctr"/>
              <a:endParaRPr lang="en-US" dirty="0"/>
            </a:p>
          </p:txBody>
        </p:sp>
        <p:sp>
          <p:nvSpPr>
            <p:cNvPr id="81" name="Rectangle 80">
              <a:extLst>
                <a:ext uri="{FF2B5EF4-FFF2-40B4-BE49-F238E27FC236}">
                  <a16:creationId xmlns:a16="http://schemas.microsoft.com/office/drawing/2014/main" id="{C4A0D283-D455-E903-D85E-DA0631A5A470}"/>
                </a:ext>
              </a:extLst>
            </p:cNvPr>
            <p:cNvSpPr/>
            <p:nvPr/>
          </p:nvSpPr>
          <p:spPr>
            <a:xfrm>
              <a:off x="7141266" y="5426450"/>
              <a:ext cx="61300" cy="12898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83" name="Group 82">
            <a:extLst>
              <a:ext uri="{FF2B5EF4-FFF2-40B4-BE49-F238E27FC236}">
                <a16:creationId xmlns:a16="http://schemas.microsoft.com/office/drawing/2014/main" id="{1FBAEB84-6A4E-3729-9011-D09D3332C4AD}"/>
              </a:ext>
            </a:extLst>
          </p:cNvPr>
          <p:cNvGrpSpPr/>
          <p:nvPr/>
        </p:nvGrpSpPr>
        <p:grpSpPr>
          <a:xfrm rot="16200000">
            <a:off x="960556" y="5331536"/>
            <a:ext cx="172492" cy="128983"/>
            <a:chOff x="7030074" y="5426450"/>
            <a:chExt cx="172492" cy="128983"/>
          </a:xfrm>
        </p:grpSpPr>
        <p:sp>
          <p:nvSpPr>
            <p:cNvPr id="84" name="Triangle 42">
              <a:extLst>
                <a:ext uri="{FF2B5EF4-FFF2-40B4-BE49-F238E27FC236}">
                  <a16:creationId xmlns:a16="http://schemas.microsoft.com/office/drawing/2014/main" id="{DD6555F1-A443-482F-A0A1-F1A63A44CE90}"/>
                </a:ext>
              </a:extLst>
            </p:cNvPr>
            <p:cNvSpPr/>
            <p:nvPr/>
          </p:nvSpPr>
          <p:spPr>
            <a:xfrm rot="16200000">
              <a:off x="7021179" y="5435346"/>
              <a:ext cx="128982" cy="111191"/>
            </a:xfrm>
            <a:prstGeom prst="triangl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609559" rtl="0" fontAlgn="base">
                <a:spcBef>
                  <a:spcPct val="0"/>
                </a:spcBef>
                <a:spcAft>
                  <a:spcPct val="0"/>
                </a:spcAft>
                <a:defRPr kern="1200">
                  <a:solidFill>
                    <a:schemeClr val="lt1"/>
                  </a:solidFill>
                  <a:latin typeface="+mn-lt"/>
                  <a:ea typeface="+mn-ea"/>
                  <a:cs typeface="+mn-cs"/>
                </a:defRPr>
              </a:lvl1pPr>
              <a:lvl2pPr marL="609559" algn="l" defTabSz="609559" rtl="0" fontAlgn="base">
                <a:spcBef>
                  <a:spcPct val="0"/>
                </a:spcBef>
                <a:spcAft>
                  <a:spcPct val="0"/>
                </a:spcAft>
                <a:defRPr kern="1200">
                  <a:solidFill>
                    <a:schemeClr val="lt1"/>
                  </a:solidFill>
                  <a:latin typeface="+mn-lt"/>
                  <a:ea typeface="+mn-ea"/>
                  <a:cs typeface="+mn-cs"/>
                </a:defRPr>
              </a:lvl2pPr>
              <a:lvl3pPr marL="1219119" algn="l" defTabSz="609559" rtl="0" fontAlgn="base">
                <a:spcBef>
                  <a:spcPct val="0"/>
                </a:spcBef>
                <a:spcAft>
                  <a:spcPct val="0"/>
                </a:spcAft>
                <a:defRPr kern="1200">
                  <a:solidFill>
                    <a:schemeClr val="lt1"/>
                  </a:solidFill>
                  <a:latin typeface="+mn-lt"/>
                  <a:ea typeface="+mn-ea"/>
                  <a:cs typeface="+mn-cs"/>
                </a:defRPr>
              </a:lvl3pPr>
              <a:lvl4pPr marL="1828678" algn="l" defTabSz="609559" rtl="0" fontAlgn="base">
                <a:spcBef>
                  <a:spcPct val="0"/>
                </a:spcBef>
                <a:spcAft>
                  <a:spcPct val="0"/>
                </a:spcAft>
                <a:defRPr kern="1200">
                  <a:solidFill>
                    <a:schemeClr val="lt1"/>
                  </a:solidFill>
                  <a:latin typeface="+mn-lt"/>
                  <a:ea typeface="+mn-ea"/>
                  <a:cs typeface="+mn-cs"/>
                </a:defRPr>
              </a:lvl4pPr>
              <a:lvl5pPr marL="2438238" algn="l" defTabSz="609559" rtl="0" fontAlgn="base">
                <a:spcBef>
                  <a:spcPct val="0"/>
                </a:spcBef>
                <a:spcAft>
                  <a:spcPct val="0"/>
                </a:spcAft>
                <a:defRPr kern="1200">
                  <a:solidFill>
                    <a:schemeClr val="lt1"/>
                  </a:solidFill>
                  <a:latin typeface="+mn-lt"/>
                  <a:ea typeface="+mn-ea"/>
                  <a:cs typeface="+mn-cs"/>
                </a:defRPr>
              </a:lvl5pPr>
              <a:lvl6pPr marL="3047797" algn="l" defTabSz="609559" rtl="0" eaLnBrk="1" latinLnBrk="0" hangingPunct="1">
                <a:defRPr kern="1200">
                  <a:solidFill>
                    <a:schemeClr val="lt1"/>
                  </a:solidFill>
                  <a:latin typeface="+mn-lt"/>
                  <a:ea typeface="+mn-ea"/>
                  <a:cs typeface="+mn-cs"/>
                </a:defRPr>
              </a:lvl6pPr>
              <a:lvl7pPr marL="3657357" algn="l" defTabSz="609559" rtl="0" eaLnBrk="1" latinLnBrk="0" hangingPunct="1">
                <a:defRPr kern="1200">
                  <a:solidFill>
                    <a:schemeClr val="lt1"/>
                  </a:solidFill>
                  <a:latin typeface="+mn-lt"/>
                  <a:ea typeface="+mn-ea"/>
                  <a:cs typeface="+mn-cs"/>
                </a:defRPr>
              </a:lvl7pPr>
              <a:lvl8pPr marL="4266915" algn="l" defTabSz="609559" rtl="0" eaLnBrk="1" latinLnBrk="0" hangingPunct="1">
                <a:defRPr kern="1200">
                  <a:solidFill>
                    <a:schemeClr val="lt1"/>
                  </a:solidFill>
                  <a:latin typeface="+mn-lt"/>
                  <a:ea typeface="+mn-ea"/>
                  <a:cs typeface="+mn-cs"/>
                </a:defRPr>
              </a:lvl8pPr>
              <a:lvl9pPr marL="4876475" algn="l" defTabSz="609559" rtl="0" eaLnBrk="1" latinLnBrk="0" hangingPunct="1">
                <a:defRPr kern="1200">
                  <a:solidFill>
                    <a:schemeClr val="lt1"/>
                  </a:solidFill>
                  <a:latin typeface="+mn-lt"/>
                  <a:ea typeface="+mn-ea"/>
                  <a:cs typeface="+mn-cs"/>
                </a:defRPr>
              </a:lvl9pPr>
            </a:lstStyle>
            <a:p>
              <a:pPr algn="ctr"/>
              <a:endParaRPr lang="en-US" dirty="0"/>
            </a:p>
          </p:txBody>
        </p:sp>
        <p:sp>
          <p:nvSpPr>
            <p:cNvPr id="85" name="Rectangle 84">
              <a:extLst>
                <a:ext uri="{FF2B5EF4-FFF2-40B4-BE49-F238E27FC236}">
                  <a16:creationId xmlns:a16="http://schemas.microsoft.com/office/drawing/2014/main" id="{1E9EDD1D-200F-A06E-FC2A-EF7D6F49F289}"/>
                </a:ext>
              </a:extLst>
            </p:cNvPr>
            <p:cNvSpPr/>
            <p:nvPr/>
          </p:nvSpPr>
          <p:spPr>
            <a:xfrm>
              <a:off x="7141266" y="5426450"/>
              <a:ext cx="61300" cy="12898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86" name="Group 85">
            <a:extLst>
              <a:ext uri="{FF2B5EF4-FFF2-40B4-BE49-F238E27FC236}">
                <a16:creationId xmlns:a16="http://schemas.microsoft.com/office/drawing/2014/main" id="{D7FB7684-8D78-59FE-760D-A68D3048CDA9}"/>
              </a:ext>
            </a:extLst>
          </p:cNvPr>
          <p:cNvGrpSpPr/>
          <p:nvPr/>
        </p:nvGrpSpPr>
        <p:grpSpPr>
          <a:xfrm rot="16200000">
            <a:off x="5194729" y="1764695"/>
            <a:ext cx="172492" cy="128983"/>
            <a:chOff x="7030074" y="5426450"/>
            <a:chExt cx="172492" cy="128983"/>
          </a:xfrm>
        </p:grpSpPr>
        <p:sp>
          <p:nvSpPr>
            <p:cNvPr id="87" name="Triangle 42">
              <a:extLst>
                <a:ext uri="{FF2B5EF4-FFF2-40B4-BE49-F238E27FC236}">
                  <a16:creationId xmlns:a16="http://schemas.microsoft.com/office/drawing/2014/main" id="{19EA2957-F4C1-0F71-22AE-68F8E6A648AF}"/>
                </a:ext>
              </a:extLst>
            </p:cNvPr>
            <p:cNvSpPr/>
            <p:nvPr/>
          </p:nvSpPr>
          <p:spPr>
            <a:xfrm rot="16200000">
              <a:off x="7021179" y="5435346"/>
              <a:ext cx="128982" cy="111191"/>
            </a:xfrm>
            <a:prstGeom prst="triangl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609559" rtl="0" fontAlgn="base">
                <a:spcBef>
                  <a:spcPct val="0"/>
                </a:spcBef>
                <a:spcAft>
                  <a:spcPct val="0"/>
                </a:spcAft>
                <a:defRPr kern="1200">
                  <a:solidFill>
                    <a:schemeClr val="lt1"/>
                  </a:solidFill>
                  <a:latin typeface="+mn-lt"/>
                  <a:ea typeface="+mn-ea"/>
                  <a:cs typeface="+mn-cs"/>
                </a:defRPr>
              </a:lvl1pPr>
              <a:lvl2pPr marL="609559" algn="l" defTabSz="609559" rtl="0" fontAlgn="base">
                <a:spcBef>
                  <a:spcPct val="0"/>
                </a:spcBef>
                <a:spcAft>
                  <a:spcPct val="0"/>
                </a:spcAft>
                <a:defRPr kern="1200">
                  <a:solidFill>
                    <a:schemeClr val="lt1"/>
                  </a:solidFill>
                  <a:latin typeface="+mn-lt"/>
                  <a:ea typeface="+mn-ea"/>
                  <a:cs typeface="+mn-cs"/>
                </a:defRPr>
              </a:lvl2pPr>
              <a:lvl3pPr marL="1219119" algn="l" defTabSz="609559" rtl="0" fontAlgn="base">
                <a:spcBef>
                  <a:spcPct val="0"/>
                </a:spcBef>
                <a:spcAft>
                  <a:spcPct val="0"/>
                </a:spcAft>
                <a:defRPr kern="1200">
                  <a:solidFill>
                    <a:schemeClr val="lt1"/>
                  </a:solidFill>
                  <a:latin typeface="+mn-lt"/>
                  <a:ea typeface="+mn-ea"/>
                  <a:cs typeface="+mn-cs"/>
                </a:defRPr>
              </a:lvl3pPr>
              <a:lvl4pPr marL="1828678" algn="l" defTabSz="609559" rtl="0" fontAlgn="base">
                <a:spcBef>
                  <a:spcPct val="0"/>
                </a:spcBef>
                <a:spcAft>
                  <a:spcPct val="0"/>
                </a:spcAft>
                <a:defRPr kern="1200">
                  <a:solidFill>
                    <a:schemeClr val="lt1"/>
                  </a:solidFill>
                  <a:latin typeface="+mn-lt"/>
                  <a:ea typeface="+mn-ea"/>
                  <a:cs typeface="+mn-cs"/>
                </a:defRPr>
              </a:lvl4pPr>
              <a:lvl5pPr marL="2438238" algn="l" defTabSz="609559" rtl="0" fontAlgn="base">
                <a:spcBef>
                  <a:spcPct val="0"/>
                </a:spcBef>
                <a:spcAft>
                  <a:spcPct val="0"/>
                </a:spcAft>
                <a:defRPr kern="1200">
                  <a:solidFill>
                    <a:schemeClr val="lt1"/>
                  </a:solidFill>
                  <a:latin typeface="+mn-lt"/>
                  <a:ea typeface="+mn-ea"/>
                  <a:cs typeface="+mn-cs"/>
                </a:defRPr>
              </a:lvl5pPr>
              <a:lvl6pPr marL="3047797" algn="l" defTabSz="609559" rtl="0" eaLnBrk="1" latinLnBrk="0" hangingPunct="1">
                <a:defRPr kern="1200">
                  <a:solidFill>
                    <a:schemeClr val="lt1"/>
                  </a:solidFill>
                  <a:latin typeface="+mn-lt"/>
                  <a:ea typeface="+mn-ea"/>
                  <a:cs typeface="+mn-cs"/>
                </a:defRPr>
              </a:lvl6pPr>
              <a:lvl7pPr marL="3657357" algn="l" defTabSz="609559" rtl="0" eaLnBrk="1" latinLnBrk="0" hangingPunct="1">
                <a:defRPr kern="1200">
                  <a:solidFill>
                    <a:schemeClr val="lt1"/>
                  </a:solidFill>
                  <a:latin typeface="+mn-lt"/>
                  <a:ea typeface="+mn-ea"/>
                  <a:cs typeface="+mn-cs"/>
                </a:defRPr>
              </a:lvl7pPr>
              <a:lvl8pPr marL="4266915" algn="l" defTabSz="609559" rtl="0" eaLnBrk="1" latinLnBrk="0" hangingPunct="1">
                <a:defRPr kern="1200">
                  <a:solidFill>
                    <a:schemeClr val="lt1"/>
                  </a:solidFill>
                  <a:latin typeface="+mn-lt"/>
                  <a:ea typeface="+mn-ea"/>
                  <a:cs typeface="+mn-cs"/>
                </a:defRPr>
              </a:lvl8pPr>
              <a:lvl9pPr marL="4876475" algn="l" defTabSz="609559" rtl="0" eaLnBrk="1" latinLnBrk="0" hangingPunct="1">
                <a:defRPr kern="1200">
                  <a:solidFill>
                    <a:schemeClr val="lt1"/>
                  </a:solidFill>
                  <a:latin typeface="+mn-lt"/>
                  <a:ea typeface="+mn-ea"/>
                  <a:cs typeface="+mn-cs"/>
                </a:defRPr>
              </a:lvl9pPr>
            </a:lstStyle>
            <a:p>
              <a:pPr algn="ctr"/>
              <a:endParaRPr lang="en-US" dirty="0"/>
            </a:p>
          </p:txBody>
        </p:sp>
        <p:sp>
          <p:nvSpPr>
            <p:cNvPr id="88" name="Rectangle 87">
              <a:extLst>
                <a:ext uri="{FF2B5EF4-FFF2-40B4-BE49-F238E27FC236}">
                  <a16:creationId xmlns:a16="http://schemas.microsoft.com/office/drawing/2014/main" id="{E4A1A69E-29DB-A37D-151C-22D8D34BB915}"/>
                </a:ext>
              </a:extLst>
            </p:cNvPr>
            <p:cNvSpPr/>
            <p:nvPr/>
          </p:nvSpPr>
          <p:spPr>
            <a:xfrm>
              <a:off x="7141266" y="5426450"/>
              <a:ext cx="61300" cy="12898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89" name="Group 88">
            <a:extLst>
              <a:ext uri="{FF2B5EF4-FFF2-40B4-BE49-F238E27FC236}">
                <a16:creationId xmlns:a16="http://schemas.microsoft.com/office/drawing/2014/main" id="{3426447B-C277-E2A9-8CDC-608580102227}"/>
              </a:ext>
            </a:extLst>
          </p:cNvPr>
          <p:cNvGrpSpPr/>
          <p:nvPr/>
        </p:nvGrpSpPr>
        <p:grpSpPr>
          <a:xfrm rot="16200000">
            <a:off x="5194729" y="2590440"/>
            <a:ext cx="172492" cy="128983"/>
            <a:chOff x="7030074" y="5426450"/>
            <a:chExt cx="172492" cy="128983"/>
          </a:xfrm>
        </p:grpSpPr>
        <p:sp>
          <p:nvSpPr>
            <p:cNvPr id="90" name="Triangle 42">
              <a:extLst>
                <a:ext uri="{FF2B5EF4-FFF2-40B4-BE49-F238E27FC236}">
                  <a16:creationId xmlns:a16="http://schemas.microsoft.com/office/drawing/2014/main" id="{3BA20A75-C686-5C20-021D-2C7EF3ACC58A}"/>
                </a:ext>
              </a:extLst>
            </p:cNvPr>
            <p:cNvSpPr/>
            <p:nvPr/>
          </p:nvSpPr>
          <p:spPr>
            <a:xfrm rot="16200000">
              <a:off x="7021179" y="5435346"/>
              <a:ext cx="128982" cy="111191"/>
            </a:xfrm>
            <a:prstGeom prst="triangl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609559" rtl="0" fontAlgn="base">
                <a:spcBef>
                  <a:spcPct val="0"/>
                </a:spcBef>
                <a:spcAft>
                  <a:spcPct val="0"/>
                </a:spcAft>
                <a:defRPr kern="1200">
                  <a:solidFill>
                    <a:schemeClr val="lt1"/>
                  </a:solidFill>
                  <a:latin typeface="+mn-lt"/>
                  <a:ea typeface="+mn-ea"/>
                  <a:cs typeface="+mn-cs"/>
                </a:defRPr>
              </a:lvl1pPr>
              <a:lvl2pPr marL="609559" algn="l" defTabSz="609559" rtl="0" fontAlgn="base">
                <a:spcBef>
                  <a:spcPct val="0"/>
                </a:spcBef>
                <a:spcAft>
                  <a:spcPct val="0"/>
                </a:spcAft>
                <a:defRPr kern="1200">
                  <a:solidFill>
                    <a:schemeClr val="lt1"/>
                  </a:solidFill>
                  <a:latin typeface="+mn-lt"/>
                  <a:ea typeface="+mn-ea"/>
                  <a:cs typeface="+mn-cs"/>
                </a:defRPr>
              </a:lvl2pPr>
              <a:lvl3pPr marL="1219119" algn="l" defTabSz="609559" rtl="0" fontAlgn="base">
                <a:spcBef>
                  <a:spcPct val="0"/>
                </a:spcBef>
                <a:spcAft>
                  <a:spcPct val="0"/>
                </a:spcAft>
                <a:defRPr kern="1200">
                  <a:solidFill>
                    <a:schemeClr val="lt1"/>
                  </a:solidFill>
                  <a:latin typeface="+mn-lt"/>
                  <a:ea typeface="+mn-ea"/>
                  <a:cs typeface="+mn-cs"/>
                </a:defRPr>
              </a:lvl3pPr>
              <a:lvl4pPr marL="1828678" algn="l" defTabSz="609559" rtl="0" fontAlgn="base">
                <a:spcBef>
                  <a:spcPct val="0"/>
                </a:spcBef>
                <a:spcAft>
                  <a:spcPct val="0"/>
                </a:spcAft>
                <a:defRPr kern="1200">
                  <a:solidFill>
                    <a:schemeClr val="lt1"/>
                  </a:solidFill>
                  <a:latin typeface="+mn-lt"/>
                  <a:ea typeface="+mn-ea"/>
                  <a:cs typeface="+mn-cs"/>
                </a:defRPr>
              </a:lvl4pPr>
              <a:lvl5pPr marL="2438238" algn="l" defTabSz="609559" rtl="0" fontAlgn="base">
                <a:spcBef>
                  <a:spcPct val="0"/>
                </a:spcBef>
                <a:spcAft>
                  <a:spcPct val="0"/>
                </a:spcAft>
                <a:defRPr kern="1200">
                  <a:solidFill>
                    <a:schemeClr val="lt1"/>
                  </a:solidFill>
                  <a:latin typeface="+mn-lt"/>
                  <a:ea typeface="+mn-ea"/>
                  <a:cs typeface="+mn-cs"/>
                </a:defRPr>
              </a:lvl5pPr>
              <a:lvl6pPr marL="3047797" algn="l" defTabSz="609559" rtl="0" eaLnBrk="1" latinLnBrk="0" hangingPunct="1">
                <a:defRPr kern="1200">
                  <a:solidFill>
                    <a:schemeClr val="lt1"/>
                  </a:solidFill>
                  <a:latin typeface="+mn-lt"/>
                  <a:ea typeface="+mn-ea"/>
                  <a:cs typeface="+mn-cs"/>
                </a:defRPr>
              </a:lvl6pPr>
              <a:lvl7pPr marL="3657357" algn="l" defTabSz="609559" rtl="0" eaLnBrk="1" latinLnBrk="0" hangingPunct="1">
                <a:defRPr kern="1200">
                  <a:solidFill>
                    <a:schemeClr val="lt1"/>
                  </a:solidFill>
                  <a:latin typeface="+mn-lt"/>
                  <a:ea typeface="+mn-ea"/>
                  <a:cs typeface="+mn-cs"/>
                </a:defRPr>
              </a:lvl7pPr>
              <a:lvl8pPr marL="4266915" algn="l" defTabSz="609559" rtl="0" eaLnBrk="1" latinLnBrk="0" hangingPunct="1">
                <a:defRPr kern="1200">
                  <a:solidFill>
                    <a:schemeClr val="lt1"/>
                  </a:solidFill>
                  <a:latin typeface="+mn-lt"/>
                  <a:ea typeface="+mn-ea"/>
                  <a:cs typeface="+mn-cs"/>
                </a:defRPr>
              </a:lvl8pPr>
              <a:lvl9pPr marL="4876475" algn="l" defTabSz="609559" rtl="0" eaLnBrk="1" latinLnBrk="0" hangingPunct="1">
                <a:defRPr kern="1200">
                  <a:solidFill>
                    <a:schemeClr val="lt1"/>
                  </a:solidFill>
                  <a:latin typeface="+mn-lt"/>
                  <a:ea typeface="+mn-ea"/>
                  <a:cs typeface="+mn-cs"/>
                </a:defRPr>
              </a:lvl9pPr>
            </a:lstStyle>
            <a:p>
              <a:pPr algn="ctr"/>
              <a:endParaRPr lang="en-US" dirty="0"/>
            </a:p>
          </p:txBody>
        </p:sp>
        <p:sp>
          <p:nvSpPr>
            <p:cNvPr id="91" name="Rectangle 90">
              <a:extLst>
                <a:ext uri="{FF2B5EF4-FFF2-40B4-BE49-F238E27FC236}">
                  <a16:creationId xmlns:a16="http://schemas.microsoft.com/office/drawing/2014/main" id="{1C5A5563-77D5-AAFD-E9DD-76BBA12803A0}"/>
                </a:ext>
              </a:extLst>
            </p:cNvPr>
            <p:cNvSpPr/>
            <p:nvPr/>
          </p:nvSpPr>
          <p:spPr>
            <a:xfrm>
              <a:off x="7141266" y="5426450"/>
              <a:ext cx="61300" cy="12898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92" name="Group 91">
            <a:extLst>
              <a:ext uri="{FF2B5EF4-FFF2-40B4-BE49-F238E27FC236}">
                <a16:creationId xmlns:a16="http://schemas.microsoft.com/office/drawing/2014/main" id="{901F850A-8826-B795-83FC-2D8B53529F80}"/>
              </a:ext>
            </a:extLst>
          </p:cNvPr>
          <p:cNvGrpSpPr/>
          <p:nvPr/>
        </p:nvGrpSpPr>
        <p:grpSpPr>
          <a:xfrm rot="16200000">
            <a:off x="5194729" y="3416185"/>
            <a:ext cx="172492" cy="128983"/>
            <a:chOff x="7030074" y="5426450"/>
            <a:chExt cx="172492" cy="128983"/>
          </a:xfrm>
        </p:grpSpPr>
        <p:sp>
          <p:nvSpPr>
            <p:cNvPr id="93" name="Triangle 42">
              <a:extLst>
                <a:ext uri="{FF2B5EF4-FFF2-40B4-BE49-F238E27FC236}">
                  <a16:creationId xmlns:a16="http://schemas.microsoft.com/office/drawing/2014/main" id="{68CD5A41-00F1-A80E-5A16-8697955BB297}"/>
                </a:ext>
              </a:extLst>
            </p:cNvPr>
            <p:cNvSpPr/>
            <p:nvPr/>
          </p:nvSpPr>
          <p:spPr>
            <a:xfrm rot="16200000">
              <a:off x="7021179" y="5435346"/>
              <a:ext cx="128982" cy="111191"/>
            </a:xfrm>
            <a:prstGeom prst="triangl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609559" rtl="0" fontAlgn="base">
                <a:spcBef>
                  <a:spcPct val="0"/>
                </a:spcBef>
                <a:spcAft>
                  <a:spcPct val="0"/>
                </a:spcAft>
                <a:defRPr kern="1200">
                  <a:solidFill>
                    <a:schemeClr val="lt1"/>
                  </a:solidFill>
                  <a:latin typeface="+mn-lt"/>
                  <a:ea typeface="+mn-ea"/>
                  <a:cs typeface="+mn-cs"/>
                </a:defRPr>
              </a:lvl1pPr>
              <a:lvl2pPr marL="609559" algn="l" defTabSz="609559" rtl="0" fontAlgn="base">
                <a:spcBef>
                  <a:spcPct val="0"/>
                </a:spcBef>
                <a:spcAft>
                  <a:spcPct val="0"/>
                </a:spcAft>
                <a:defRPr kern="1200">
                  <a:solidFill>
                    <a:schemeClr val="lt1"/>
                  </a:solidFill>
                  <a:latin typeface="+mn-lt"/>
                  <a:ea typeface="+mn-ea"/>
                  <a:cs typeface="+mn-cs"/>
                </a:defRPr>
              </a:lvl2pPr>
              <a:lvl3pPr marL="1219119" algn="l" defTabSz="609559" rtl="0" fontAlgn="base">
                <a:spcBef>
                  <a:spcPct val="0"/>
                </a:spcBef>
                <a:spcAft>
                  <a:spcPct val="0"/>
                </a:spcAft>
                <a:defRPr kern="1200">
                  <a:solidFill>
                    <a:schemeClr val="lt1"/>
                  </a:solidFill>
                  <a:latin typeface="+mn-lt"/>
                  <a:ea typeface="+mn-ea"/>
                  <a:cs typeface="+mn-cs"/>
                </a:defRPr>
              </a:lvl3pPr>
              <a:lvl4pPr marL="1828678" algn="l" defTabSz="609559" rtl="0" fontAlgn="base">
                <a:spcBef>
                  <a:spcPct val="0"/>
                </a:spcBef>
                <a:spcAft>
                  <a:spcPct val="0"/>
                </a:spcAft>
                <a:defRPr kern="1200">
                  <a:solidFill>
                    <a:schemeClr val="lt1"/>
                  </a:solidFill>
                  <a:latin typeface="+mn-lt"/>
                  <a:ea typeface="+mn-ea"/>
                  <a:cs typeface="+mn-cs"/>
                </a:defRPr>
              </a:lvl4pPr>
              <a:lvl5pPr marL="2438238" algn="l" defTabSz="609559" rtl="0" fontAlgn="base">
                <a:spcBef>
                  <a:spcPct val="0"/>
                </a:spcBef>
                <a:spcAft>
                  <a:spcPct val="0"/>
                </a:spcAft>
                <a:defRPr kern="1200">
                  <a:solidFill>
                    <a:schemeClr val="lt1"/>
                  </a:solidFill>
                  <a:latin typeface="+mn-lt"/>
                  <a:ea typeface="+mn-ea"/>
                  <a:cs typeface="+mn-cs"/>
                </a:defRPr>
              </a:lvl5pPr>
              <a:lvl6pPr marL="3047797" algn="l" defTabSz="609559" rtl="0" eaLnBrk="1" latinLnBrk="0" hangingPunct="1">
                <a:defRPr kern="1200">
                  <a:solidFill>
                    <a:schemeClr val="lt1"/>
                  </a:solidFill>
                  <a:latin typeface="+mn-lt"/>
                  <a:ea typeface="+mn-ea"/>
                  <a:cs typeface="+mn-cs"/>
                </a:defRPr>
              </a:lvl6pPr>
              <a:lvl7pPr marL="3657357" algn="l" defTabSz="609559" rtl="0" eaLnBrk="1" latinLnBrk="0" hangingPunct="1">
                <a:defRPr kern="1200">
                  <a:solidFill>
                    <a:schemeClr val="lt1"/>
                  </a:solidFill>
                  <a:latin typeface="+mn-lt"/>
                  <a:ea typeface="+mn-ea"/>
                  <a:cs typeface="+mn-cs"/>
                </a:defRPr>
              </a:lvl7pPr>
              <a:lvl8pPr marL="4266915" algn="l" defTabSz="609559" rtl="0" eaLnBrk="1" latinLnBrk="0" hangingPunct="1">
                <a:defRPr kern="1200">
                  <a:solidFill>
                    <a:schemeClr val="lt1"/>
                  </a:solidFill>
                  <a:latin typeface="+mn-lt"/>
                  <a:ea typeface="+mn-ea"/>
                  <a:cs typeface="+mn-cs"/>
                </a:defRPr>
              </a:lvl8pPr>
              <a:lvl9pPr marL="4876475" algn="l" defTabSz="609559" rtl="0" eaLnBrk="1" latinLnBrk="0" hangingPunct="1">
                <a:defRPr kern="1200">
                  <a:solidFill>
                    <a:schemeClr val="lt1"/>
                  </a:solidFill>
                  <a:latin typeface="+mn-lt"/>
                  <a:ea typeface="+mn-ea"/>
                  <a:cs typeface="+mn-cs"/>
                </a:defRPr>
              </a:lvl9pPr>
            </a:lstStyle>
            <a:p>
              <a:pPr algn="ctr"/>
              <a:endParaRPr lang="en-US" dirty="0"/>
            </a:p>
          </p:txBody>
        </p:sp>
        <p:sp>
          <p:nvSpPr>
            <p:cNvPr id="94" name="Rectangle 93">
              <a:extLst>
                <a:ext uri="{FF2B5EF4-FFF2-40B4-BE49-F238E27FC236}">
                  <a16:creationId xmlns:a16="http://schemas.microsoft.com/office/drawing/2014/main" id="{A2AE2A31-C418-53FF-DABD-ED06F44CD106}"/>
                </a:ext>
              </a:extLst>
            </p:cNvPr>
            <p:cNvSpPr/>
            <p:nvPr/>
          </p:nvSpPr>
          <p:spPr>
            <a:xfrm>
              <a:off x="7141266" y="5426450"/>
              <a:ext cx="61300" cy="12898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95" name="Group 94">
            <a:extLst>
              <a:ext uri="{FF2B5EF4-FFF2-40B4-BE49-F238E27FC236}">
                <a16:creationId xmlns:a16="http://schemas.microsoft.com/office/drawing/2014/main" id="{A8ADDBF5-F581-A501-CC93-8089A429417F}"/>
              </a:ext>
            </a:extLst>
          </p:cNvPr>
          <p:cNvGrpSpPr/>
          <p:nvPr/>
        </p:nvGrpSpPr>
        <p:grpSpPr>
          <a:xfrm rot="16200000">
            <a:off x="5194728" y="4240630"/>
            <a:ext cx="172492" cy="128983"/>
            <a:chOff x="7030074" y="5426450"/>
            <a:chExt cx="172492" cy="128983"/>
          </a:xfrm>
        </p:grpSpPr>
        <p:sp>
          <p:nvSpPr>
            <p:cNvPr id="96" name="Triangle 42">
              <a:extLst>
                <a:ext uri="{FF2B5EF4-FFF2-40B4-BE49-F238E27FC236}">
                  <a16:creationId xmlns:a16="http://schemas.microsoft.com/office/drawing/2014/main" id="{019F441C-6536-3AF7-30EE-F05BEE330EB7}"/>
                </a:ext>
              </a:extLst>
            </p:cNvPr>
            <p:cNvSpPr/>
            <p:nvPr/>
          </p:nvSpPr>
          <p:spPr>
            <a:xfrm rot="16200000">
              <a:off x="7021179" y="5435346"/>
              <a:ext cx="128982" cy="111191"/>
            </a:xfrm>
            <a:prstGeom prst="triangl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609559" rtl="0" fontAlgn="base">
                <a:spcBef>
                  <a:spcPct val="0"/>
                </a:spcBef>
                <a:spcAft>
                  <a:spcPct val="0"/>
                </a:spcAft>
                <a:defRPr kern="1200">
                  <a:solidFill>
                    <a:schemeClr val="lt1"/>
                  </a:solidFill>
                  <a:latin typeface="+mn-lt"/>
                  <a:ea typeface="+mn-ea"/>
                  <a:cs typeface="+mn-cs"/>
                </a:defRPr>
              </a:lvl1pPr>
              <a:lvl2pPr marL="609559" algn="l" defTabSz="609559" rtl="0" fontAlgn="base">
                <a:spcBef>
                  <a:spcPct val="0"/>
                </a:spcBef>
                <a:spcAft>
                  <a:spcPct val="0"/>
                </a:spcAft>
                <a:defRPr kern="1200">
                  <a:solidFill>
                    <a:schemeClr val="lt1"/>
                  </a:solidFill>
                  <a:latin typeface="+mn-lt"/>
                  <a:ea typeface="+mn-ea"/>
                  <a:cs typeface="+mn-cs"/>
                </a:defRPr>
              </a:lvl2pPr>
              <a:lvl3pPr marL="1219119" algn="l" defTabSz="609559" rtl="0" fontAlgn="base">
                <a:spcBef>
                  <a:spcPct val="0"/>
                </a:spcBef>
                <a:spcAft>
                  <a:spcPct val="0"/>
                </a:spcAft>
                <a:defRPr kern="1200">
                  <a:solidFill>
                    <a:schemeClr val="lt1"/>
                  </a:solidFill>
                  <a:latin typeface="+mn-lt"/>
                  <a:ea typeface="+mn-ea"/>
                  <a:cs typeface="+mn-cs"/>
                </a:defRPr>
              </a:lvl3pPr>
              <a:lvl4pPr marL="1828678" algn="l" defTabSz="609559" rtl="0" fontAlgn="base">
                <a:spcBef>
                  <a:spcPct val="0"/>
                </a:spcBef>
                <a:spcAft>
                  <a:spcPct val="0"/>
                </a:spcAft>
                <a:defRPr kern="1200">
                  <a:solidFill>
                    <a:schemeClr val="lt1"/>
                  </a:solidFill>
                  <a:latin typeface="+mn-lt"/>
                  <a:ea typeface="+mn-ea"/>
                  <a:cs typeface="+mn-cs"/>
                </a:defRPr>
              </a:lvl4pPr>
              <a:lvl5pPr marL="2438238" algn="l" defTabSz="609559" rtl="0" fontAlgn="base">
                <a:spcBef>
                  <a:spcPct val="0"/>
                </a:spcBef>
                <a:spcAft>
                  <a:spcPct val="0"/>
                </a:spcAft>
                <a:defRPr kern="1200">
                  <a:solidFill>
                    <a:schemeClr val="lt1"/>
                  </a:solidFill>
                  <a:latin typeface="+mn-lt"/>
                  <a:ea typeface="+mn-ea"/>
                  <a:cs typeface="+mn-cs"/>
                </a:defRPr>
              </a:lvl5pPr>
              <a:lvl6pPr marL="3047797" algn="l" defTabSz="609559" rtl="0" eaLnBrk="1" latinLnBrk="0" hangingPunct="1">
                <a:defRPr kern="1200">
                  <a:solidFill>
                    <a:schemeClr val="lt1"/>
                  </a:solidFill>
                  <a:latin typeface="+mn-lt"/>
                  <a:ea typeface="+mn-ea"/>
                  <a:cs typeface="+mn-cs"/>
                </a:defRPr>
              </a:lvl6pPr>
              <a:lvl7pPr marL="3657357" algn="l" defTabSz="609559" rtl="0" eaLnBrk="1" latinLnBrk="0" hangingPunct="1">
                <a:defRPr kern="1200">
                  <a:solidFill>
                    <a:schemeClr val="lt1"/>
                  </a:solidFill>
                  <a:latin typeface="+mn-lt"/>
                  <a:ea typeface="+mn-ea"/>
                  <a:cs typeface="+mn-cs"/>
                </a:defRPr>
              </a:lvl7pPr>
              <a:lvl8pPr marL="4266915" algn="l" defTabSz="609559" rtl="0" eaLnBrk="1" latinLnBrk="0" hangingPunct="1">
                <a:defRPr kern="1200">
                  <a:solidFill>
                    <a:schemeClr val="lt1"/>
                  </a:solidFill>
                  <a:latin typeface="+mn-lt"/>
                  <a:ea typeface="+mn-ea"/>
                  <a:cs typeface="+mn-cs"/>
                </a:defRPr>
              </a:lvl8pPr>
              <a:lvl9pPr marL="4876475" algn="l" defTabSz="609559" rtl="0" eaLnBrk="1" latinLnBrk="0" hangingPunct="1">
                <a:defRPr kern="1200">
                  <a:solidFill>
                    <a:schemeClr val="lt1"/>
                  </a:solidFill>
                  <a:latin typeface="+mn-lt"/>
                  <a:ea typeface="+mn-ea"/>
                  <a:cs typeface="+mn-cs"/>
                </a:defRPr>
              </a:lvl9pPr>
            </a:lstStyle>
            <a:p>
              <a:pPr algn="ctr"/>
              <a:endParaRPr lang="en-US" dirty="0"/>
            </a:p>
          </p:txBody>
        </p:sp>
        <p:sp>
          <p:nvSpPr>
            <p:cNvPr id="97" name="Rectangle 96">
              <a:extLst>
                <a:ext uri="{FF2B5EF4-FFF2-40B4-BE49-F238E27FC236}">
                  <a16:creationId xmlns:a16="http://schemas.microsoft.com/office/drawing/2014/main" id="{18BF3AE6-2266-4E78-2C3E-D91ED799C211}"/>
                </a:ext>
              </a:extLst>
            </p:cNvPr>
            <p:cNvSpPr/>
            <p:nvPr/>
          </p:nvSpPr>
          <p:spPr>
            <a:xfrm>
              <a:off x="7141266" y="5426450"/>
              <a:ext cx="61300" cy="12898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98" name="Group 97">
            <a:extLst>
              <a:ext uri="{FF2B5EF4-FFF2-40B4-BE49-F238E27FC236}">
                <a16:creationId xmlns:a16="http://schemas.microsoft.com/office/drawing/2014/main" id="{9C30A7F9-AB32-4C04-A575-5696F80F6538}"/>
              </a:ext>
            </a:extLst>
          </p:cNvPr>
          <p:cNvGrpSpPr/>
          <p:nvPr/>
        </p:nvGrpSpPr>
        <p:grpSpPr>
          <a:xfrm rot="16200000">
            <a:off x="5194727" y="5066376"/>
            <a:ext cx="172492" cy="128983"/>
            <a:chOff x="7030074" y="5426450"/>
            <a:chExt cx="172492" cy="128983"/>
          </a:xfrm>
        </p:grpSpPr>
        <p:sp>
          <p:nvSpPr>
            <p:cNvPr id="99" name="Triangle 42">
              <a:extLst>
                <a:ext uri="{FF2B5EF4-FFF2-40B4-BE49-F238E27FC236}">
                  <a16:creationId xmlns:a16="http://schemas.microsoft.com/office/drawing/2014/main" id="{401FB1D1-9FD8-18F4-5E82-51BBBA5242E3}"/>
                </a:ext>
              </a:extLst>
            </p:cNvPr>
            <p:cNvSpPr/>
            <p:nvPr/>
          </p:nvSpPr>
          <p:spPr>
            <a:xfrm rot="16200000">
              <a:off x="7021179" y="5435346"/>
              <a:ext cx="128982" cy="111191"/>
            </a:xfrm>
            <a:prstGeom prst="triangl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609559" rtl="0" fontAlgn="base">
                <a:spcBef>
                  <a:spcPct val="0"/>
                </a:spcBef>
                <a:spcAft>
                  <a:spcPct val="0"/>
                </a:spcAft>
                <a:defRPr kern="1200">
                  <a:solidFill>
                    <a:schemeClr val="lt1"/>
                  </a:solidFill>
                  <a:latin typeface="+mn-lt"/>
                  <a:ea typeface="+mn-ea"/>
                  <a:cs typeface="+mn-cs"/>
                </a:defRPr>
              </a:lvl1pPr>
              <a:lvl2pPr marL="609559" algn="l" defTabSz="609559" rtl="0" fontAlgn="base">
                <a:spcBef>
                  <a:spcPct val="0"/>
                </a:spcBef>
                <a:spcAft>
                  <a:spcPct val="0"/>
                </a:spcAft>
                <a:defRPr kern="1200">
                  <a:solidFill>
                    <a:schemeClr val="lt1"/>
                  </a:solidFill>
                  <a:latin typeface="+mn-lt"/>
                  <a:ea typeface="+mn-ea"/>
                  <a:cs typeface="+mn-cs"/>
                </a:defRPr>
              </a:lvl2pPr>
              <a:lvl3pPr marL="1219119" algn="l" defTabSz="609559" rtl="0" fontAlgn="base">
                <a:spcBef>
                  <a:spcPct val="0"/>
                </a:spcBef>
                <a:spcAft>
                  <a:spcPct val="0"/>
                </a:spcAft>
                <a:defRPr kern="1200">
                  <a:solidFill>
                    <a:schemeClr val="lt1"/>
                  </a:solidFill>
                  <a:latin typeface="+mn-lt"/>
                  <a:ea typeface="+mn-ea"/>
                  <a:cs typeface="+mn-cs"/>
                </a:defRPr>
              </a:lvl3pPr>
              <a:lvl4pPr marL="1828678" algn="l" defTabSz="609559" rtl="0" fontAlgn="base">
                <a:spcBef>
                  <a:spcPct val="0"/>
                </a:spcBef>
                <a:spcAft>
                  <a:spcPct val="0"/>
                </a:spcAft>
                <a:defRPr kern="1200">
                  <a:solidFill>
                    <a:schemeClr val="lt1"/>
                  </a:solidFill>
                  <a:latin typeface="+mn-lt"/>
                  <a:ea typeface="+mn-ea"/>
                  <a:cs typeface="+mn-cs"/>
                </a:defRPr>
              </a:lvl4pPr>
              <a:lvl5pPr marL="2438238" algn="l" defTabSz="609559" rtl="0" fontAlgn="base">
                <a:spcBef>
                  <a:spcPct val="0"/>
                </a:spcBef>
                <a:spcAft>
                  <a:spcPct val="0"/>
                </a:spcAft>
                <a:defRPr kern="1200">
                  <a:solidFill>
                    <a:schemeClr val="lt1"/>
                  </a:solidFill>
                  <a:latin typeface="+mn-lt"/>
                  <a:ea typeface="+mn-ea"/>
                  <a:cs typeface="+mn-cs"/>
                </a:defRPr>
              </a:lvl5pPr>
              <a:lvl6pPr marL="3047797" algn="l" defTabSz="609559" rtl="0" eaLnBrk="1" latinLnBrk="0" hangingPunct="1">
                <a:defRPr kern="1200">
                  <a:solidFill>
                    <a:schemeClr val="lt1"/>
                  </a:solidFill>
                  <a:latin typeface="+mn-lt"/>
                  <a:ea typeface="+mn-ea"/>
                  <a:cs typeface="+mn-cs"/>
                </a:defRPr>
              </a:lvl6pPr>
              <a:lvl7pPr marL="3657357" algn="l" defTabSz="609559" rtl="0" eaLnBrk="1" latinLnBrk="0" hangingPunct="1">
                <a:defRPr kern="1200">
                  <a:solidFill>
                    <a:schemeClr val="lt1"/>
                  </a:solidFill>
                  <a:latin typeface="+mn-lt"/>
                  <a:ea typeface="+mn-ea"/>
                  <a:cs typeface="+mn-cs"/>
                </a:defRPr>
              </a:lvl7pPr>
              <a:lvl8pPr marL="4266915" algn="l" defTabSz="609559" rtl="0" eaLnBrk="1" latinLnBrk="0" hangingPunct="1">
                <a:defRPr kern="1200">
                  <a:solidFill>
                    <a:schemeClr val="lt1"/>
                  </a:solidFill>
                  <a:latin typeface="+mn-lt"/>
                  <a:ea typeface="+mn-ea"/>
                  <a:cs typeface="+mn-cs"/>
                </a:defRPr>
              </a:lvl8pPr>
              <a:lvl9pPr marL="4876475" algn="l" defTabSz="609559" rtl="0" eaLnBrk="1" latinLnBrk="0" hangingPunct="1">
                <a:defRPr kern="1200">
                  <a:solidFill>
                    <a:schemeClr val="lt1"/>
                  </a:solidFill>
                  <a:latin typeface="+mn-lt"/>
                  <a:ea typeface="+mn-ea"/>
                  <a:cs typeface="+mn-cs"/>
                </a:defRPr>
              </a:lvl9pPr>
            </a:lstStyle>
            <a:p>
              <a:pPr algn="ctr"/>
              <a:endParaRPr lang="en-US" dirty="0"/>
            </a:p>
          </p:txBody>
        </p:sp>
        <p:sp>
          <p:nvSpPr>
            <p:cNvPr id="100" name="Rectangle 99">
              <a:extLst>
                <a:ext uri="{FF2B5EF4-FFF2-40B4-BE49-F238E27FC236}">
                  <a16:creationId xmlns:a16="http://schemas.microsoft.com/office/drawing/2014/main" id="{929A609E-C298-176F-4CE5-BA5E1014E4CF}"/>
                </a:ext>
              </a:extLst>
            </p:cNvPr>
            <p:cNvSpPr/>
            <p:nvPr/>
          </p:nvSpPr>
          <p:spPr>
            <a:xfrm>
              <a:off x="7141266" y="5426450"/>
              <a:ext cx="61300" cy="12898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4" name="TextBox 103">
            <a:extLst>
              <a:ext uri="{FF2B5EF4-FFF2-40B4-BE49-F238E27FC236}">
                <a16:creationId xmlns:a16="http://schemas.microsoft.com/office/drawing/2014/main" id="{6EFDBF36-3602-E3A1-6264-0B17C9D48E9D}"/>
              </a:ext>
            </a:extLst>
          </p:cNvPr>
          <p:cNvSpPr txBox="1"/>
          <p:nvPr/>
        </p:nvSpPr>
        <p:spPr>
          <a:xfrm>
            <a:off x="10112808" y="2142534"/>
            <a:ext cx="1948481" cy="738664"/>
          </a:xfrm>
          <a:prstGeom prst="rect">
            <a:avLst/>
          </a:prstGeom>
          <a:noFill/>
        </p:spPr>
        <p:txBody>
          <a:bodyPr wrap="square" rtlCol="0">
            <a:spAutoFit/>
          </a:bodyPr>
          <a:lstStyle/>
          <a:p>
            <a:pPr algn="ctr"/>
            <a:r>
              <a:rPr lang="en-GB" sz="1200" b="1" dirty="0">
                <a:latin typeface="+mn-lt"/>
              </a:rPr>
              <a:t>cc001400</a:t>
            </a:r>
          </a:p>
          <a:p>
            <a:pPr algn="ctr"/>
            <a:r>
              <a:rPr lang="nn-NO" sz="1000" dirty="0">
                <a:latin typeface="+mn-lt"/>
              </a:rPr>
              <a:t>Secure Access - IBN Americas</a:t>
            </a:r>
          </a:p>
          <a:p>
            <a:pPr algn="ctr"/>
            <a:r>
              <a:rPr lang="en-GB" sz="1000" i="1" dirty="0">
                <a:solidFill>
                  <a:schemeClr val="accent3">
                    <a:lumMod val="60000"/>
                    <a:lumOff val="40000"/>
                  </a:schemeClr>
                </a:solidFill>
                <a:latin typeface="+mn-lt"/>
              </a:rPr>
              <a:t>Transform Infrastructure</a:t>
            </a:r>
          </a:p>
        </p:txBody>
      </p:sp>
      <p:sp>
        <p:nvSpPr>
          <p:cNvPr id="105" name="TextBox 104">
            <a:extLst>
              <a:ext uri="{FF2B5EF4-FFF2-40B4-BE49-F238E27FC236}">
                <a16:creationId xmlns:a16="http://schemas.microsoft.com/office/drawing/2014/main" id="{5F02F1CA-3A29-8E79-C0C0-314AAEBF094F}"/>
              </a:ext>
            </a:extLst>
          </p:cNvPr>
          <p:cNvSpPr txBox="1"/>
          <p:nvPr/>
        </p:nvSpPr>
        <p:spPr>
          <a:xfrm>
            <a:off x="10197902" y="3783873"/>
            <a:ext cx="1686861" cy="276999"/>
          </a:xfrm>
          <a:prstGeom prst="rect">
            <a:avLst/>
          </a:prstGeom>
          <a:noFill/>
        </p:spPr>
        <p:txBody>
          <a:bodyPr wrap="square" rtlCol="0">
            <a:spAutoFit/>
          </a:bodyPr>
          <a:lstStyle/>
          <a:p>
            <a:pPr algn="ctr"/>
            <a:r>
              <a:rPr lang="en-GB" sz="1200" b="1" dirty="0">
                <a:latin typeface="+mn-lt"/>
              </a:rPr>
              <a:t>Landing Page</a:t>
            </a:r>
          </a:p>
        </p:txBody>
      </p:sp>
      <p:sp>
        <p:nvSpPr>
          <p:cNvPr id="106" name="TextBox 105">
            <a:extLst>
              <a:ext uri="{FF2B5EF4-FFF2-40B4-BE49-F238E27FC236}">
                <a16:creationId xmlns:a16="http://schemas.microsoft.com/office/drawing/2014/main" id="{EDDF467C-51F9-601C-F19E-69A9A8EDB5F5}"/>
              </a:ext>
            </a:extLst>
          </p:cNvPr>
          <p:cNvSpPr txBox="1"/>
          <p:nvPr/>
        </p:nvSpPr>
        <p:spPr>
          <a:xfrm>
            <a:off x="10197902" y="4063767"/>
            <a:ext cx="1686861" cy="892552"/>
          </a:xfrm>
          <a:prstGeom prst="rect">
            <a:avLst/>
          </a:prstGeom>
          <a:noFill/>
        </p:spPr>
        <p:txBody>
          <a:bodyPr wrap="square" rtlCol="0">
            <a:spAutoFit/>
          </a:bodyPr>
          <a:lstStyle/>
          <a:p>
            <a:pPr algn="ctr"/>
            <a:r>
              <a:rPr lang="en-GB" sz="1200" b="1" dirty="0">
                <a:latin typeface="+mn-lt"/>
              </a:rPr>
              <a:t>trlsc027054</a:t>
            </a:r>
            <a:r>
              <a:rPr lang="en-GB" sz="1200" b="0" i="0" dirty="0">
                <a:solidFill>
                  <a:srgbClr val="1A1AA6"/>
                </a:solidFill>
                <a:effectLst/>
                <a:latin typeface="Courier New" panose="02070309020205020404" pitchFamily="49" charset="0"/>
              </a:rPr>
              <a:t> </a:t>
            </a:r>
          </a:p>
          <a:p>
            <a:pPr algn="ctr"/>
            <a:r>
              <a:rPr lang="en-US" sz="1000" dirty="0">
                <a:latin typeface="+mn-lt"/>
              </a:rPr>
              <a:t>Cisco Secure Firewall Free Trial Security</a:t>
            </a:r>
          </a:p>
          <a:p>
            <a:pPr algn="ctr"/>
            <a:r>
              <a:rPr lang="en-US" sz="1000" i="1" dirty="0">
                <a:solidFill>
                  <a:schemeClr val="accent3">
                    <a:lumMod val="60000"/>
                    <a:lumOff val="40000"/>
                  </a:schemeClr>
                </a:solidFill>
                <a:latin typeface="+mn-lt"/>
              </a:rPr>
              <a:t>Secure the Enterprise</a:t>
            </a:r>
          </a:p>
          <a:p>
            <a:pPr algn="ctr"/>
            <a:endParaRPr lang="en-GB" sz="1000" dirty="0">
              <a:latin typeface="+mn-lt"/>
            </a:endParaRPr>
          </a:p>
        </p:txBody>
      </p:sp>
      <p:cxnSp>
        <p:nvCxnSpPr>
          <p:cNvPr id="107" name="Straight Connector 106">
            <a:extLst>
              <a:ext uri="{FF2B5EF4-FFF2-40B4-BE49-F238E27FC236}">
                <a16:creationId xmlns:a16="http://schemas.microsoft.com/office/drawing/2014/main" id="{1104854D-630A-6F19-6D68-4CF3C9F414FF}"/>
              </a:ext>
            </a:extLst>
          </p:cNvPr>
          <p:cNvCxnSpPr>
            <a:cxnSpLocks/>
          </p:cNvCxnSpPr>
          <p:nvPr/>
        </p:nvCxnSpPr>
        <p:spPr>
          <a:xfrm>
            <a:off x="237404" y="6350957"/>
            <a:ext cx="97200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EB4A5AB9-021A-CF35-CF20-8361C7DBA6C7}"/>
              </a:ext>
            </a:extLst>
          </p:cNvPr>
          <p:cNvSpPr txBox="1"/>
          <p:nvPr/>
        </p:nvSpPr>
        <p:spPr>
          <a:xfrm>
            <a:off x="10197902" y="5746859"/>
            <a:ext cx="1686861" cy="276999"/>
          </a:xfrm>
          <a:prstGeom prst="rect">
            <a:avLst/>
          </a:prstGeom>
          <a:noFill/>
        </p:spPr>
        <p:txBody>
          <a:bodyPr wrap="square" rtlCol="0">
            <a:spAutoFit/>
          </a:bodyPr>
          <a:lstStyle/>
          <a:p>
            <a:pPr algn="ctr"/>
            <a:r>
              <a:rPr lang="en-GB" sz="1200" b="1" dirty="0">
                <a:latin typeface="+mn-lt"/>
              </a:rPr>
              <a:t>URL</a:t>
            </a:r>
          </a:p>
        </p:txBody>
      </p:sp>
      <p:sp>
        <p:nvSpPr>
          <p:cNvPr id="111" name="TextBox 110">
            <a:extLst>
              <a:ext uri="{FF2B5EF4-FFF2-40B4-BE49-F238E27FC236}">
                <a16:creationId xmlns:a16="http://schemas.microsoft.com/office/drawing/2014/main" id="{03DDC97E-04AB-42E8-8445-3B7178A4E837}"/>
              </a:ext>
            </a:extLst>
          </p:cNvPr>
          <p:cNvSpPr txBox="1"/>
          <p:nvPr/>
        </p:nvSpPr>
        <p:spPr>
          <a:xfrm>
            <a:off x="10067092" y="6026751"/>
            <a:ext cx="1948481" cy="584775"/>
          </a:xfrm>
          <a:prstGeom prst="rect">
            <a:avLst/>
          </a:prstGeom>
          <a:noFill/>
        </p:spPr>
        <p:txBody>
          <a:bodyPr wrap="square" rtlCol="0">
            <a:spAutoFit/>
          </a:bodyPr>
          <a:lstStyle/>
          <a:p>
            <a:pPr algn="ctr"/>
            <a:r>
              <a:rPr lang="en-GB" sz="1200" b="1" dirty="0"/>
              <a:t>oemels001119</a:t>
            </a:r>
            <a:r>
              <a:rPr lang="en-GB" sz="1200" b="1" i="0" dirty="0">
                <a:solidFill>
                  <a:srgbClr val="1A1AA6"/>
                </a:solidFill>
                <a:effectLst/>
                <a:latin typeface="Courier New" panose="02070309020205020404" pitchFamily="49" charset="0"/>
              </a:rPr>
              <a:t> </a:t>
            </a:r>
          </a:p>
          <a:p>
            <a:pPr algn="ctr"/>
            <a:r>
              <a:rPr lang="en-US" sz="1000" dirty="0">
                <a:latin typeface="+mn-lt"/>
              </a:rPr>
              <a:t>Owned - Email - Eloqua Campaign Emails</a:t>
            </a:r>
            <a:endParaRPr lang="en-GB" sz="1000" dirty="0">
              <a:latin typeface="+mn-lt"/>
            </a:endParaRPr>
          </a:p>
        </p:txBody>
      </p:sp>
      <p:pic>
        <p:nvPicPr>
          <p:cNvPr id="122" name="Picture 121">
            <a:extLst>
              <a:ext uri="{FF2B5EF4-FFF2-40B4-BE49-F238E27FC236}">
                <a16:creationId xmlns:a16="http://schemas.microsoft.com/office/drawing/2014/main" id="{D34EEFDB-DEF9-119F-DF62-CE63EC649CB1}"/>
              </a:ext>
            </a:extLst>
          </p:cNvPr>
          <p:cNvPicPr>
            <a:picLocks noChangeAspect="1"/>
          </p:cNvPicPr>
          <p:nvPr/>
        </p:nvPicPr>
        <p:blipFill>
          <a:blip r:embed="rId7"/>
          <a:stretch>
            <a:fillRect/>
          </a:stretch>
        </p:blipFill>
        <p:spPr>
          <a:xfrm>
            <a:off x="313205" y="1419657"/>
            <a:ext cx="1028048" cy="1184368"/>
          </a:xfrm>
          <a:prstGeom prst="rect">
            <a:avLst/>
          </a:prstGeom>
        </p:spPr>
      </p:pic>
      <p:grpSp>
        <p:nvGrpSpPr>
          <p:cNvPr id="123" name="Group 122">
            <a:extLst>
              <a:ext uri="{FF2B5EF4-FFF2-40B4-BE49-F238E27FC236}">
                <a16:creationId xmlns:a16="http://schemas.microsoft.com/office/drawing/2014/main" id="{341F7AD9-6E64-9C22-5237-CFDF8D37763F}"/>
              </a:ext>
            </a:extLst>
          </p:cNvPr>
          <p:cNvGrpSpPr/>
          <p:nvPr/>
        </p:nvGrpSpPr>
        <p:grpSpPr>
          <a:xfrm flipH="1">
            <a:off x="1440984" y="2113995"/>
            <a:ext cx="172492" cy="128983"/>
            <a:chOff x="7030074" y="5426450"/>
            <a:chExt cx="172492" cy="128983"/>
          </a:xfrm>
        </p:grpSpPr>
        <p:sp>
          <p:nvSpPr>
            <p:cNvPr id="124" name="Triangle 42">
              <a:extLst>
                <a:ext uri="{FF2B5EF4-FFF2-40B4-BE49-F238E27FC236}">
                  <a16:creationId xmlns:a16="http://schemas.microsoft.com/office/drawing/2014/main" id="{9B354B70-D347-CEF4-CC0B-2984215B7933}"/>
                </a:ext>
              </a:extLst>
            </p:cNvPr>
            <p:cNvSpPr/>
            <p:nvPr/>
          </p:nvSpPr>
          <p:spPr>
            <a:xfrm rot="16200000">
              <a:off x="7021179" y="5435346"/>
              <a:ext cx="128982" cy="111191"/>
            </a:xfrm>
            <a:prstGeom prst="triangl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609559" rtl="0" fontAlgn="base">
                <a:spcBef>
                  <a:spcPct val="0"/>
                </a:spcBef>
                <a:spcAft>
                  <a:spcPct val="0"/>
                </a:spcAft>
                <a:defRPr kern="1200">
                  <a:solidFill>
                    <a:schemeClr val="lt1"/>
                  </a:solidFill>
                  <a:latin typeface="+mn-lt"/>
                  <a:ea typeface="+mn-ea"/>
                  <a:cs typeface="+mn-cs"/>
                </a:defRPr>
              </a:lvl1pPr>
              <a:lvl2pPr marL="609559" algn="l" defTabSz="609559" rtl="0" fontAlgn="base">
                <a:spcBef>
                  <a:spcPct val="0"/>
                </a:spcBef>
                <a:spcAft>
                  <a:spcPct val="0"/>
                </a:spcAft>
                <a:defRPr kern="1200">
                  <a:solidFill>
                    <a:schemeClr val="lt1"/>
                  </a:solidFill>
                  <a:latin typeface="+mn-lt"/>
                  <a:ea typeface="+mn-ea"/>
                  <a:cs typeface="+mn-cs"/>
                </a:defRPr>
              </a:lvl2pPr>
              <a:lvl3pPr marL="1219119" algn="l" defTabSz="609559" rtl="0" fontAlgn="base">
                <a:spcBef>
                  <a:spcPct val="0"/>
                </a:spcBef>
                <a:spcAft>
                  <a:spcPct val="0"/>
                </a:spcAft>
                <a:defRPr kern="1200">
                  <a:solidFill>
                    <a:schemeClr val="lt1"/>
                  </a:solidFill>
                  <a:latin typeface="+mn-lt"/>
                  <a:ea typeface="+mn-ea"/>
                  <a:cs typeface="+mn-cs"/>
                </a:defRPr>
              </a:lvl3pPr>
              <a:lvl4pPr marL="1828678" algn="l" defTabSz="609559" rtl="0" fontAlgn="base">
                <a:spcBef>
                  <a:spcPct val="0"/>
                </a:spcBef>
                <a:spcAft>
                  <a:spcPct val="0"/>
                </a:spcAft>
                <a:defRPr kern="1200">
                  <a:solidFill>
                    <a:schemeClr val="lt1"/>
                  </a:solidFill>
                  <a:latin typeface="+mn-lt"/>
                  <a:ea typeface="+mn-ea"/>
                  <a:cs typeface="+mn-cs"/>
                </a:defRPr>
              </a:lvl4pPr>
              <a:lvl5pPr marL="2438238" algn="l" defTabSz="609559" rtl="0" fontAlgn="base">
                <a:spcBef>
                  <a:spcPct val="0"/>
                </a:spcBef>
                <a:spcAft>
                  <a:spcPct val="0"/>
                </a:spcAft>
                <a:defRPr kern="1200">
                  <a:solidFill>
                    <a:schemeClr val="lt1"/>
                  </a:solidFill>
                  <a:latin typeface="+mn-lt"/>
                  <a:ea typeface="+mn-ea"/>
                  <a:cs typeface="+mn-cs"/>
                </a:defRPr>
              </a:lvl5pPr>
              <a:lvl6pPr marL="3047797" algn="l" defTabSz="609559" rtl="0" eaLnBrk="1" latinLnBrk="0" hangingPunct="1">
                <a:defRPr kern="1200">
                  <a:solidFill>
                    <a:schemeClr val="lt1"/>
                  </a:solidFill>
                  <a:latin typeface="+mn-lt"/>
                  <a:ea typeface="+mn-ea"/>
                  <a:cs typeface="+mn-cs"/>
                </a:defRPr>
              </a:lvl6pPr>
              <a:lvl7pPr marL="3657357" algn="l" defTabSz="609559" rtl="0" eaLnBrk="1" latinLnBrk="0" hangingPunct="1">
                <a:defRPr kern="1200">
                  <a:solidFill>
                    <a:schemeClr val="lt1"/>
                  </a:solidFill>
                  <a:latin typeface="+mn-lt"/>
                  <a:ea typeface="+mn-ea"/>
                  <a:cs typeface="+mn-cs"/>
                </a:defRPr>
              </a:lvl7pPr>
              <a:lvl8pPr marL="4266915" algn="l" defTabSz="609559" rtl="0" eaLnBrk="1" latinLnBrk="0" hangingPunct="1">
                <a:defRPr kern="1200">
                  <a:solidFill>
                    <a:schemeClr val="lt1"/>
                  </a:solidFill>
                  <a:latin typeface="+mn-lt"/>
                  <a:ea typeface="+mn-ea"/>
                  <a:cs typeface="+mn-cs"/>
                </a:defRPr>
              </a:lvl8pPr>
              <a:lvl9pPr marL="4876475" algn="l" defTabSz="609559" rtl="0" eaLnBrk="1" latinLnBrk="0" hangingPunct="1">
                <a:defRPr kern="1200">
                  <a:solidFill>
                    <a:schemeClr val="lt1"/>
                  </a:solidFill>
                  <a:latin typeface="+mn-lt"/>
                  <a:ea typeface="+mn-ea"/>
                  <a:cs typeface="+mn-cs"/>
                </a:defRPr>
              </a:lvl9pPr>
            </a:lstStyle>
            <a:p>
              <a:pPr algn="ctr"/>
              <a:endParaRPr lang="en-US" dirty="0"/>
            </a:p>
          </p:txBody>
        </p:sp>
        <p:sp>
          <p:nvSpPr>
            <p:cNvPr id="125" name="Rectangle 124">
              <a:extLst>
                <a:ext uri="{FF2B5EF4-FFF2-40B4-BE49-F238E27FC236}">
                  <a16:creationId xmlns:a16="http://schemas.microsoft.com/office/drawing/2014/main" id="{4C7BFD24-E6FB-202F-43D0-C2D78ABE1D70}"/>
                </a:ext>
              </a:extLst>
            </p:cNvPr>
            <p:cNvSpPr/>
            <p:nvPr/>
          </p:nvSpPr>
          <p:spPr>
            <a:xfrm>
              <a:off x="7141266" y="5426450"/>
              <a:ext cx="61300" cy="12898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126" name="Group 125">
            <a:extLst>
              <a:ext uri="{FF2B5EF4-FFF2-40B4-BE49-F238E27FC236}">
                <a16:creationId xmlns:a16="http://schemas.microsoft.com/office/drawing/2014/main" id="{6936ED34-68FC-0FE0-244C-EA685E499FDE}"/>
              </a:ext>
            </a:extLst>
          </p:cNvPr>
          <p:cNvGrpSpPr>
            <a:grpSpLocks noChangeAspect="1"/>
          </p:cNvGrpSpPr>
          <p:nvPr/>
        </p:nvGrpSpPr>
        <p:grpSpPr>
          <a:xfrm>
            <a:off x="122370" y="824230"/>
            <a:ext cx="582929" cy="645716"/>
            <a:chOff x="1727163" y="3952735"/>
            <a:chExt cx="1138795" cy="1261454"/>
          </a:xfrm>
        </p:grpSpPr>
        <p:grpSp>
          <p:nvGrpSpPr>
            <p:cNvPr id="127" name="Group 20">
              <a:extLst>
                <a:ext uri="{FF2B5EF4-FFF2-40B4-BE49-F238E27FC236}">
                  <a16:creationId xmlns:a16="http://schemas.microsoft.com/office/drawing/2014/main" id="{9057AF08-0059-857C-D92D-F79D3CF15C44}"/>
                </a:ext>
              </a:extLst>
            </p:cNvPr>
            <p:cNvGrpSpPr>
              <a:grpSpLocks noChangeAspect="1"/>
            </p:cNvGrpSpPr>
            <p:nvPr/>
          </p:nvGrpSpPr>
          <p:grpSpPr bwMode="auto">
            <a:xfrm>
              <a:off x="1727163" y="3952735"/>
              <a:ext cx="1138795" cy="1261454"/>
              <a:chOff x="2289" y="966"/>
              <a:chExt cx="1179" cy="1306"/>
            </a:xfrm>
          </p:grpSpPr>
          <p:sp>
            <p:nvSpPr>
              <p:cNvPr id="135" name="Freeform 21">
                <a:extLst>
                  <a:ext uri="{FF2B5EF4-FFF2-40B4-BE49-F238E27FC236}">
                    <a16:creationId xmlns:a16="http://schemas.microsoft.com/office/drawing/2014/main" id="{FDBA7386-27F5-4DFA-98CF-C68D47809D45}"/>
                  </a:ext>
                </a:extLst>
              </p:cNvPr>
              <p:cNvSpPr>
                <a:spLocks noEditPoints="1"/>
              </p:cNvSpPr>
              <p:nvPr/>
            </p:nvSpPr>
            <p:spPr bwMode="auto">
              <a:xfrm>
                <a:off x="2289" y="1122"/>
                <a:ext cx="1179" cy="1150"/>
              </a:xfrm>
              <a:custGeom>
                <a:avLst/>
                <a:gdLst>
                  <a:gd name="T0" fmla="*/ 69 w 496"/>
                  <a:gd name="T1" fmla="*/ 444 h 484"/>
                  <a:gd name="T2" fmla="*/ 40 w 496"/>
                  <a:gd name="T3" fmla="*/ 414 h 484"/>
                  <a:gd name="T4" fmla="*/ 40 w 496"/>
                  <a:gd name="T5" fmla="*/ 100 h 484"/>
                  <a:gd name="T6" fmla="*/ 456 w 496"/>
                  <a:gd name="T7" fmla="*/ 100 h 484"/>
                  <a:gd name="T8" fmla="*/ 456 w 496"/>
                  <a:gd name="T9" fmla="*/ 414 h 484"/>
                  <a:gd name="T10" fmla="*/ 427 w 496"/>
                  <a:gd name="T11" fmla="*/ 444 h 484"/>
                  <a:gd name="T12" fmla="*/ 69 w 496"/>
                  <a:gd name="T13" fmla="*/ 444 h 484"/>
                  <a:gd name="T14" fmla="*/ 427 w 496"/>
                  <a:gd name="T15" fmla="*/ 0 h 484"/>
                  <a:gd name="T16" fmla="*/ 364 w 496"/>
                  <a:gd name="T17" fmla="*/ 0 h 484"/>
                  <a:gd name="T18" fmla="*/ 364 w 496"/>
                  <a:gd name="T19" fmla="*/ 40 h 484"/>
                  <a:gd name="T20" fmla="*/ 338 w 496"/>
                  <a:gd name="T21" fmla="*/ 66 h 484"/>
                  <a:gd name="T22" fmla="*/ 312 w 496"/>
                  <a:gd name="T23" fmla="*/ 40 h 484"/>
                  <a:gd name="T24" fmla="*/ 312 w 496"/>
                  <a:gd name="T25" fmla="*/ 0 h 484"/>
                  <a:gd name="T26" fmla="*/ 184 w 496"/>
                  <a:gd name="T27" fmla="*/ 0 h 484"/>
                  <a:gd name="T28" fmla="*/ 184 w 496"/>
                  <a:gd name="T29" fmla="*/ 40 h 484"/>
                  <a:gd name="T30" fmla="*/ 158 w 496"/>
                  <a:gd name="T31" fmla="*/ 66 h 484"/>
                  <a:gd name="T32" fmla="*/ 132 w 496"/>
                  <a:gd name="T33" fmla="*/ 40 h 484"/>
                  <a:gd name="T34" fmla="*/ 132 w 496"/>
                  <a:gd name="T35" fmla="*/ 0 h 484"/>
                  <a:gd name="T36" fmla="*/ 69 w 496"/>
                  <a:gd name="T37" fmla="*/ 0 h 484"/>
                  <a:gd name="T38" fmla="*/ 0 w 496"/>
                  <a:gd name="T39" fmla="*/ 69 h 484"/>
                  <a:gd name="T40" fmla="*/ 0 w 496"/>
                  <a:gd name="T41" fmla="*/ 73 h 484"/>
                  <a:gd name="T42" fmla="*/ 0 w 496"/>
                  <a:gd name="T43" fmla="*/ 100 h 484"/>
                  <a:gd name="T44" fmla="*/ 0 w 496"/>
                  <a:gd name="T45" fmla="*/ 414 h 484"/>
                  <a:gd name="T46" fmla="*/ 69 w 496"/>
                  <a:gd name="T47" fmla="*/ 484 h 484"/>
                  <a:gd name="T48" fmla="*/ 427 w 496"/>
                  <a:gd name="T49" fmla="*/ 484 h 484"/>
                  <a:gd name="T50" fmla="*/ 496 w 496"/>
                  <a:gd name="T51" fmla="*/ 414 h 484"/>
                  <a:gd name="T52" fmla="*/ 496 w 496"/>
                  <a:gd name="T53" fmla="*/ 100 h 484"/>
                  <a:gd name="T54" fmla="*/ 496 w 496"/>
                  <a:gd name="T55" fmla="*/ 73 h 484"/>
                  <a:gd name="T56" fmla="*/ 496 w 496"/>
                  <a:gd name="T57" fmla="*/ 69 h 484"/>
                  <a:gd name="T58" fmla="*/ 427 w 496"/>
                  <a:gd name="T59" fmla="*/ 0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96" h="484">
                    <a:moveTo>
                      <a:pt x="69" y="444"/>
                    </a:moveTo>
                    <a:cubicBezTo>
                      <a:pt x="53" y="444"/>
                      <a:pt x="40" y="431"/>
                      <a:pt x="40" y="414"/>
                    </a:cubicBezTo>
                    <a:cubicBezTo>
                      <a:pt x="40" y="100"/>
                      <a:pt x="40" y="100"/>
                      <a:pt x="40" y="100"/>
                    </a:cubicBezTo>
                    <a:cubicBezTo>
                      <a:pt x="456" y="100"/>
                      <a:pt x="456" y="100"/>
                      <a:pt x="456" y="100"/>
                    </a:cubicBezTo>
                    <a:cubicBezTo>
                      <a:pt x="456" y="414"/>
                      <a:pt x="456" y="414"/>
                      <a:pt x="456" y="414"/>
                    </a:cubicBezTo>
                    <a:cubicBezTo>
                      <a:pt x="456" y="431"/>
                      <a:pt x="443" y="444"/>
                      <a:pt x="427" y="444"/>
                    </a:cubicBezTo>
                    <a:cubicBezTo>
                      <a:pt x="69" y="444"/>
                      <a:pt x="69" y="444"/>
                      <a:pt x="69" y="444"/>
                    </a:cubicBezTo>
                    <a:moveTo>
                      <a:pt x="427" y="0"/>
                    </a:moveTo>
                    <a:cubicBezTo>
                      <a:pt x="364" y="0"/>
                      <a:pt x="364" y="0"/>
                      <a:pt x="364" y="0"/>
                    </a:cubicBezTo>
                    <a:cubicBezTo>
                      <a:pt x="364" y="40"/>
                      <a:pt x="364" y="40"/>
                      <a:pt x="364" y="40"/>
                    </a:cubicBezTo>
                    <a:cubicBezTo>
                      <a:pt x="364" y="54"/>
                      <a:pt x="352" y="66"/>
                      <a:pt x="338" y="66"/>
                    </a:cubicBezTo>
                    <a:cubicBezTo>
                      <a:pt x="324" y="66"/>
                      <a:pt x="312" y="54"/>
                      <a:pt x="312" y="40"/>
                    </a:cubicBezTo>
                    <a:cubicBezTo>
                      <a:pt x="312" y="0"/>
                      <a:pt x="312" y="0"/>
                      <a:pt x="312" y="0"/>
                    </a:cubicBezTo>
                    <a:cubicBezTo>
                      <a:pt x="184" y="0"/>
                      <a:pt x="184" y="0"/>
                      <a:pt x="184" y="0"/>
                    </a:cubicBezTo>
                    <a:cubicBezTo>
                      <a:pt x="184" y="40"/>
                      <a:pt x="184" y="40"/>
                      <a:pt x="184" y="40"/>
                    </a:cubicBezTo>
                    <a:cubicBezTo>
                      <a:pt x="184" y="54"/>
                      <a:pt x="172" y="66"/>
                      <a:pt x="158" y="66"/>
                    </a:cubicBezTo>
                    <a:cubicBezTo>
                      <a:pt x="144" y="66"/>
                      <a:pt x="132" y="54"/>
                      <a:pt x="132" y="40"/>
                    </a:cubicBezTo>
                    <a:cubicBezTo>
                      <a:pt x="132" y="0"/>
                      <a:pt x="132" y="0"/>
                      <a:pt x="132" y="0"/>
                    </a:cubicBezTo>
                    <a:cubicBezTo>
                      <a:pt x="69" y="0"/>
                      <a:pt x="69" y="0"/>
                      <a:pt x="69" y="0"/>
                    </a:cubicBezTo>
                    <a:cubicBezTo>
                      <a:pt x="31" y="0"/>
                      <a:pt x="0" y="31"/>
                      <a:pt x="0" y="69"/>
                    </a:cubicBezTo>
                    <a:cubicBezTo>
                      <a:pt x="0" y="73"/>
                      <a:pt x="0" y="73"/>
                      <a:pt x="0" y="73"/>
                    </a:cubicBezTo>
                    <a:cubicBezTo>
                      <a:pt x="0" y="100"/>
                      <a:pt x="0" y="100"/>
                      <a:pt x="0" y="100"/>
                    </a:cubicBezTo>
                    <a:cubicBezTo>
                      <a:pt x="0" y="414"/>
                      <a:pt x="0" y="414"/>
                      <a:pt x="0" y="414"/>
                    </a:cubicBezTo>
                    <a:cubicBezTo>
                      <a:pt x="0" y="453"/>
                      <a:pt x="31" y="484"/>
                      <a:pt x="69" y="484"/>
                    </a:cubicBezTo>
                    <a:cubicBezTo>
                      <a:pt x="427" y="484"/>
                      <a:pt x="427" y="484"/>
                      <a:pt x="427" y="484"/>
                    </a:cubicBezTo>
                    <a:cubicBezTo>
                      <a:pt x="465" y="484"/>
                      <a:pt x="496" y="453"/>
                      <a:pt x="496" y="414"/>
                    </a:cubicBezTo>
                    <a:cubicBezTo>
                      <a:pt x="496" y="100"/>
                      <a:pt x="496" y="100"/>
                      <a:pt x="496" y="100"/>
                    </a:cubicBezTo>
                    <a:cubicBezTo>
                      <a:pt x="496" y="73"/>
                      <a:pt x="496" y="73"/>
                      <a:pt x="496" y="73"/>
                    </a:cubicBezTo>
                    <a:cubicBezTo>
                      <a:pt x="496" y="69"/>
                      <a:pt x="496" y="69"/>
                      <a:pt x="496" y="69"/>
                    </a:cubicBezTo>
                    <a:cubicBezTo>
                      <a:pt x="496" y="31"/>
                      <a:pt x="465" y="0"/>
                      <a:pt x="427" y="0"/>
                    </a:cubicBezTo>
                  </a:path>
                </a:pathLst>
              </a:custGeom>
              <a:solidFill>
                <a:schemeClr val="accent1"/>
              </a:solidFill>
              <a:ln w="317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6" name="Freeform 22">
                <a:extLst>
                  <a:ext uri="{FF2B5EF4-FFF2-40B4-BE49-F238E27FC236}">
                    <a16:creationId xmlns:a16="http://schemas.microsoft.com/office/drawing/2014/main" id="{3AB5FE3D-8EF7-A242-4649-CFDD8024977A}"/>
                  </a:ext>
                </a:extLst>
              </p:cNvPr>
              <p:cNvSpPr>
                <a:spLocks/>
              </p:cNvSpPr>
              <p:nvPr/>
            </p:nvSpPr>
            <p:spPr bwMode="auto">
              <a:xfrm>
                <a:off x="2603" y="966"/>
                <a:ext cx="124" cy="156"/>
              </a:xfrm>
              <a:custGeom>
                <a:avLst/>
                <a:gdLst>
                  <a:gd name="T0" fmla="*/ 26 w 52"/>
                  <a:gd name="T1" fmla="*/ 0 h 66"/>
                  <a:gd name="T2" fmla="*/ 0 w 52"/>
                  <a:gd name="T3" fmla="*/ 26 h 66"/>
                  <a:gd name="T4" fmla="*/ 0 w 52"/>
                  <a:gd name="T5" fmla="*/ 66 h 66"/>
                  <a:gd name="T6" fmla="*/ 52 w 52"/>
                  <a:gd name="T7" fmla="*/ 66 h 66"/>
                  <a:gd name="T8" fmla="*/ 52 w 52"/>
                  <a:gd name="T9" fmla="*/ 26 h 66"/>
                  <a:gd name="T10" fmla="*/ 26 w 52"/>
                  <a:gd name="T11" fmla="*/ 0 h 66"/>
                </a:gdLst>
                <a:ahLst/>
                <a:cxnLst>
                  <a:cxn ang="0">
                    <a:pos x="T0" y="T1"/>
                  </a:cxn>
                  <a:cxn ang="0">
                    <a:pos x="T2" y="T3"/>
                  </a:cxn>
                  <a:cxn ang="0">
                    <a:pos x="T4" y="T5"/>
                  </a:cxn>
                  <a:cxn ang="0">
                    <a:pos x="T6" y="T7"/>
                  </a:cxn>
                  <a:cxn ang="0">
                    <a:pos x="T8" y="T9"/>
                  </a:cxn>
                  <a:cxn ang="0">
                    <a:pos x="T10" y="T11"/>
                  </a:cxn>
                </a:cxnLst>
                <a:rect l="0" t="0" r="r" b="b"/>
                <a:pathLst>
                  <a:path w="52" h="66">
                    <a:moveTo>
                      <a:pt x="26" y="0"/>
                    </a:moveTo>
                    <a:cubicBezTo>
                      <a:pt x="12" y="0"/>
                      <a:pt x="0" y="11"/>
                      <a:pt x="0" y="26"/>
                    </a:cubicBezTo>
                    <a:cubicBezTo>
                      <a:pt x="0" y="66"/>
                      <a:pt x="0" y="66"/>
                      <a:pt x="0" y="66"/>
                    </a:cubicBezTo>
                    <a:cubicBezTo>
                      <a:pt x="52" y="66"/>
                      <a:pt x="52" y="66"/>
                      <a:pt x="52" y="66"/>
                    </a:cubicBezTo>
                    <a:cubicBezTo>
                      <a:pt x="52" y="26"/>
                      <a:pt x="52" y="26"/>
                      <a:pt x="52" y="26"/>
                    </a:cubicBezTo>
                    <a:cubicBezTo>
                      <a:pt x="52" y="11"/>
                      <a:pt x="40" y="0"/>
                      <a:pt x="26" y="0"/>
                    </a:cubicBezTo>
                  </a:path>
                </a:pathLst>
              </a:custGeom>
              <a:solidFill>
                <a:srgbClr val="00BBEA"/>
              </a:solidFill>
              <a:ln w="317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7" name="Freeform 23">
                <a:extLst>
                  <a:ext uri="{FF2B5EF4-FFF2-40B4-BE49-F238E27FC236}">
                    <a16:creationId xmlns:a16="http://schemas.microsoft.com/office/drawing/2014/main" id="{F3D5FD8E-E910-87FA-F05A-9A33C40F012D}"/>
                  </a:ext>
                </a:extLst>
              </p:cNvPr>
              <p:cNvSpPr>
                <a:spLocks/>
              </p:cNvSpPr>
              <p:nvPr/>
            </p:nvSpPr>
            <p:spPr bwMode="auto">
              <a:xfrm>
                <a:off x="2603" y="1122"/>
                <a:ext cx="124" cy="157"/>
              </a:xfrm>
              <a:custGeom>
                <a:avLst/>
                <a:gdLst>
                  <a:gd name="T0" fmla="*/ 52 w 52"/>
                  <a:gd name="T1" fmla="*/ 0 h 66"/>
                  <a:gd name="T2" fmla="*/ 0 w 52"/>
                  <a:gd name="T3" fmla="*/ 0 h 66"/>
                  <a:gd name="T4" fmla="*/ 0 w 52"/>
                  <a:gd name="T5" fmla="*/ 40 h 66"/>
                  <a:gd name="T6" fmla="*/ 26 w 52"/>
                  <a:gd name="T7" fmla="*/ 66 h 66"/>
                  <a:gd name="T8" fmla="*/ 52 w 52"/>
                  <a:gd name="T9" fmla="*/ 40 h 66"/>
                  <a:gd name="T10" fmla="*/ 52 w 52"/>
                  <a:gd name="T11" fmla="*/ 0 h 66"/>
                </a:gdLst>
                <a:ahLst/>
                <a:cxnLst>
                  <a:cxn ang="0">
                    <a:pos x="T0" y="T1"/>
                  </a:cxn>
                  <a:cxn ang="0">
                    <a:pos x="T2" y="T3"/>
                  </a:cxn>
                  <a:cxn ang="0">
                    <a:pos x="T4" y="T5"/>
                  </a:cxn>
                  <a:cxn ang="0">
                    <a:pos x="T6" y="T7"/>
                  </a:cxn>
                  <a:cxn ang="0">
                    <a:pos x="T8" y="T9"/>
                  </a:cxn>
                  <a:cxn ang="0">
                    <a:pos x="T10" y="T11"/>
                  </a:cxn>
                </a:cxnLst>
                <a:rect l="0" t="0" r="r" b="b"/>
                <a:pathLst>
                  <a:path w="52" h="66">
                    <a:moveTo>
                      <a:pt x="52" y="0"/>
                    </a:moveTo>
                    <a:cubicBezTo>
                      <a:pt x="0" y="0"/>
                      <a:pt x="0" y="0"/>
                      <a:pt x="0" y="0"/>
                    </a:cubicBezTo>
                    <a:cubicBezTo>
                      <a:pt x="0" y="40"/>
                      <a:pt x="0" y="40"/>
                      <a:pt x="0" y="40"/>
                    </a:cubicBezTo>
                    <a:cubicBezTo>
                      <a:pt x="0" y="54"/>
                      <a:pt x="12" y="66"/>
                      <a:pt x="26" y="66"/>
                    </a:cubicBezTo>
                    <a:cubicBezTo>
                      <a:pt x="40" y="66"/>
                      <a:pt x="52" y="54"/>
                      <a:pt x="52" y="40"/>
                    </a:cubicBezTo>
                    <a:cubicBezTo>
                      <a:pt x="52" y="0"/>
                      <a:pt x="52" y="0"/>
                      <a:pt x="52" y="0"/>
                    </a:cubicBezTo>
                  </a:path>
                </a:pathLst>
              </a:custGeom>
              <a:solidFill>
                <a:srgbClr val="0089D7"/>
              </a:solidFill>
              <a:ln w="3175">
                <a:solidFill>
                  <a:srgbClr val="008BD9"/>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8" name="Freeform 24">
                <a:extLst>
                  <a:ext uri="{FF2B5EF4-FFF2-40B4-BE49-F238E27FC236}">
                    <a16:creationId xmlns:a16="http://schemas.microsoft.com/office/drawing/2014/main" id="{5CF1116C-1008-092C-F072-E8BD1D985AD4}"/>
                  </a:ext>
                </a:extLst>
              </p:cNvPr>
              <p:cNvSpPr>
                <a:spLocks/>
              </p:cNvSpPr>
              <p:nvPr/>
            </p:nvSpPr>
            <p:spPr bwMode="auto">
              <a:xfrm>
                <a:off x="3031" y="966"/>
                <a:ext cx="123" cy="156"/>
              </a:xfrm>
              <a:custGeom>
                <a:avLst/>
                <a:gdLst>
                  <a:gd name="T0" fmla="*/ 26 w 52"/>
                  <a:gd name="T1" fmla="*/ 0 h 66"/>
                  <a:gd name="T2" fmla="*/ 0 w 52"/>
                  <a:gd name="T3" fmla="*/ 26 h 66"/>
                  <a:gd name="T4" fmla="*/ 0 w 52"/>
                  <a:gd name="T5" fmla="*/ 66 h 66"/>
                  <a:gd name="T6" fmla="*/ 52 w 52"/>
                  <a:gd name="T7" fmla="*/ 66 h 66"/>
                  <a:gd name="T8" fmla="*/ 52 w 52"/>
                  <a:gd name="T9" fmla="*/ 26 h 66"/>
                  <a:gd name="T10" fmla="*/ 26 w 52"/>
                  <a:gd name="T11" fmla="*/ 0 h 66"/>
                </a:gdLst>
                <a:ahLst/>
                <a:cxnLst>
                  <a:cxn ang="0">
                    <a:pos x="T0" y="T1"/>
                  </a:cxn>
                  <a:cxn ang="0">
                    <a:pos x="T2" y="T3"/>
                  </a:cxn>
                  <a:cxn ang="0">
                    <a:pos x="T4" y="T5"/>
                  </a:cxn>
                  <a:cxn ang="0">
                    <a:pos x="T6" y="T7"/>
                  </a:cxn>
                  <a:cxn ang="0">
                    <a:pos x="T8" y="T9"/>
                  </a:cxn>
                  <a:cxn ang="0">
                    <a:pos x="T10" y="T11"/>
                  </a:cxn>
                </a:cxnLst>
                <a:rect l="0" t="0" r="r" b="b"/>
                <a:pathLst>
                  <a:path w="52" h="66">
                    <a:moveTo>
                      <a:pt x="26" y="0"/>
                    </a:moveTo>
                    <a:cubicBezTo>
                      <a:pt x="12" y="0"/>
                      <a:pt x="0" y="11"/>
                      <a:pt x="0" y="26"/>
                    </a:cubicBezTo>
                    <a:cubicBezTo>
                      <a:pt x="0" y="66"/>
                      <a:pt x="0" y="66"/>
                      <a:pt x="0" y="66"/>
                    </a:cubicBezTo>
                    <a:cubicBezTo>
                      <a:pt x="52" y="66"/>
                      <a:pt x="52" y="66"/>
                      <a:pt x="52" y="66"/>
                    </a:cubicBezTo>
                    <a:cubicBezTo>
                      <a:pt x="52" y="26"/>
                      <a:pt x="52" y="26"/>
                      <a:pt x="52" y="26"/>
                    </a:cubicBezTo>
                    <a:cubicBezTo>
                      <a:pt x="52" y="11"/>
                      <a:pt x="40" y="0"/>
                      <a:pt x="26" y="0"/>
                    </a:cubicBezTo>
                  </a:path>
                </a:pathLst>
              </a:custGeom>
              <a:solidFill>
                <a:srgbClr val="00BBEA"/>
              </a:solidFill>
              <a:ln w="317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9" name="Freeform 25">
                <a:extLst>
                  <a:ext uri="{FF2B5EF4-FFF2-40B4-BE49-F238E27FC236}">
                    <a16:creationId xmlns:a16="http://schemas.microsoft.com/office/drawing/2014/main" id="{030357A0-4DC5-6615-EC63-01335E1ACE51}"/>
                  </a:ext>
                </a:extLst>
              </p:cNvPr>
              <p:cNvSpPr>
                <a:spLocks/>
              </p:cNvSpPr>
              <p:nvPr/>
            </p:nvSpPr>
            <p:spPr bwMode="auto">
              <a:xfrm>
                <a:off x="3031" y="1122"/>
                <a:ext cx="123" cy="157"/>
              </a:xfrm>
              <a:custGeom>
                <a:avLst/>
                <a:gdLst>
                  <a:gd name="T0" fmla="*/ 52 w 52"/>
                  <a:gd name="T1" fmla="*/ 0 h 66"/>
                  <a:gd name="T2" fmla="*/ 0 w 52"/>
                  <a:gd name="T3" fmla="*/ 0 h 66"/>
                  <a:gd name="T4" fmla="*/ 0 w 52"/>
                  <a:gd name="T5" fmla="*/ 40 h 66"/>
                  <a:gd name="T6" fmla="*/ 26 w 52"/>
                  <a:gd name="T7" fmla="*/ 66 h 66"/>
                  <a:gd name="T8" fmla="*/ 52 w 52"/>
                  <a:gd name="T9" fmla="*/ 40 h 66"/>
                  <a:gd name="T10" fmla="*/ 52 w 52"/>
                  <a:gd name="T11" fmla="*/ 0 h 66"/>
                </a:gdLst>
                <a:ahLst/>
                <a:cxnLst>
                  <a:cxn ang="0">
                    <a:pos x="T0" y="T1"/>
                  </a:cxn>
                  <a:cxn ang="0">
                    <a:pos x="T2" y="T3"/>
                  </a:cxn>
                  <a:cxn ang="0">
                    <a:pos x="T4" y="T5"/>
                  </a:cxn>
                  <a:cxn ang="0">
                    <a:pos x="T6" y="T7"/>
                  </a:cxn>
                  <a:cxn ang="0">
                    <a:pos x="T8" y="T9"/>
                  </a:cxn>
                  <a:cxn ang="0">
                    <a:pos x="T10" y="T11"/>
                  </a:cxn>
                </a:cxnLst>
                <a:rect l="0" t="0" r="r" b="b"/>
                <a:pathLst>
                  <a:path w="52" h="66">
                    <a:moveTo>
                      <a:pt x="52" y="0"/>
                    </a:moveTo>
                    <a:cubicBezTo>
                      <a:pt x="0" y="0"/>
                      <a:pt x="0" y="0"/>
                      <a:pt x="0" y="0"/>
                    </a:cubicBezTo>
                    <a:cubicBezTo>
                      <a:pt x="0" y="40"/>
                      <a:pt x="0" y="40"/>
                      <a:pt x="0" y="40"/>
                    </a:cubicBezTo>
                    <a:cubicBezTo>
                      <a:pt x="0" y="54"/>
                      <a:pt x="12" y="66"/>
                      <a:pt x="26" y="66"/>
                    </a:cubicBezTo>
                    <a:cubicBezTo>
                      <a:pt x="40" y="66"/>
                      <a:pt x="52" y="54"/>
                      <a:pt x="52" y="40"/>
                    </a:cubicBezTo>
                    <a:cubicBezTo>
                      <a:pt x="52" y="0"/>
                      <a:pt x="52" y="0"/>
                      <a:pt x="52" y="0"/>
                    </a:cubicBezTo>
                  </a:path>
                </a:pathLst>
              </a:custGeom>
              <a:solidFill>
                <a:srgbClr val="0089D7"/>
              </a:solidFill>
              <a:ln w="3175">
                <a:solidFill>
                  <a:srgbClr val="008BD9"/>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28" name="Group 127">
              <a:extLst>
                <a:ext uri="{FF2B5EF4-FFF2-40B4-BE49-F238E27FC236}">
                  <a16:creationId xmlns:a16="http://schemas.microsoft.com/office/drawing/2014/main" id="{EC4A1470-9937-916D-DA65-8CAB88F5173E}"/>
                </a:ext>
              </a:extLst>
            </p:cNvPr>
            <p:cNvGrpSpPr>
              <a:grpSpLocks noChangeAspect="1"/>
            </p:cNvGrpSpPr>
            <p:nvPr/>
          </p:nvGrpSpPr>
          <p:grpSpPr>
            <a:xfrm>
              <a:off x="1976627" y="4395505"/>
              <a:ext cx="639867" cy="289800"/>
              <a:chOff x="4150889" y="3374229"/>
              <a:chExt cx="639867" cy="289800"/>
            </a:xfrm>
          </p:grpSpPr>
          <p:pic>
            <p:nvPicPr>
              <p:cNvPr id="132" name="Picture 131">
                <a:extLst>
                  <a:ext uri="{FF2B5EF4-FFF2-40B4-BE49-F238E27FC236}">
                    <a16:creationId xmlns:a16="http://schemas.microsoft.com/office/drawing/2014/main" id="{DDA3A0FD-C302-B884-DAE7-2D63CEAA63E2}"/>
                  </a:ext>
                </a:extLst>
              </p:cNvPr>
              <p:cNvPicPr>
                <a:picLocks noChangeAspect="1"/>
              </p:cNvPicPr>
              <p:nvPr/>
            </p:nvPicPr>
            <p:blipFill>
              <a:blip r:embed="rId8">
                <a:extLst>
                  <a:ext uri="{28A0092B-C50C-407E-A947-70E740481C1C}">
                    <a14:useLocalDpi xmlns:a14="http://schemas.microsoft.com/office/drawing/2010/main"/>
                  </a:ext>
                </a:extLst>
              </a:blip>
              <a:stretch>
                <a:fillRect/>
              </a:stretch>
            </p:blipFill>
            <p:spPr>
              <a:xfrm>
                <a:off x="4383450" y="3374229"/>
                <a:ext cx="173880" cy="289800"/>
              </a:xfrm>
              <a:prstGeom prst="rect">
                <a:avLst/>
              </a:prstGeom>
            </p:spPr>
          </p:pic>
          <p:pic>
            <p:nvPicPr>
              <p:cNvPr id="133" name="Picture 132">
                <a:extLst>
                  <a:ext uri="{FF2B5EF4-FFF2-40B4-BE49-F238E27FC236}">
                    <a16:creationId xmlns:a16="http://schemas.microsoft.com/office/drawing/2014/main" id="{E7AB7926-CEBC-C097-58F7-F2E2826FFC5D}"/>
                  </a:ext>
                </a:extLst>
              </p:cNvPr>
              <p:cNvPicPr>
                <a:picLocks noChangeAspect="1"/>
              </p:cNvPicPr>
              <p:nvPr/>
            </p:nvPicPr>
            <p:blipFill>
              <a:blip r:embed="rId9">
                <a:extLst>
                  <a:ext uri="{28A0092B-C50C-407E-A947-70E740481C1C}">
                    <a14:useLocalDpi xmlns:a14="http://schemas.microsoft.com/office/drawing/2010/main"/>
                  </a:ext>
                </a:extLst>
              </a:blip>
              <a:stretch>
                <a:fillRect/>
              </a:stretch>
            </p:blipFill>
            <p:spPr>
              <a:xfrm>
                <a:off x="4610718" y="3374229"/>
                <a:ext cx="180038" cy="289800"/>
              </a:xfrm>
              <a:prstGeom prst="rect">
                <a:avLst/>
              </a:prstGeom>
            </p:spPr>
          </p:pic>
          <p:pic>
            <p:nvPicPr>
              <p:cNvPr id="134" name="Picture 133">
                <a:extLst>
                  <a:ext uri="{FF2B5EF4-FFF2-40B4-BE49-F238E27FC236}">
                    <a16:creationId xmlns:a16="http://schemas.microsoft.com/office/drawing/2014/main" id="{1CF03BE4-C616-6F7D-BE08-9EC6DCAEA49E}"/>
                  </a:ext>
                </a:extLst>
              </p:cNvPr>
              <p:cNvPicPr>
                <a:picLocks noChangeAspect="1"/>
              </p:cNvPicPr>
              <p:nvPr/>
            </p:nvPicPr>
            <p:blipFill>
              <a:blip r:embed="rId10">
                <a:extLst>
                  <a:ext uri="{28A0092B-C50C-407E-A947-70E740481C1C}">
                    <a14:useLocalDpi xmlns:a14="http://schemas.microsoft.com/office/drawing/2010/main"/>
                  </a:ext>
                </a:extLst>
              </a:blip>
              <a:stretch>
                <a:fillRect/>
              </a:stretch>
            </p:blipFill>
            <p:spPr>
              <a:xfrm>
                <a:off x="4150889" y="3374229"/>
                <a:ext cx="181849" cy="289800"/>
              </a:xfrm>
              <a:prstGeom prst="rect">
                <a:avLst/>
              </a:prstGeom>
            </p:spPr>
          </p:pic>
        </p:grpSp>
        <p:grpSp>
          <p:nvGrpSpPr>
            <p:cNvPr id="129" name="Group 128">
              <a:extLst>
                <a:ext uri="{FF2B5EF4-FFF2-40B4-BE49-F238E27FC236}">
                  <a16:creationId xmlns:a16="http://schemas.microsoft.com/office/drawing/2014/main" id="{7D8F34B8-1C63-87DD-93F4-2DDF40FE1F4B}"/>
                </a:ext>
              </a:extLst>
            </p:cNvPr>
            <p:cNvGrpSpPr>
              <a:grpSpLocks noChangeAspect="1"/>
            </p:cNvGrpSpPr>
            <p:nvPr/>
          </p:nvGrpSpPr>
          <p:grpSpPr>
            <a:xfrm>
              <a:off x="2105523" y="4804847"/>
              <a:ext cx="382074" cy="289800"/>
              <a:chOff x="6076801" y="1700770"/>
              <a:chExt cx="382074" cy="289800"/>
            </a:xfrm>
          </p:grpSpPr>
          <p:pic>
            <p:nvPicPr>
              <p:cNvPr id="130" name="Picture 129">
                <a:extLst>
                  <a:ext uri="{FF2B5EF4-FFF2-40B4-BE49-F238E27FC236}">
                    <a16:creationId xmlns:a16="http://schemas.microsoft.com/office/drawing/2014/main" id="{168185DD-015D-9DE8-3CC6-3E501963D344}"/>
                  </a:ext>
                </a:extLst>
              </p:cNvPr>
              <p:cNvPicPr>
                <a:picLocks noChangeAspect="1"/>
              </p:cNvPicPr>
              <p:nvPr/>
            </p:nvPicPr>
            <p:blipFill>
              <a:blip r:embed="rId11">
                <a:extLst>
                  <a:ext uri="{28A0092B-C50C-407E-A947-70E740481C1C}">
                    <a14:useLocalDpi xmlns:a14="http://schemas.microsoft.com/office/drawing/2010/main"/>
                  </a:ext>
                </a:extLst>
              </a:blip>
              <a:stretch>
                <a:fillRect/>
              </a:stretch>
            </p:blipFill>
            <p:spPr>
              <a:xfrm>
                <a:off x="6076801" y="1700770"/>
                <a:ext cx="173880" cy="289800"/>
              </a:xfrm>
              <a:prstGeom prst="rect">
                <a:avLst/>
              </a:prstGeom>
            </p:spPr>
          </p:pic>
          <p:pic>
            <p:nvPicPr>
              <p:cNvPr id="131" name="Picture 130">
                <a:extLst>
                  <a:ext uri="{FF2B5EF4-FFF2-40B4-BE49-F238E27FC236}">
                    <a16:creationId xmlns:a16="http://schemas.microsoft.com/office/drawing/2014/main" id="{F0A81671-51AD-3D99-44A6-87298173A39A}"/>
                  </a:ext>
                </a:extLst>
              </p:cNvPr>
              <p:cNvPicPr>
                <a:picLocks noChangeAspect="1"/>
              </p:cNvPicPr>
              <p:nvPr/>
            </p:nvPicPr>
            <p:blipFill>
              <a:blip r:embed="rId12">
                <a:extLst>
                  <a:ext uri="{28A0092B-C50C-407E-A947-70E740481C1C}">
                    <a14:useLocalDpi xmlns:a14="http://schemas.microsoft.com/office/drawing/2010/main"/>
                  </a:ext>
                </a:extLst>
              </a:blip>
              <a:stretch>
                <a:fillRect/>
              </a:stretch>
            </p:blipFill>
            <p:spPr>
              <a:xfrm>
                <a:off x="6274490" y="1700770"/>
                <a:ext cx="184385" cy="289800"/>
              </a:xfrm>
              <a:prstGeom prst="rect">
                <a:avLst/>
              </a:prstGeom>
            </p:spPr>
          </p:pic>
        </p:grpSp>
      </p:grpSp>
      <p:grpSp>
        <p:nvGrpSpPr>
          <p:cNvPr id="140" name="Group 139">
            <a:extLst>
              <a:ext uri="{FF2B5EF4-FFF2-40B4-BE49-F238E27FC236}">
                <a16:creationId xmlns:a16="http://schemas.microsoft.com/office/drawing/2014/main" id="{10D54DD5-B623-9B9D-F3A4-7CD41E8EBFC8}"/>
              </a:ext>
            </a:extLst>
          </p:cNvPr>
          <p:cNvGrpSpPr>
            <a:grpSpLocks noChangeAspect="1"/>
          </p:cNvGrpSpPr>
          <p:nvPr/>
        </p:nvGrpSpPr>
        <p:grpSpPr>
          <a:xfrm>
            <a:off x="123529" y="2769040"/>
            <a:ext cx="542810" cy="601276"/>
            <a:chOff x="3463178" y="3999676"/>
            <a:chExt cx="1138795" cy="1261454"/>
          </a:xfrm>
        </p:grpSpPr>
        <p:grpSp>
          <p:nvGrpSpPr>
            <p:cNvPr id="141" name="Group 20">
              <a:extLst>
                <a:ext uri="{FF2B5EF4-FFF2-40B4-BE49-F238E27FC236}">
                  <a16:creationId xmlns:a16="http://schemas.microsoft.com/office/drawing/2014/main" id="{7871B73F-9D9D-53C4-CE0F-D20AC9A9A97C}"/>
                </a:ext>
              </a:extLst>
            </p:cNvPr>
            <p:cNvGrpSpPr>
              <a:grpSpLocks noChangeAspect="1"/>
            </p:cNvGrpSpPr>
            <p:nvPr/>
          </p:nvGrpSpPr>
          <p:grpSpPr bwMode="auto">
            <a:xfrm>
              <a:off x="3463178" y="3999676"/>
              <a:ext cx="1138795" cy="1261454"/>
              <a:chOff x="2289" y="966"/>
              <a:chExt cx="1179" cy="1306"/>
            </a:xfrm>
          </p:grpSpPr>
          <p:sp>
            <p:nvSpPr>
              <p:cNvPr id="149" name="Freeform 21">
                <a:extLst>
                  <a:ext uri="{FF2B5EF4-FFF2-40B4-BE49-F238E27FC236}">
                    <a16:creationId xmlns:a16="http://schemas.microsoft.com/office/drawing/2014/main" id="{5646C8C9-5384-C047-3EFD-7A491F44E011}"/>
                  </a:ext>
                </a:extLst>
              </p:cNvPr>
              <p:cNvSpPr>
                <a:spLocks noEditPoints="1"/>
              </p:cNvSpPr>
              <p:nvPr/>
            </p:nvSpPr>
            <p:spPr bwMode="auto">
              <a:xfrm>
                <a:off x="2289" y="1122"/>
                <a:ext cx="1179" cy="1150"/>
              </a:xfrm>
              <a:custGeom>
                <a:avLst/>
                <a:gdLst>
                  <a:gd name="T0" fmla="*/ 69 w 496"/>
                  <a:gd name="T1" fmla="*/ 444 h 484"/>
                  <a:gd name="T2" fmla="*/ 40 w 496"/>
                  <a:gd name="T3" fmla="*/ 414 h 484"/>
                  <a:gd name="T4" fmla="*/ 40 w 496"/>
                  <a:gd name="T5" fmla="*/ 100 h 484"/>
                  <a:gd name="T6" fmla="*/ 456 w 496"/>
                  <a:gd name="T7" fmla="*/ 100 h 484"/>
                  <a:gd name="T8" fmla="*/ 456 w 496"/>
                  <a:gd name="T9" fmla="*/ 414 h 484"/>
                  <a:gd name="T10" fmla="*/ 427 w 496"/>
                  <a:gd name="T11" fmla="*/ 444 h 484"/>
                  <a:gd name="T12" fmla="*/ 69 w 496"/>
                  <a:gd name="T13" fmla="*/ 444 h 484"/>
                  <a:gd name="T14" fmla="*/ 427 w 496"/>
                  <a:gd name="T15" fmla="*/ 0 h 484"/>
                  <a:gd name="T16" fmla="*/ 364 w 496"/>
                  <a:gd name="T17" fmla="*/ 0 h 484"/>
                  <a:gd name="T18" fmla="*/ 364 w 496"/>
                  <a:gd name="T19" fmla="*/ 40 h 484"/>
                  <a:gd name="T20" fmla="*/ 338 w 496"/>
                  <a:gd name="T21" fmla="*/ 66 h 484"/>
                  <a:gd name="T22" fmla="*/ 312 w 496"/>
                  <a:gd name="T23" fmla="*/ 40 h 484"/>
                  <a:gd name="T24" fmla="*/ 312 w 496"/>
                  <a:gd name="T25" fmla="*/ 0 h 484"/>
                  <a:gd name="T26" fmla="*/ 184 w 496"/>
                  <a:gd name="T27" fmla="*/ 0 h 484"/>
                  <a:gd name="T28" fmla="*/ 184 w 496"/>
                  <a:gd name="T29" fmla="*/ 40 h 484"/>
                  <a:gd name="T30" fmla="*/ 158 w 496"/>
                  <a:gd name="T31" fmla="*/ 66 h 484"/>
                  <a:gd name="T32" fmla="*/ 132 w 496"/>
                  <a:gd name="T33" fmla="*/ 40 h 484"/>
                  <a:gd name="T34" fmla="*/ 132 w 496"/>
                  <a:gd name="T35" fmla="*/ 0 h 484"/>
                  <a:gd name="T36" fmla="*/ 69 w 496"/>
                  <a:gd name="T37" fmla="*/ 0 h 484"/>
                  <a:gd name="T38" fmla="*/ 0 w 496"/>
                  <a:gd name="T39" fmla="*/ 69 h 484"/>
                  <a:gd name="T40" fmla="*/ 0 w 496"/>
                  <a:gd name="T41" fmla="*/ 73 h 484"/>
                  <a:gd name="T42" fmla="*/ 0 w 496"/>
                  <a:gd name="T43" fmla="*/ 100 h 484"/>
                  <a:gd name="T44" fmla="*/ 0 w 496"/>
                  <a:gd name="T45" fmla="*/ 414 h 484"/>
                  <a:gd name="T46" fmla="*/ 69 w 496"/>
                  <a:gd name="T47" fmla="*/ 484 h 484"/>
                  <a:gd name="T48" fmla="*/ 427 w 496"/>
                  <a:gd name="T49" fmla="*/ 484 h 484"/>
                  <a:gd name="T50" fmla="*/ 496 w 496"/>
                  <a:gd name="T51" fmla="*/ 414 h 484"/>
                  <a:gd name="T52" fmla="*/ 496 w 496"/>
                  <a:gd name="T53" fmla="*/ 100 h 484"/>
                  <a:gd name="T54" fmla="*/ 496 w 496"/>
                  <a:gd name="T55" fmla="*/ 73 h 484"/>
                  <a:gd name="T56" fmla="*/ 496 w 496"/>
                  <a:gd name="T57" fmla="*/ 69 h 484"/>
                  <a:gd name="T58" fmla="*/ 427 w 496"/>
                  <a:gd name="T59" fmla="*/ 0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96" h="484">
                    <a:moveTo>
                      <a:pt x="69" y="444"/>
                    </a:moveTo>
                    <a:cubicBezTo>
                      <a:pt x="53" y="444"/>
                      <a:pt x="40" y="431"/>
                      <a:pt x="40" y="414"/>
                    </a:cubicBezTo>
                    <a:cubicBezTo>
                      <a:pt x="40" y="100"/>
                      <a:pt x="40" y="100"/>
                      <a:pt x="40" y="100"/>
                    </a:cubicBezTo>
                    <a:cubicBezTo>
                      <a:pt x="456" y="100"/>
                      <a:pt x="456" y="100"/>
                      <a:pt x="456" y="100"/>
                    </a:cubicBezTo>
                    <a:cubicBezTo>
                      <a:pt x="456" y="414"/>
                      <a:pt x="456" y="414"/>
                      <a:pt x="456" y="414"/>
                    </a:cubicBezTo>
                    <a:cubicBezTo>
                      <a:pt x="456" y="431"/>
                      <a:pt x="443" y="444"/>
                      <a:pt x="427" y="444"/>
                    </a:cubicBezTo>
                    <a:cubicBezTo>
                      <a:pt x="69" y="444"/>
                      <a:pt x="69" y="444"/>
                      <a:pt x="69" y="444"/>
                    </a:cubicBezTo>
                    <a:moveTo>
                      <a:pt x="427" y="0"/>
                    </a:moveTo>
                    <a:cubicBezTo>
                      <a:pt x="364" y="0"/>
                      <a:pt x="364" y="0"/>
                      <a:pt x="364" y="0"/>
                    </a:cubicBezTo>
                    <a:cubicBezTo>
                      <a:pt x="364" y="40"/>
                      <a:pt x="364" y="40"/>
                      <a:pt x="364" y="40"/>
                    </a:cubicBezTo>
                    <a:cubicBezTo>
                      <a:pt x="364" y="54"/>
                      <a:pt x="352" y="66"/>
                      <a:pt x="338" y="66"/>
                    </a:cubicBezTo>
                    <a:cubicBezTo>
                      <a:pt x="324" y="66"/>
                      <a:pt x="312" y="54"/>
                      <a:pt x="312" y="40"/>
                    </a:cubicBezTo>
                    <a:cubicBezTo>
                      <a:pt x="312" y="0"/>
                      <a:pt x="312" y="0"/>
                      <a:pt x="312" y="0"/>
                    </a:cubicBezTo>
                    <a:cubicBezTo>
                      <a:pt x="184" y="0"/>
                      <a:pt x="184" y="0"/>
                      <a:pt x="184" y="0"/>
                    </a:cubicBezTo>
                    <a:cubicBezTo>
                      <a:pt x="184" y="40"/>
                      <a:pt x="184" y="40"/>
                      <a:pt x="184" y="40"/>
                    </a:cubicBezTo>
                    <a:cubicBezTo>
                      <a:pt x="184" y="54"/>
                      <a:pt x="172" y="66"/>
                      <a:pt x="158" y="66"/>
                    </a:cubicBezTo>
                    <a:cubicBezTo>
                      <a:pt x="144" y="66"/>
                      <a:pt x="132" y="54"/>
                      <a:pt x="132" y="40"/>
                    </a:cubicBezTo>
                    <a:cubicBezTo>
                      <a:pt x="132" y="0"/>
                      <a:pt x="132" y="0"/>
                      <a:pt x="132" y="0"/>
                    </a:cubicBezTo>
                    <a:cubicBezTo>
                      <a:pt x="69" y="0"/>
                      <a:pt x="69" y="0"/>
                      <a:pt x="69" y="0"/>
                    </a:cubicBezTo>
                    <a:cubicBezTo>
                      <a:pt x="31" y="0"/>
                      <a:pt x="0" y="31"/>
                      <a:pt x="0" y="69"/>
                    </a:cubicBezTo>
                    <a:cubicBezTo>
                      <a:pt x="0" y="73"/>
                      <a:pt x="0" y="73"/>
                      <a:pt x="0" y="73"/>
                    </a:cubicBezTo>
                    <a:cubicBezTo>
                      <a:pt x="0" y="100"/>
                      <a:pt x="0" y="100"/>
                      <a:pt x="0" y="100"/>
                    </a:cubicBezTo>
                    <a:cubicBezTo>
                      <a:pt x="0" y="414"/>
                      <a:pt x="0" y="414"/>
                      <a:pt x="0" y="414"/>
                    </a:cubicBezTo>
                    <a:cubicBezTo>
                      <a:pt x="0" y="453"/>
                      <a:pt x="31" y="484"/>
                      <a:pt x="69" y="484"/>
                    </a:cubicBezTo>
                    <a:cubicBezTo>
                      <a:pt x="427" y="484"/>
                      <a:pt x="427" y="484"/>
                      <a:pt x="427" y="484"/>
                    </a:cubicBezTo>
                    <a:cubicBezTo>
                      <a:pt x="465" y="484"/>
                      <a:pt x="496" y="453"/>
                      <a:pt x="496" y="414"/>
                    </a:cubicBezTo>
                    <a:cubicBezTo>
                      <a:pt x="496" y="100"/>
                      <a:pt x="496" y="100"/>
                      <a:pt x="496" y="100"/>
                    </a:cubicBezTo>
                    <a:cubicBezTo>
                      <a:pt x="496" y="73"/>
                      <a:pt x="496" y="73"/>
                      <a:pt x="496" y="73"/>
                    </a:cubicBezTo>
                    <a:cubicBezTo>
                      <a:pt x="496" y="69"/>
                      <a:pt x="496" y="69"/>
                      <a:pt x="496" y="69"/>
                    </a:cubicBezTo>
                    <a:cubicBezTo>
                      <a:pt x="496" y="31"/>
                      <a:pt x="465" y="0"/>
                      <a:pt x="427" y="0"/>
                    </a:cubicBezTo>
                  </a:path>
                </a:pathLst>
              </a:custGeom>
              <a:solidFill>
                <a:schemeClr val="accent1"/>
              </a:solidFill>
              <a:ln w="317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0" name="Freeform 22">
                <a:extLst>
                  <a:ext uri="{FF2B5EF4-FFF2-40B4-BE49-F238E27FC236}">
                    <a16:creationId xmlns:a16="http://schemas.microsoft.com/office/drawing/2014/main" id="{3C717FDE-F15E-E11D-24C7-386B358ACA12}"/>
                  </a:ext>
                </a:extLst>
              </p:cNvPr>
              <p:cNvSpPr>
                <a:spLocks/>
              </p:cNvSpPr>
              <p:nvPr/>
            </p:nvSpPr>
            <p:spPr bwMode="auto">
              <a:xfrm>
                <a:off x="2603" y="966"/>
                <a:ext cx="124" cy="156"/>
              </a:xfrm>
              <a:custGeom>
                <a:avLst/>
                <a:gdLst>
                  <a:gd name="T0" fmla="*/ 26 w 52"/>
                  <a:gd name="T1" fmla="*/ 0 h 66"/>
                  <a:gd name="T2" fmla="*/ 0 w 52"/>
                  <a:gd name="T3" fmla="*/ 26 h 66"/>
                  <a:gd name="T4" fmla="*/ 0 w 52"/>
                  <a:gd name="T5" fmla="*/ 66 h 66"/>
                  <a:gd name="T6" fmla="*/ 52 w 52"/>
                  <a:gd name="T7" fmla="*/ 66 h 66"/>
                  <a:gd name="T8" fmla="*/ 52 w 52"/>
                  <a:gd name="T9" fmla="*/ 26 h 66"/>
                  <a:gd name="T10" fmla="*/ 26 w 52"/>
                  <a:gd name="T11" fmla="*/ 0 h 66"/>
                </a:gdLst>
                <a:ahLst/>
                <a:cxnLst>
                  <a:cxn ang="0">
                    <a:pos x="T0" y="T1"/>
                  </a:cxn>
                  <a:cxn ang="0">
                    <a:pos x="T2" y="T3"/>
                  </a:cxn>
                  <a:cxn ang="0">
                    <a:pos x="T4" y="T5"/>
                  </a:cxn>
                  <a:cxn ang="0">
                    <a:pos x="T6" y="T7"/>
                  </a:cxn>
                  <a:cxn ang="0">
                    <a:pos x="T8" y="T9"/>
                  </a:cxn>
                  <a:cxn ang="0">
                    <a:pos x="T10" y="T11"/>
                  </a:cxn>
                </a:cxnLst>
                <a:rect l="0" t="0" r="r" b="b"/>
                <a:pathLst>
                  <a:path w="52" h="66">
                    <a:moveTo>
                      <a:pt x="26" y="0"/>
                    </a:moveTo>
                    <a:cubicBezTo>
                      <a:pt x="12" y="0"/>
                      <a:pt x="0" y="11"/>
                      <a:pt x="0" y="26"/>
                    </a:cubicBezTo>
                    <a:cubicBezTo>
                      <a:pt x="0" y="66"/>
                      <a:pt x="0" y="66"/>
                      <a:pt x="0" y="66"/>
                    </a:cubicBezTo>
                    <a:cubicBezTo>
                      <a:pt x="52" y="66"/>
                      <a:pt x="52" y="66"/>
                      <a:pt x="52" y="66"/>
                    </a:cubicBezTo>
                    <a:cubicBezTo>
                      <a:pt x="52" y="26"/>
                      <a:pt x="52" y="26"/>
                      <a:pt x="52" y="26"/>
                    </a:cubicBezTo>
                    <a:cubicBezTo>
                      <a:pt x="52" y="11"/>
                      <a:pt x="40" y="0"/>
                      <a:pt x="26" y="0"/>
                    </a:cubicBezTo>
                  </a:path>
                </a:pathLst>
              </a:custGeom>
              <a:solidFill>
                <a:srgbClr val="00BBEA"/>
              </a:solidFill>
              <a:ln w="317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1" name="Freeform 23">
                <a:extLst>
                  <a:ext uri="{FF2B5EF4-FFF2-40B4-BE49-F238E27FC236}">
                    <a16:creationId xmlns:a16="http://schemas.microsoft.com/office/drawing/2014/main" id="{D6C50015-9751-9CF2-F6B5-D5B0E648DD77}"/>
                  </a:ext>
                </a:extLst>
              </p:cNvPr>
              <p:cNvSpPr>
                <a:spLocks/>
              </p:cNvSpPr>
              <p:nvPr/>
            </p:nvSpPr>
            <p:spPr bwMode="auto">
              <a:xfrm>
                <a:off x="2603" y="1122"/>
                <a:ext cx="124" cy="157"/>
              </a:xfrm>
              <a:custGeom>
                <a:avLst/>
                <a:gdLst>
                  <a:gd name="T0" fmla="*/ 52 w 52"/>
                  <a:gd name="T1" fmla="*/ 0 h 66"/>
                  <a:gd name="T2" fmla="*/ 0 w 52"/>
                  <a:gd name="T3" fmla="*/ 0 h 66"/>
                  <a:gd name="T4" fmla="*/ 0 w 52"/>
                  <a:gd name="T5" fmla="*/ 40 h 66"/>
                  <a:gd name="T6" fmla="*/ 26 w 52"/>
                  <a:gd name="T7" fmla="*/ 66 h 66"/>
                  <a:gd name="T8" fmla="*/ 52 w 52"/>
                  <a:gd name="T9" fmla="*/ 40 h 66"/>
                  <a:gd name="T10" fmla="*/ 52 w 52"/>
                  <a:gd name="T11" fmla="*/ 0 h 66"/>
                </a:gdLst>
                <a:ahLst/>
                <a:cxnLst>
                  <a:cxn ang="0">
                    <a:pos x="T0" y="T1"/>
                  </a:cxn>
                  <a:cxn ang="0">
                    <a:pos x="T2" y="T3"/>
                  </a:cxn>
                  <a:cxn ang="0">
                    <a:pos x="T4" y="T5"/>
                  </a:cxn>
                  <a:cxn ang="0">
                    <a:pos x="T6" y="T7"/>
                  </a:cxn>
                  <a:cxn ang="0">
                    <a:pos x="T8" y="T9"/>
                  </a:cxn>
                  <a:cxn ang="0">
                    <a:pos x="T10" y="T11"/>
                  </a:cxn>
                </a:cxnLst>
                <a:rect l="0" t="0" r="r" b="b"/>
                <a:pathLst>
                  <a:path w="52" h="66">
                    <a:moveTo>
                      <a:pt x="52" y="0"/>
                    </a:moveTo>
                    <a:cubicBezTo>
                      <a:pt x="0" y="0"/>
                      <a:pt x="0" y="0"/>
                      <a:pt x="0" y="0"/>
                    </a:cubicBezTo>
                    <a:cubicBezTo>
                      <a:pt x="0" y="40"/>
                      <a:pt x="0" y="40"/>
                      <a:pt x="0" y="40"/>
                    </a:cubicBezTo>
                    <a:cubicBezTo>
                      <a:pt x="0" y="54"/>
                      <a:pt x="12" y="66"/>
                      <a:pt x="26" y="66"/>
                    </a:cubicBezTo>
                    <a:cubicBezTo>
                      <a:pt x="40" y="66"/>
                      <a:pt x="52" y="54"/>
                      <a:pt x="52" y="40"/>
                    </a:cubicBezTo>
                    <a:cubicBezTo>
                      <a:pt x="52" y="0"/>
                      <a:pt x="52" y="0"/>
                      <a:pt x="52" y="0"/>
                    </a:cubicBezTo>
                  </a:path>
                </a:pathLst>
              </a:custGeom>
              <a:solidFill>
                <a:srgbClr val="0089D7"/>
              </a:solidFill>
              <a:ln w="3175">
                <a:solidFill>
                  <a:srgbClr val="008BD9"/>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2" name="Freeform 24">
                <a:extLst>
                  <a:ext uri="{FF2B5EF4-FFF2-40B4-BE49-F238E27FC236}">
                    <a16:creationId xmlns:a16="http://schemas.microsoft.com/office/drawing/2014/main" id="{68DBF323-E80F-D801-3FEF-186F3228DB52}"/>
                  </a:ext>
                </a:extLst>
              </p:cNvPr>
              <p:cNvSpPr>
                <a:spLocks/>
              </p:cNvSpPr>
              <p:nvPr/>
            </p:nvSpPr>
            <p:spPr bwMode="auto">
              <a:xfrm>
                <a:off x="3031" y="966"/>
                <a:ext cx="123" cy="156"/>
              </a:xfrm>
              <a:custGeom>
                <a:avLst/>
                <a:gdLst>
                  <a:gd name="T0" fmla="*/ 26 w 52"/>
                  <a:gd name="T1" fmla="*/ 0 h 66"/>
                  <a:gd name="T2" fmla="*/ 0 w 52"/>
                  <a:gd name="T3" fmla="*/ 26 h 66"/>
                  <a:gd name="T4" fmla="*/ 0 w 52"/>
                  <a:gd name="T5" fmla="*/ 66 h 66"/>
                  <a:gd name="T6" fmla="*/ 52 w 52"/>
                  <a:gd name="T7" fmla="*/ 66 h 66"/>
                  <a:gd name="T8" fmla="*/ 52 w 52"/>
                  <a:gd name="T9" fmla="*/ 26 h 66"/>
                  <a:gd name="T10" fmla="*/ 26 w 52"/>
                  <a:gd name="T11" fmla="*/ 0 h 66"/>
                </a:gdLst>
                <a:ahLst/>
                <a:cxnLst>
                  <a:cxn ang="0">
                    <a:pos x="T0" y="T1"/>
                  </a:cxn>
                  <a:cxn ang="0">
                    <a:pos x="T2" y="T3"/>
                  </a:cxn>
                  <a:cxn ang="0">
                    <a:pos x="T4" y="T5"/>
                  </a:cxn>
                  <a:cxn ang="0">
                    <a:pos x="T6" y="T7"/>
                  </a:cxn>
                  <a:cxn ang="0">
                    <a:pos x="T8" y="T9"/>
                  </a:cxn>
                  <a:cxn ang="0">
                    <a:pos x="T10" y="T11"/>
                  </a:cxn>
                </a:cxnLst>
                <a:rect l="0" t="0" r="r" b="b"/>
                <a:pathLst>
                  <a:path w="52" h="66">
                    <a:moveTo>
                      <a:pt x="26" y="0"/>
                    </a:moveTo>
                    <a:cubicBezTo>
                      <a:pt x="12" y="0"/>
                      <a:pt x="0" y="11"/>
                      <a:pt x="0" y="26"/>
                    </a:cubicBezTo>
                    <a:cubicBezTo>
                      <a:pt x="0" y="66"/>
                      <a:pt x="0" y="66"/>
                      <a:pt x="0" y="66"/>
                    </a:cubicBezTo>
                    <a:cubicBezTo>
                      <a:pt x="52" y="66"/>
                      <a:pt x="52" y="66"/>
                      <a:pt x="52" y="66"/>
                    </a:cubicBezTo>
                    <a:cubicBezTo>
                      <a:pt x="52" y="26"/>
                      <a:pt x="52" y="26"/>
                      <a:pt x="52" y="26"/>
                    </a:cubicBezTo>
                    <a:cubicBezTo>
                      <a:pt x="52" y="11"/>
                      <a:pt x="40" y="0"/>
                      <a:pt x="26" y="0"/>
                    </a:cubicBezTo>
                  </a:path>
                </a:pathLst>
              </a:custGeom>
              <a:solidFill>
                <a:srgbClr val="00BBEA"/>
              </a:solidFill>
              <a:ln w="317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3" name="Freeform 25">
                <a:extLst>
                  <a:ext uri="{FF2B5EF4-FFF2-40B4-BE49-F238E27FC236}">
                    <a16:creationId xmlns:a16="http://schemas.microsoft.com/office/drawing/2014/main" id="{40B9F05F-637A-2EE9-0234-D7C9B8D5EB93}"/>
                  </a:ext>
                </a:extLst>
              </p:cNvPr>
              <p:cNvSpPr>
                <a:spLocks/>
              </p:cNvSpPr>
              <p:nvPr/>
            </p:nvSpPr>
            <p:spPr bwMode="auto">
              <a:xfrm>
                <a:off x="3031" y="1122"/>
                <a:ext cx="123" cy="157"/>
              </a:xfrm>
              <a:custGeom>
                <a:avLst/>
                <a:gdLst>
                  <a:gd name="T0" fmla="*/ 52 w 52"/>
                  <a:gd name="T1" fmla="*/ 0 h 66"/>
                  <a:gd name="T2" fmla="*/ 0 w 52"/>
                  <a:gd name="T3" fmla="*/ 0 h 66"/>
                  <a:gd name="T4" fmla="*/ 0 w 52"/>
                  <a:gd name="T5" fmla="*/ 40 h 66"/>
                  <a:gd name="T6" fmla="*/ 26 w 52"/>
                  <a:gd name="T7" fmla="*/ 66 h 66"/>
                  <a:gd name="T8" fmla="*/ 52 w 52"/>
                  <a:gd name="T9" fmla="*/ 40 h 66"/>
                  <a:gd name="T10" fmla="*/ 52 w 52"/>
                  <a:gd name="T11" fmla="*/ 0 h 66"/>
                </a:gdLst>
                <a:ahLst/>
                <a:cxnLst>
                  <a:cxn ang="0">
                    <a:pos x="T0" y="T1"/>
                  </a:cxn>
                  <a:cxn ang="0">
                    <a:pos x="T2" y="T3"/>
                  </a:cxn>
                  <a:cxn ang="0">
                    <a:pos x="T4" y="T5"/>
                  </a:cxn>
                  <a:cxn ang="0">
                    <a:pos x="T6" y="T7"/>
                  </a:cxn>
                  <a:cxn ang="0">
                    <a:pos x="T8" y="T9"/>
                  </a:cxn>
                  <a:cxn ang="0">
                    <a:pos x="T10" y="T11"/>
                  </a:cxn>
                </a:cxnLst>
                <a:rect l="0" t="0" r="r" b="b"/>
                <a:pathLst>
                  <a:path w="52" h="66">
                    <a:moveTo>
                      <a:pt x="52" y="0"/>
                    </a:moveTo>
                    <a:cubicBezTo>
                      <a:pt x="0" y="0"/>
                      <a:pt x="0" y="0"/>
                      <a:pt x="0" y="0"/>
                    </a:cubicBezTo>
                    <a:cubicBezTo>
                      <a:pt x="0" y="40"/>
                      <a:pt x="0" y="40"/>
                      <a:pt x="0" y="40"/>
                    </a:cubicBezTo>
                    <a:cubicBezTo>
                      <a:pt x="0" y="54"/>
                      <a:pt x="12" y="66"/>
                      <a:pt x="26" y="66"/>
                    </a:cubicBezTo>
                    <a:cubicBezTo>
                      <a:pt x="40" y="66"/>
                      <a:pt x="52" y="54"/>
                      <a:pt x="52" y="40"/>
                    </a:cubicBezTo>
                    <a:cubicBezTo>
                      <a:pt x="52" y="0"/>
                      <a:pt x="52" y="0"/>
                      <a:pt x="52" y="0"/>
                    </a:cubicBezTo>
                  </a:path>
                </a:pathLst>
              </a:custGeom>
              <a:solidFill>
                <a:srgbClr val="0089D7"/>
              </a:solidFill>
              <a:ln w="3175">
                <a:solidFill>
                  <a:srgbClr val="008BD9"/>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42" name="Group 141">
              <a:extLst>
                <a:ext uri="{FF2B5EF4-FFF2-40B4-BE49-F238E27FC236}">
                  <a16:creationId xmlns:a16="http://schemas.microsoft.com/office/drawing/2014/main" id="{2A085506-4340-E02F-1545-DE1E09FF13DF}"/>
                </a:ext>
              </a:extLst>
            </p:cNvPr>
            <p:cNvGrpSpPr>
              <a:grpSpLocks noChangeAspect="1"/>
            </p:cNvGrpSpPr>
            <p:nvPr/>
          </p:nvGrpSpPr>
          <p:grpSpPr>
            <a:xfrm>
              <a:off x="3712642" y="4442446"/>
              <a:ext cx="639867" cy="289800"/>
              <a:chOff x="4150889" y="3374229"/>
              <a:chExt cx="639867" cy="289800"/>
            </a:xfrm>
          </p:grpSpPr>
          <p:pic>
            <p:nvPicPr>
              <p:cNvPr id="146" name="Picture 145">
                <a:extLst>
                  <a:ext uri="{FF2B5EF4-FFF2-40B4-BE49-F238E27FC236}">
                    <a16:creationId xmlns:a16="http://schemas.microsoft.com/office/drawing/2014/main" id="{61DB036F-AE20-862F-A46C-53CAAACFC171}"/>
                  </a:ext>
                </a:extLst>
              </p:cNvPr>
              <p:cNvPicPr>
                <a:picLocks noChangeAspect="1"/>
              </p:cNvPicPr>
              <p:nvPr/>
            </p:nvPicPr>
            <p:blipFill>
              <a:blip r:embed="rId8">
                <a:extLst>
                  <a:ext uri="{28A0092B-C50C-407E-A947-70E740481C1C}">
                    <a14:useLocalDpi xmlns:a14="http://schemas.microsoft.com/office/drawing/2010/main"/>
                  </a:ext>
                </a:extLst>
              </a:blip>
              <a:stretch>
                <a:fillRect/>
              </a:stretch>
            </p:blipFill>
            <p:spPr>
              <a:xfrm>
                <a:off x="4383450" y="3374229"/>
                <a:ext cx="173880" cy="289800"/>
              </a:xfrm>
              <a:prstGeom prst="rect">
                <a:avLst/>
              </a:prstGeom>
            </p:spPr>
          </p:pic>
          <p:pic>
            <p:nvPicPr>
              <p:cNvPr id="147" name="Picture 146">
                <a:extLst>
                  <a:ext uri="{FF2B5EF4-FFF2-40B4-BE49-F238E27FC236}">
                    <a16:creationId xmlns:a16="http://schemas.microsoft.com/office/drawing/2014/main" id="{A28A490D-7171-1C40-283E-A6DBBE8E553F}"/>
                  </a:ext>
                </a:extLst>
              </p:cNvPr>
              <p:cNvPicPr>
                <a:picLocks noChangeAspect="1"/>
              </p:cNvPicPr>
              <p:nvPr/>
            </p:nvPicPr>
            <p:blipFill>
              <a:blip r:embed="rId9">
                <a:extLst>
                  <a:ext uri="{28A0092B-C50C-407E-A947-70E740481C1C}">
                    <a14:useLocalDpi xmlns:a14="http://schemas.microsoft.com/office/drawing/2010/main"/>
                  </a:ext>
                </a:extLst>
              </a:blip>
              <a:stretch>
                <a:fillRect/>
              </a:stretch>
            </p:blipFill>
            <p:spPr>
              <a:xfrm>
                <a:off x="4610718" y="3374229"/>
                <a:ext cx="180038" cy="289800"/>
              </a:xfrm>
              <a:prstGeom prst="rect">
                <a:avLst/>
              </a:prstGeom>
            </p:spPr>
          </p:pic>
          <p:pic>
            <p:nvPicPr>
              <p:cNvPr id="148" name="Picture 147">
                <a:extLst>
                  <a:ext uri="{FF2B5EF4-FFF2-40B4-BE49-F238E27FC236}">
                    <a16:creationId xmlns:a16="http://schemas.microsoft.com/office/drawing/2014/main" id="{EA81F172-04D3-C865-8966-C9DEC07C4840}"/>
                  </a:ext>
                </a:extLst>
              </p:cNvPr>
              <p:cNvPicPr>
                <a:picLocks noChangeAspect="1"/>
              </p:cNvPicPr>
              <p:nvPr/>
            </p:nvPicPr>
            <p:blipFill>
              <a:blip r:embed="rId10">
                <a:extLst>
                  <a:ext uri="{28A0092B-C50C-407E-A947-70E740481C1C}">
                    <a14:useLocalDpi xmlns:a14="http://schemas.microsoft.com/office/drawing/2010/main"/>
                  </a:ext>
                </a:extLst>
              </a:blip>
              <a:stretch>
                <a:fillRect/>
              </a:stretch>
            </p:blipFill>
            <p:spPr>
              <a:xfrm>
                <a:off x="4150889" y="3374229"/>
                <a:ext cx="181849" cy="289800"/>
              </a:xfrm>
              <a:prstGeom prst="rect">
                <a:avLst/>
              </a:prstGeom>
            </p:spPr>
          </p:pic>
        </p:grpSp>
        <p:grpSp>
          <p:nvGrpSpPr>
            <p:cNvPr id="143" name="Group 142">
              <a:extLst>
                <a:ext uri="{FF2B5EF4-FFF2-40B4-BE49-F238E27FC236}">
                  <a16:creationId xmlns:a16="http://schemas.microsoft.com/office/drawing/2014/main" id="{A2EB08BB-826E-1BEB-3600-453958F1315D}"/>
                </a:ext>
              </a:extLst>
            </p:cNvPr>
            <p:cNvGrpSpPr>
              <a:grpSpLocks noChangeAspect="1"/>
            </p:cNvGrpSpPr>
            <p:nvPr/>
          </p:nvGrpSpPr>
          <p:grpSpPr>
            <a:xfrm>
              <a:off x="3851122" y="4804847"/>
              <a:ext cx="362906" cy="289800"/>
              <a:chOff x="6618214" y="1700770"/>
              <a:chExt cx="362906" cy="289800"/>
            </a:xfrm>
          </p:grpSpPr>
          <p:pic>
            <p:nvPicPr>
              <p:cNvPr id="144" name="Picture 143">
                <a:extLst>
                  <a:ext uri="{FF2B5EF4-FFF2-40B4-BE49-F238E27FC236}">
                    <a16:creationId xmlns:a16="http://schemas.microsoft.com/office/drawing/2014/main" id="{D40F3DA7-0340-6FFE-F9C7-29043301D117}"/>
                  </a:ext>
                </a:extLst>
              </p:cNvPr>
              <p:cNvPicPr>
                <a:picLocks noChangeAspect="1"/>
              </p:cNvPicPr>
              <p:nvPr/>
            </p:nvPicPr>
            <p:blipFill>
              <a:blip r:embed="rId11">
                <a:extLst>
                  <a:ext uri="{28A0092B-C50C-407E-A947-70E740481C1C}">
                    <a14:useLocalDpi xmlns:a14="http://schemas.microsoft.com/office/drawing/2010/main"/>
                  </a:ext>
                </a:extLst>
              </a:blip>
              <a:stretch>
                <a:fillRect/>
              </a:stretch>
            </p:blipFill>
            <p:spPr>
              <a:xfrm>
                <a:off x="6618214" y="1700770"/>
                <a:ext cx="173880" cy="289800"/>
              </a:xfrm>
              <a:prstGeom prst="rect">
                <a:avLst/>
              </a:prstGeom>
            </p:spPr>
          </p:pic>
          <p:pic>
            <p:nvPicPr>
              <p:cNvPr id="145" name="Picture 144">
                <a:extLst>
                  <a:ext uri="{FF2B5EF4-FFF2-40B4-BE49-F238E27FC236}">
                    <a16:creationId xmlns:a16="http://schemas.microsoft.com/office/drawing/2014/main" id="{2698D162-C76F-3ABA-AA64-E839BD42E029}"/>
                  </a:ext>
                </a:extLst>
              </p:cNvPr>
              <p:cNvPicPr>
                <a:picLocks noChangeAspect="1"/>
              </p:cNvPicPr>
              <p:nvPr/>
            </p:nvPicPr>
            <p:blipFill>
              <a:blip r:embed="rId13">
                <a:extLst>
                  <a:ext uri="{28A0092B-C50C-407E-A947-70E740481C1C}">
                    <a14:useLocalDpi xmlns:a14="http://schemas.microsoft.com/office/drawing/2010/main"/>
                  </a:ext>
                </a:extLst>
              </a:blip>
              <a:stretch>
                <a:fillRect/>
              </a:stretch>
            </p:blipFill>
            <p:spPr>
              <a:xfrm>
                <a:off x="6800720" y="1700770"/>
                <a:ext cx="180400" cy="289800"/>
              </a:xfrm>
              <a:prstGeom prst="rect">
                <a:avLst/>
              </a:prstGeom>
            </p:spPr>
          </p:pic>
        </p:grpSp>
      </p:grpSp>
      <p:cxnSp>
        <p:nvCxnSpPr>
          <p:cNvPr id="15" name="Straight Connector 14">
            <a:extLst>
              <a:ext uri="{FF2B5EF4-FFF2-40B4-BE49-F238E27FC236}">
                <a16:creationId xmlns:a16="http://schemas.microsoft.com/office/drawing/2014/main" id="{C84F45DF-891C-9465-20B6-CD0437B15B9F}"/>
              </a:ext>
            </a:extLst>
          </p:cNvPr>
          <p:cNvCxnSpPr>
            <a:cxnSpLocks/>
          </p:cNvCxnSpPr>
          <p:nvPr/>
        </p:nvCxnSpPr>
        <p:spPr>
          <a:xfrm>
            <a:off x="8312810" y="4410418"/>
            <a:ext cx="972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2FD08B51-CB5D-B3C9-FF7B-0D9939D0AC65}"/>
              </a:ext>
            </a:extLst>
          </p:cNvPr>
          <p:cNvCxnSpPr>
            <a:cxnSpLocks/>
          </p:cNvCxnSpPr>
          <p:nvPr/>
        </p:nvCxnSpPr>
        <p:spPr>
          <a:xfrm>
            <a:off x="5957041" y="2375228"/>
            <a:ext cx="1001279" cy="0"/>
          </a:xfrm>
          <a:prstGeom prst="line">
            <a:avLst/>
          </a:prstGeom>
          <a:ln/>
        </p:spPr>
        <p:style>
          <a:lnRef idx="3">
            <a:schemeClr val="accent6"/>
          </a:lnRef>
          <a:fillRef idx="0">
            <a:schemeClr val="accent6"/>
          </a:fillRef>
          <a:effectRef idx="2">
            <a:schemeClr val="accent6"/>
          </a:effectRef>
          <a:fontRef idx="minor">
            <a:schemeClr val="tx1"/>
          </a:fontRef>
        </p:style>
      </p:cxnSp>
      <p:cxnSp>
        <p:nvCxnSpPr>
          <p:cNvPr id="68" name="Straight Connector 67">
            <a:extLst>
              <a:ext uri="{FF2B5EF4-FFF2-40B4-BE49-F238E27FC236}">
                <a16:creationId xmlns:a16="http://schemas.microsoft.com/office/drawing/2014/main" id="{C1741D55-FBA1-7806-2FF3-7D312325D945}"/>
              </a:ext>
            </a:extLst>
          </p:cNvPr>
          <p:cNvCxnSpPr>
            <a:cxnSpLocks/>
          </p:cNvCxnSpPr>
          <p:nvPr/>
        </p:nvCxnSpPr>
        <p:spPr>
          <a:xfrm>
            <a:off x="4077485" y="5932158"/>
            <a:ext cx="1001279" cy="0"/>
          </a:xfrm>
          <a:prstGeom prst="line">
            <a:avLst/>
          </a:prstGeom>
          <a:ln/>
        </p:spPr>
        <p:style>
          <a:lnRef idx="3">
            <a:schemeClr val="accent6"/>
          </a:lnRef>
          <a:fillRef idx="0">
            <a:schemeClr val="accent6"/>
          </a:fillRef>
          <a:effectRef idx="2">
            <a:schemeClr val="accent6"/>
          </a:effectRef>
          <a:fontRef idx="minor">
            <a:schemeClr val="tx1"/>
          </a:fontRef>
        </p:style>
      </p:cxnSp>
      <p:cxnSp>
        <p:nvCxnSpPr>
          <p:cNvPr id="70" name="Straight Connector 69">
            <a:extLst>
              <a:ext uri="{FF2B5EF4-FFF2-40B4-BE49-F238E27FC236}">
                <a16:creationId xmlns:a16="http://schemas.microsoft.com/office/drawing/2014/main" id="{6186057F-5997-75EC-1CD9-9FA8BD2B864B}"/>
              </a:ext>
            </a:extLst>
          </p:cNvPr>
          <p:cNvCxnSpPr>
            <a:cxnSpLocks/>
          </p:cNvCxnSpPr>
          <p:nvPr/>
        </p:nvCxnSpPr>
        <p:spPr>
          <a:xfrm>
            <a:off x="5663127" y="5779758"/>
            <a:ext cx="1295193" cy="0"/>
          </a:xfrm>
          <a:prstGeom prst="line">
            <a:avLst/>
          </a:prstGeom>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6244523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wipe(left)">
                                      <p:cBhvr>
                                        <p:cTn id="7" dur="1000"/>
                                        <p:tgtEl>
                                          <p:spTgt spid="123"/>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109"/>
                                        </p:tgtEl>
                                        <p:attrNameLst>
                                          <p:attrName>style.visibility</p:attrName>
                                        </p:attrNameLst>
                                      </p:cBhvr>
                                      <p:to>
                                        <p:strVal val="visible"/>
                                      </p:to>
                                    </p:set>
                                    <p:animEffect transition="in" filter="wipe(left)">
                                      <p:cBhvr>
                                        <p:cTn id="11" dur="1000"/>
                                        <p:tgtEl>
                                          <p:spTgt spid="109"/>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40"/>
                                        </p:tgtEl>
                                        <p:attrNameLst>
                                          <p:attrName>style.visibility</p:attrName>
                                        </p:attrNameLst>
                                      </p:cBhvr>
                                      <p:to>
                                        <p:strVal val="visible"/>
                                      </p:to>
                                    </p:set>
                                    <p:animEffect transition="in" filter="fade">
                                      <p:cBhvr>
                                        <p:cTn id="15" dur="1000"/>
                                        <p:tgtEl>
                                          <p:spTgt spid="140"/>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heel(1)">
                                      <p:cBhvr>
                                        <p:cTn id="24" dur="2000"/>
                                        <p:tgtEl>
                                          <p:spTgt spid="5"/>
                                        </p:tgtEl>
                                      </p:cBhvr>
                                    </p:animEffect>
                                  </p:childTnLst>
                                </p:cTn>
                              </p:par>
                            </p:childTnLst>
                          </p:cTn>
                        </p:par>
                        <p:par>
                          <p:cTn id="25" fill="hold">
                            <p:stCondLst>
                              <p:cond delay="2000"/>
                            </p:stCondLst>
                            <p:childTnLst>
                              <p:par>
                                <p:cTn id="26" presetID="22" presetClass="entr" presetSubtype="1" fill="hold" nodeType="afterEffect">
                                  <p:stCondLst>
                                    <p:cond delay="0"/>
                                  </p:stCondLst>
                                  <p:childTnLst>
                                    <p:set>
                                      <p:cBhvr>
                                        <p:cTn id="27" dur="1" fill="hold">
                                          <p:stCondLst>
                                            <p:cond delay="0"/>
                                          </p:stCondLst>
                                        </p:cTn>
                                        <p:tgtEl>
                                          <p:spTgt spid="83"/>
                                        </p:tgtEl>
                                        <p:attrNameLst>
                                          <p:attrName>style.visibility</p:attrName>
                                        </p:attrNameLst>
                                      </p:cBhvr>
                                      <p:to>
                                        <p:strVal val="visible"/>
                                      </p:to>
                                    </p:set>
                                    <p:animEffect transition="in" filter="wipe(up)">
                                      <p:cBhvr>
                                        <p:cTn id="28" dur="500"/>
                                        <p:tgtEl>
                                          <p:spTgt spid="83"/>
                                        </p:tgtEl>
                                      </p:cBhvr>
                                    </p:animEffect>
                                  </p:childTnLst>
                                </p:cTn>
                              </p:par>
                            </p:childTnLst>
                          </p:cTn>
                        </p:par>
                        <p:par>
                          <p:cTn id="29" fill="hold">
                            <p:stCondLst>
                              <p:cond delay="2500"/>
                            </p:stCondLst>
                            <p:childTnLst>
                              <p:par>
                                <p:cTn id="30" presetID="10" presetClass="entr" presetSubtype="0" fill="hold" grpId="0" nodeType="after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1000"/>
                                        <p:tgtEl>
                                          <p:spTgt spid="4"/>
                                        </p:tgtEl>
                                      </p:cBhvr>
                                    </p:animEffect>
                                  </p:childTnLst>
                                </p:cTn>
                              </p:par>
                            </p:childTnLst>
                          </p:cTn>
                        </p:par>
                        <p:par>
                          <p:cTn id="33" fill="hold">
                            <p:stCondLst>
                              <p:cond delay="3500"/>
                            </p:stCondLst>
                            <p:childTnLst>
                              <p:par>
                                <p:cTn id="34" presetID="10" presetClass="entr" presetSubtype="0" fill="hold" grpId="0"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1000"/>
                                        <p:tgtEl>
                                          <p:spTgt spid="6"/>
                                        </p:tgtEl>
                                      </p:cBhvr>
                                    </p:animEffect>
                                  </p:childTnLst>
                                </p:cTn>
                              </p:par>
                            </p:childTnLst>
                          </p:cTn>
                        </p:par>
                        <p:par>
                          <p:cTn id="37" fill="hold">
                            <p:stCondLst>
                              <p:cond delay="4500"/>
                            </p:stCondLst>
                            <p:childTnLst>
                              <p:par>
                                <p:cTn id="38" presetID="22" presetClass="entr" presetSubtype="1" fill="hold" nodeType="afterEffect">
                                  <p:stCondLst>
                                    <p:cond delay="0"/>
                                  </p:stCondLst>
                                  <p:childTnLst>
                                    <p:set>
                                      <p:cBhvr>
                                        <p:cTn id="39" dur="1" fill="hold">
                                          <p:stCondLst>
                                            <p:cond delay="0"/>
                                          </p:stCondLst>
                                        </p:cTn>
                                        <p:tgtEl>
                                          <p:spTgt spid="86"/>
                                        </p:tgtEl>
                                        <p:attrNameLst>
                                          <p:attrName>style.visibility</p:attrName>
                                        </p:attrNameLst>
                                      </p:cBhvr>
                                      <p:to>
                                        <p:strVal val="visible"/>
                                      </p:to>
                                    </p:set>
                                    <p:animEffect transition="in" filter="wipe(up)">
                                      <p:cBhvr>
                                        <p:cTn id="40" dur="1000"/>
                                        <p:tgtEl>
                                          <p:spTgt spid="86"/>
                                        </p:tgtEl>
                                      </p:cBhvr>
                                    </p:animEffect>
                                  </p:childTnLst>
                                </p:cTn>
                              </p:par>
                            </p:childTnLst>
                          </p:cTn>
                        </p:par>
                        <p:par>
                          <p:cTn id="41" fill="hold">
                            <p:stCondLst>
                              <p:cond delay="5500"/>
                            </p:stCondLst>
                            <p:childTnLst>
                              <p:par>
                                <p:cTn id="42" presetID="10"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1000"/>
                                        <p:tgtEl>
                                          <p:spTgt spid="7"/>
                                        </p:tgtEl>
                                      </p:cBhvr>
                                    </p:animEffect>
                                  </p:childTnLst>
                                </p:cTn>
                              </p:par>
                            </p:childTnLst>
                          </p:cTn>
                        </p:par>
                        <p:par>
                          <p:cTn id="45" fill="hold">
                            <p:stCondLst>
                              <p:cond delay="6500"/>
                            </p:stCondLst>
                            <p:childTnLst>
                              <p:par>
                                <p:cTn id="46" presetID="22" presetClass="entr" presetSubtype="1" fill="hold" nodeType="afterEffect">
                                  <p:stCondLst>
                                    <p:cond delay="0"/>
                                  </p:stCondLst>
                                  <p:childTnLst>
                                    <p:set>
                                      <p:cBhvr>
                                        <p:cTn id="47" dur="1" fill="hold">
                                          <p:stCondLst>
                                            <p:cond delay="0"/>
                                          </p:stCondLst>
                                        </p:cTn>
                                        <p:tgtEl>
                                          <p:spTgt spid="89"/>
                                        </p:tgtEl>
                                        <p:attrNameLst>
                                          <p:attrName>style.visibility</p:attrName>
                                        </p:attrNameLst>
                                      </p:cBhvr>
                                      <p:to>
                                        <p:strVal val="visible"/>
                                      </p:to>
                                    </p:set>
                                    <p:animEffect transition="in" filter="wipe(up)">
                                      <p:cBhvr>
                                        <p:cTn id="48" dur="1000"/>
                                        <p:tgtEl>
                                          <p:spTgt spid="89"/>
                                        </p:tgtEl>
                                      </p:cBhvr>
                                    </p:animEffect>
                                  </p:childTnLst>
                                </p:cTn>
                              </p:par>
                            </p:childTnLst>
                          </p:cTn>
                        </p:par>
                        <p:par>
                          <p:cTn id="49" fill="hold">
                            <p:stCondLst>
                              <p:cond delay="7500"/>
                            </p:stCondLst>
                            <p:childTnLst>
                              <p:par>
                                <p:cTn id="50" presetID="10" presetClass="entr" presetSubtype="0" fill="hold" grpId="0" nodeType="after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1000"/>
                                        <p:tgtEl>
                                          <p:spTgt spid="8"/>
                                        </p:tgtEl>
                                      </p:cBhvr>
                                    </p:animEffect>
                                  </p:childTnLst>
                                </p:cTn>
                              </p:par>
                            </p:childTnLst>
                          </p:cTn>
                        </p:par>
                        <p:par>
                          <p:cTn id="53" fill="hold">
                            <p:stCondLst>
                              <p:cond delay="8500"/>
                            </p:stCondLst>
                            <p:childTnLst>
                              <p:par>
                                <p:cTn id="54" presetID="22" presetClass="entr" presetSubtype="1" fill="hold" nodeType="afterEffect">
                                  <p:stCondLst>
                                    <p:cond delay="0"/>
                                  </p:stCondLst>
                                  <p:childTnLst>
                                    <p:set>
                                      <p:cBhvr>
                                        <p:cTn id="55" dur="1" fill="hold">
                                          <p:stCondLst>
                                            <p:cond delay="0"/>
                                          </p:stCondLst>
                                        </p:cTn>
                                        <p:tgtEl>
                                          <p:spTgt spid="92"/>
                                        </p:tgtEl>
                                        <p:attrNameLst>
                                          <p:attrName>style.visibility</p:attrName>
                                        </p:attrNameLst>
                                      </p:cBhvr>
                                      <p:to>
                                        <p:strVal val="visible"/>
                                      </p:to>
                                    </p:set>
                                    <p:animEffect transition="in" filter="wipe(up)">
                                      <p:cBhvr>
                                        <p:cTn id="56" dur="1000"/>
                                        <p:tgtEl>
                                          <p:spTgt spid="92"/>
                                        </p:tgtEl>
                                      </p:cBhvr>
                                    </p:animEffect>
                                  </p:childTnLst>
                                </p:cTn>
                              </p:par>
                            </p:childTnLst>
                          </p:cTn>
                        </p:par>
                        <p:par>
                          <p:cTn id="57" fill="hold">
                            <p:stCondLst>
                              <p:cond delay="9500"/>
                            </p:stCondLst>
                            <p:childTnLst>
                              <p:par>
                                <p:cTn id="58" presetID="10" presetClass="entr" presetSubtype="0" fill="hold" grpId="0" nodeType="after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fade">
                                      <p:cBhvr>
                                        <p:cTn id="60" dur="1000"/>
                                        <p:tgtEl>
                                          <p:spTgt spid="9"/>
                                        </p:tgtEl>
                                      </p:cBhvr>
                                    </p:animEffect>
                                  </p:childTnLst>
                                </p:cTn>
                              </p:par>
                            </p:childTnLst>
                          </p:cTn>
                        </p:par>
                        <p:par>
                          <p:cTn id="61" fill="hold">
                            <p:stCondLst>
                              <p:cond delay="10500"/>
                            </p:stCondLst>
                            <p:childTnLst>
                              <p:par>
                                <p:cTn id="62" presetID="22" presetClass="entr" presetSubtype="1" fill="hold" nodeType="afterEffect">
                                  <p:stCondLst>
                                    <p:cond delay="0"/>
                                  </p:stCondLst>
                                  <p:childTnLst>
                                    <p:set>
                                      <p:cBhvr>
                                        <p:cTn id="63" dur="1" fill="hold">
                                          <p:stCondLst>
                                            <p:cond delay="0"/>
                                          </p:stCondLst>
                                        </p:cTn>
                                        <p:tgtEl>
                                          <p:spTgt spid="95"/>
                                        </p:tgtEl>
                                        <p:attrNameLst>
                                          <p:attrName>style.visibility</p:attrName>
                                        </p:attrNameLst>
                                      </p:cBhvr>
                                      <p:to>
                                        <p:strVal val="visible"/>
                                      </p:to>
                                    </p:set>
                                    <p:animEffect transition="in" filter="wipe(up)">
                                      <p:cBhvr>
                                        <p:cTn id="64" dur="1000"/>
                                        <p:tgtEl>
                                          <p:spTgt spid="95"/>
                                        </p:tgtEl>
                                      </p:cBhvr>
                                    </p:animEffect>
                                  </p:childTnLst>
                                </p:cTn>
                              </p:par>
                            </p:childTnLst>
                          </p:cTn>
                        </p:par>
                        <p:par>
                          <p:cTn id="65" fill="hold">
                            <p:stCondLst>
                              <p:cond delay="11500"/>
                            </p:stCondLst>
                            <p:childTnLst>
                              <p:par>
                                <p:cTn id="66" presetID="10" presetClass="entr" presetSubtype="0" fill="hold" grpId="0" nodeType="afterEffect">
                                  <p:stCondLst>
                                    <p:cond delay="0"/>
                                  </p:stCondLst>
                                  <p:childTnLst>
                                    <p:set>
                                      <p:cBhvr>
                                        <p:cTn id="67" dur="1" fill="hold">
                                          <p:stCondLst>
                                            <p:cond delay="0"/>
                                          </p:stCondLst>
                                        </p:cTn>
                                        <p:tgtEl>
                                          <p:spTgt spid="10"/>
                                        </p:tgtEl>
                                        <p:attrNameLst>
                                          <p:attrName>style.visibility</p:attrName>
                                        </p:attrNameLst>
                                      </p:cBhvr>
                                      <p:to>
                                        <p:strVal val="visible"/>
                                      </p:to>
                                    </p:set>
                                    <p:animEffect transition="in" filter="fade">
                                      <p:cBhvr>
                                        <p:cTn id="68" dur="1000"/>
                                        <p:tgtEl>
                                          <p:spTgt spid="10"/>
                                        </p:tgtEl>
                                      </p:cBhvr>
                                    </p:animEffect>
                                  </p:childTnLst>
                                </p:cTn>
                              </p:par>
                            </p:childTnLst>
                          </p:cTn>
                        </p:par>
                        <p:par>
                          <p:cTn id="69" fill="hold">
                            <p:stCondLst>
                              <p:cond delay="12500"/>
                            </p:stCondLst>
                            <p:childTnLst>
                              <p:par>
                                <p:cTn id="70" presetID="22" presetClass="entr" presetSubtype="1" fill="hold" nodeType="afterEffect">
                                  <p:stCondLst>
                                    <p:cond delay="0"/>
                                  </p:stCondLst>
                                  <p:childTnLst>
                                    <p:set>
                                      <p:cBhvr>
                                        <p:cTn id="71" dur="1" fill="hold">
                                          <p:stCondLst>
                                            <p:cond delay="0"/>
                                          </p:stCondLst>
                                        </p:cTn>
                                        <p:tgtEl>
                                          <p:spTgt spid="98"/>
                                        </p:tgtEl>
                                        <p:attrNameLst>
                                          <p:attrName>style.visibility</p:attrName>
                                        </p:attrNameLst>
                                      </p:cBhvr>
                                      <p:to>
                                        <p:strVal val="visible"/>
                                      </p:to>
                                    </p:set>
                                    <p:animEffect transition="in" filter="wipe(up)">
                                      <p:cBhvr>
                                        <p:cTn id="72" dur="1000"/>
                                        <p:tgtEl>
                                          <p:spTgt spid="98"/>
                                        </p:tgtEl>
                                      </p:cBhvr>
                                    </p:animEffect>
                                  </p:childTnLst>
                                </p:cTn>
                              </p:par>
                            </p:childTnLst>
                          </p:cTn>
                        </p:par>
                        <p:par>
                          <p:cTn id="73" fill="hold">
                            <p:stCondLst>
                              <p:cond delay="13500"/>
                            </p:stCondLst>
                            <p:childTnLst>
                              <p:par>
                                <p:cTn id="74" presetID="10" presetClass="entr" presetSubtype="0" fill="hold" grpId="0" nodeType="after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fade">
                                      <p:cBhvr>
                                        <p:cTn id="76" dur="1000"/>
                                        <p:tgtEl>
                                          <p:spTgt spid="11"/>
                                        </p:tgtEl>
                                      </p:cBhvr>
                                    </p:animEffect>
                                  </p:childTnLst>
                                </p:cTn>
                              </p:par>
                            </p:childTnLst>
                          </p:cTn>
                        </p:par>
                        <p:par>
                          <p:cTn id="77" fill="hold">
                            <p:stCondLst>
                              <p:cond delay="14500"/>
                            </p:stCondLst>
                            <p:childTnLst>
                              <p:par>
                                <p:cTn id="78" presetID="22" presetClass="entr" presetSubtype="8" fill="hold" nodeType="afterEffect">
                                  <p:stCondLst>
                                    <p:cond delay="0"/>
                                  </p:stCondLst>
                                  <p:childTnLst>
                                    <p:set>
                                      <p:cBhvr>
                                        <p:cTn id="79" dur="1" fill="hold">
                                          <p:stCondLst>
                                            <p:cond delay="0"/>
                                          </p:stCondLst>
                                        </p:cTn>
                                        <p:tgtEl>
                                          <p:spTgt spid="82"/>
                                        </p:tgtEl>
                                        <p:attrNameLst>
                                          <p:attrName>style.visibility</p:attrName>
                                        </p:attrNameLst>
                                      </p:cBhvr>
                                      <p:to>
                                        <p:strVal val="visible"/>
                                      </p:to>
                                    </p:set>
                                    <p:animEffect transition="in" filter="wipe(left)">
                                      <p:cBhvr>
                                        <p:cTn id="80" dur="1000"/>
                                        <p:tgtEl>
                                          <p:spTgt spid="82"/>
                                        </p:tgtEl>
                                      </p:cBhvr>
                                    </p:animEffect>
                                  </p:childTnLst>
                                </p:cTn>
                              </p:par>
                            </p:childTnLst>
                          </p:cTn>
                        </p:par>
                        <p:par>
                          <p:cTn id="81" fill="hold">
                            <p:stCondLst>
                              <p:cond delay="15500"/>
                            </p:stCondLst>
                            <p:childTnLst>
                              <p:par>
                                <p:cTn id="82" presetID="10" presetClass="entr" presetSubtype="0" fill="hold" nodeType="afterEffect">
                                  <p:stCondLst>
                                    <p:cond delay="0"/>
                                  </p:stCondLst>
                                  <p:childTnLst>
                                    <p:set>
                                      <p:cBhvr>
                                        <p:cTn id="83" dur="1" fill="hold">
                                          <p:stCondLst>
                                            <p:cond delay="0"/>
                                          </p:stCondLst>
                                        </p:cTn>
                                        <p:tgtEl>
                                          <p:spTgt spid="13"/>
                                        </p:tgtEl>
                                        <p:attrNameLst>
                                          <p:attrName>style.visibility</p:attrName>
                                        </p:attrNameLst>
                                      </p:cBhvr>
                                      <p:to>
                                        <p:strVal val="visible"/>
                                      </p:to>
                                    </p:set>
                                    <p:animEffect transition="in" filter="fade">
                                      <p:cBhvr>
                                        <p:cTn id="84" dur="1000"/>
                                        <p:tgtEl>
                                          <p:spTgt spid="13"/>
                                        </p:tgtEl>
                                      </p:cBhvr>
                                    </p:animEffect>
                                  </p:childTnLst>
                                </p:cTn>
                              </p:par>
                            </p:childTnLst>
                          </p:cTn>
                        </p:par>
                        <p:par>
                          <p:cTn id="85" fill="hold">
                            <p:stCondLst>
                              <p:cond delay="16500"/>
                            </p:stCondLst>
                            <p:childTnLst>
                              <p:par>
                                <p:cTn id="86" presetID="10" presetClass="entr" presetSubtype="0" fill="hold" nodeType="afterEffect">
                                  <p:stCondLst>
                                    <p:cond delay="0"/>
                                  </p:stCondLst>
                                  <p:childTnLst>
                                    <p:set>
                                      <p:cBhvr>
                                        <p:cTn id="87" dur="1" fill="hold">
                                          <p:stCondLst>
                                            <p:cond delay="0"/>
                                          </p:stCondLst>
                                        </p:cTn>
                                        <p:tgtEl>
                                          <p:spTgt spid="75"/>
                                        </p:tgtEl>
                                        <p:attrNameLst>
                                          <p:attrName>style.visibility</p:attrName>
                                        </p:attrNameLst>
                                      </p:cBhvr>
                                      <p:to>
                                        <p:strVal val="visible"/>
                                      </p:to>
                                    </p:set>
                                    <p:animEffect transition="in" filter="fade">
                                      <p:cBhvr>
                                        <p:cTn id="88" dur="1000"/>
                                        <p:tgtEl>
                                          <p:spTgt spid="75"/>
                                        </p:tgtEl>
                                      </p:cBhvr>
                                    </p:animEffect>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nodeType="clickEffect">
                                  <p:stCondLst>
                                    <p:cond delay="0"/>
                                  </p:stCondLst>
                                  <p:childTnLst>
                                    <p:set>
                                      <p:cBhvr>
                                        <p:cTn id="92" dur="1" fill="hold">
                                          <p:stCondLst>
                                            <p:cond delay="0"/>
                                          </p:stCondLst>
                                        </p:cTn>
                                        <p:tgtEl>
                                          <p:spTgt spid="115"/>
                                        </p:tgtEl>
                                        <p:attrNameLst>
                                          <p:attrName>style.visibility</p:attrName>
                                        </p:attrNameLst>
                                      </p:cBhvr>
                                      <p:to>
                                        <p:strVal val="visible"/>
                                      </p:to>
                                    </p:set>
                                    <p:anim calcmode="lin" valueType="num">
                                      <p:cBhvr additive="base">
                                        <p:cTn id="93" dur="1000" fill="hold"/>
                                        <p:tgtEl>
                                          <p:spTgt spid="115"/>
                                        </p:tgtEl>
                                        <p:attrNameLst>
                                          <p:attrName>ppt_x</p:attrName>
                                        </p:attrNameLst>
                                      </p:cBhvr>
                                      <p:tavLst>
                                        <p:tav tm="0">
                                          <p:val>
                                            <p:strVal val="#ppt_x"/>
                                          </p:val>
                                        </p:tav>
                                        <p:tav tm="100000">
                                          <p:val>
                                            <p:strVal val="#ppt_x"/>
                                          </p:val>
                                        </p:tav>
                                      </p:tavLst>
                                    </p:anim>
                                    <p:anim calcmode="lin" valueType="num">
                                      <p:cBhvr additive="base">
                                        <p:cTn id="94" dur="1000" fill="hold"/>
                                        <p:tgtEl>
                                          <p:spTgt spid="115"/>
                                        </p:tgtEl>
                                        <p:attrNameLst>
                                          <p:attrName>ppt_y</p:attrName>
                                        </p:attrNameLst>
                                      </p:cBhvr>
                                      <p:tavLst>
                                        <p:tav tm="0">
                                          <p:val>
                                            <p:strVal val="1+#ppt_h/2"/>
                                          </p:val>
                                        </p:tav>
                                        <p:tav tm="100000">
                                          <p:val>
                                            <p:strVal val="#ppt_y"/>
                                          </p:val>
                                        </p:tav>
                                      </p:tavLst>
                                    </p:anim>
                                  </p:childTnLst>
                                </p:cTn>
                              </p:par>
                            </p:childTnLst>
                          </p:cTn>
                        </p:par>
                        <p:par>
                          <p:cTn id="95" fill="hold">
                            <p:stCondLst>
                              <p:cond delay="1000"/>
                            </p:stCondLst>
                            <p:childTnLst>
                              <p:par>
                                <p:cTn id="96" presetID="22" presetClass="entr" presetSubtype="8" fill="hold" nodeType="afterEffect">
                                  <p:stCondLst>
                                    <p:cond delay="500"/>
                                  </p:stCondLst>
                                  <p:childTnLst>
                                    <p:set>
                                      <p:cBhvr>
                                        <p:cTn id="97" dur="1" fill="hold">
                                          <p:stCondLst>
                                            <p:cond delay="0"/>
                                          </p:stCondLst>
                                        </p:cTn>
                                        <p:tgtEl>
                                          <p:spTgt spid="107"/>
                                        </p:tgtEl>
                                        <p:attrNameLst>
                                          <p:attrName>style.visibility</p:attrName>
                                        </p:attrNameLst>
                                      </p:cBhvr>
                                      <p:to>
                                        <p:strVal val="visible"/>
                                      </p:to>
                                    </p:set>
                                    <p:animEffect transition="in" filter="wipe(left)">
                                      <p:cBhvr>
                                        <p:cTn id="98" dur="2000"/>
                                        <p:tgtEl>
                                          <p:spTgt spid="107"/>
                                        </p:tgtEl>
                                      </p:cBhvr>
                                    </p:animEffect>
                                  </p:childTnLst>
                                </p:cTn>
                              </p:par>
                            </p:childTnLst>
                          </p:cTn>
                        </p:par>
                        <p:par>
                          <p:cTn id="99" fill="hold">
                            <p:stCondLst>
                              <p:cond delay="3500"/>
                            </p:stCondLst>
                            <p:childTnLst>
                              <p:par>
                                <p:cTn id="100" presetID="10" presetClass="entr" presetSubtype="0" fill="hold" grpId="0" nodeType="afterEffect">
                                  <p:stCondLst>
                                    <p:cond delay="0"/>
                                  </p:stCondLst>
                                  <p:childTnLst>
                                    <p:set>
                                      <p:cBhvr>
                                        <p:cTn id="101" dur="1" fill="hold">
                                          <p:stCondLst>
                                            <p:cond delay="0"/>
                                          </p:stCondLst>
                                        </p:cTn>
                                        <p:tgtEl>
                                          <p:spTgt spid="72"/>
                                        </p:tgtEl>
                                        <p:attrNameLst>
                                          <p:attrName>style.visibility</p:attrName>
                                        </p:attrNameLst>
                                      </p:cBhvr>
                                      <p:to>
                                        <p:strVal val="visible"/>
                                      </p:to>
                                    </p:set>
                                    <p:animEffect transition="in" filter="fade">
                                      <p:cBhvr>
                                        <p:cTn id="102" dur="1000"/>
                                        <p:tgtEl>
                                          <p:spTgt spid="72"/>
                                        </p:tgtEl>
                                      </p:cBhvr>
                                    </p:animEffect>
                                  </p:childTnLst>
                                </p:cTn>
                              </p:par>
                            </p:childTnLst>
                          </p:cTn>
                        </p:par>
                        <p:par>
                          <p:cTn id="103" fill="hold">
                            <p:stCondLst>
                              <p:cond delay="4500"/>
                            </p:stCondLst>
                            <p:childTnLst>
                              <p:par>
                                <p:cTn id="104" presetID="10" presetClass="entr" presetSubtype="0" fill="hold" grpId="0" nodeType="afterEffect">
                                  <p:stCondLst>
                                    <p:cond delay="0"/>
                                  </p:stCondLst>
                                  <p:childTnLst>
                                    <p:set>
                                      <p:cBhvr>
                                        <p:cTn id="105" dur="1" fill="hold">
                                          <p:stCondLst>
                                            <p:cond delay="0"/>
                                          </p:stCondLst>
                                        </p:cTn>
                                        <p:tgtEl>
                                          <p:spTgt spid="104"/>
                                        </p:tgtEl>
                                        <p:attrNameLst>
                                          <p:attrName>style.visibility</p:attrName>
                                        </p:attrNameLst>
                                      </p:cBhvr>
                                      <p:to>
                                        <p:strVal val="visible"/>
                                      </p:to>
                                    </p:set>
                                    <p:animEffect transition="in" filter="fade">
                                      <p:cBhvr>
                                        <p:cTn id="106" dur="1000"/>
                                        <p:tgtEl>
                                          <p:spTgt spid="104"/>
                                        </p:tgtEl>
                                      </p:cBhvr>
                                    </p:animEffect>
                                  </p:childTnLst>
                                </p:cTn>
                              </p:par>
                            </p:childTnLst>
                          </p:cTn>
                        </p:par>
                      </p:childTnLst>
                    </p:cTn>
                  </p:par>
                  <p:par>
                    <p:cTn id="107" fill="hold">
                      <p:stCondLst>
                        <p:cond delay="indefinite"/>
                      </p:stCondLst>
                      <p:childTnLst>
                        <p:par>
                          <p:cTn id="108" fill="hold">
                            <p:stCondLst>
                              <p:cond delay="0"/>
                            </p:stCondLst>
                            <p:childTnLst>
                              <p:par>
                                <p:cTn id="109" presetID="2" presetClass="entr" presetSubtype="4" fill="hold" nodeType="clickEffect">
                                  <p:stCondLst>
                                    <p:cond delay="0"/>
                                  </p:stCondLst>
                                  <p:childTnLst>
                                    <p:set>
                                      <p:cBhvr>
                                        <p:cTn id="110" dur="1" fill="hold">
                                          <p:stCondLst>
                                            <p:cond delay="0"/>
                                          </p:stCondLst>
                                        </p:cTn>
                                        <p:tgtEl>
                                          <p:spTgt spid="116"/>
                                        </p:tgtEl>
                                        <p:attrNameLst>
                                          <p:attrName>style.visibility</p:attrName>
                                        </p:attrNameLst>
                                      </p:cBhvr>
                                      <p:to>
                                        <p:strVal val="visible"/>
                                      </p:to>
                                    </p:set>
                                    <p:anim calcmode="lin" valueType="num">
                                      <p:cBhvr additive="base">
                                        <p:cTn id="111" dur="1000" fill="hold"/>
                                        <p:tgtEl>
                                          <p:spTgt spid="116"/>
                                        </p:tgtEl>
                                        <p:attrNameLst>
                                          <p:attrName>ppt_x</p:attrName>
                                        </p:attrNameLst>
                                      </p:cBhvr>
                                      <p:tavLst>
                                        <p:tav tm="0">
                                          <p:val>
                                            <p:strVal val="#ppt_x"/>
                                          </p:val>
                                        </p:tav>
                                        <p:tav tm="100000">
                                          <p:val>
                                            <p:strVal val="#ppt_x"/>
                                          </p:val>
                                        </p:tav>
                                      </p:tavLst>
                                    </p:anim>
                                    <p:anim calcmode="lin" valueType="num">
                                      <p:cBhvr additive="base">
                                        <p:cTn id="112" dur="1000" fill="hold"/>
                                        <p:tgtEl>
                                          <p:spTgt spid="116"/>
                                        </p:tgtEl>
                                        <p:attrNameLst>
                                          <p:attrName>ppt_y</p:attrName>
                                        </p:attrNameLst>
                                      </p:cBhvr>
                                      <p:tavLst>
                                        <p:tav tm="0">
                                          <p:val>
                                            <p:strVal val="1+#ppt_h/2"/>
                                          </p:val>
                                        </p:tav>
                                        <p:tav tm="100000">
                                          <p:val>
                                            <p:strVal val="#ppt_y"/>
                                          </p:val>
                                        </p:tav>
                                      </p:tavLst>
                                    </p:anim>
                                  </p:childTnLst>
                                </p:cTn>
                              </p:par>
                            </p:childTnLst>
                          </p:cTn>
                        </p:par>
                        <p:par>
                          <p:cTn id="113" fill="hold">
                            <p:stCondLst>
                              <p:cond delay="1000"/>
                            </p:stCondLst>
                            <p:childTnLst>
                              <p:par>
                                <p:cTn id="114" presetID="22" presetClass="entr" presetSubtype="8" fill="hold" nodeType="afterEffect">
                                  <p:stCondLst>
                                    <p:cond delay="500"/>
                                  </p:stCondLst>
                                  <p:childTnLst>
                                    <p:set>
                                      <p:cBhvr>
                                        <p:cTn id="115" dur="1" fill="hold">
                                          <p:stCondLst>
                                            <p:cond delay="0"/>
                                          </p:stCondLst>
                                        </p:cTn>
                                        <p:tgtEl>
                                          <p:spTgt spid="65"/>
                                        </p:tgtEl>
                                        <p:attrNameLst>
                                          <p:attrName>style.visibility</p:attrName>
                                        </p:attrNameLst>
                                      </p:cBhvr>
                                      <p:to>
                                        <p:strVal val="visible"/>
                                      </p:to>
                                    </p:set>
                                    <p:animEffect transition="in" filter="wipe(left)">
                                      <p:cBhvr>
                                        <p:cTn id="116" dur="2000"/>
                                        <p:tgtEl>
                                          <p:spTgt spid="65"/>
                                        </p:tgtEl>
                                      </p:cBhvr>
                                    </p:animEffect>
                                  </p:childTnLst>
                                </p:cTn>
                              </p:par>
                            </p:childTnLst>
                          </p:cTn>
                        </p:par>
                        <p:par>
                          <p:cTn id="117" fill="hold">
                            <p:stCondLst>
                              <p:cond delay="3500"/>
                            </p:stCondLst>
                            <p:childTnLst>
                              <p:par>
                                <p:cTn id="118" presetID="22" presetClass="entr" presetSubtype="8" fill="hold" nodeType="afterEffect">
                                  <p:stCondLst>
                                    <p:cond delay="500"/>
                                  </p:stCondLst>
                                  <p:childTnLst>
                                    <p:set>
                                      <p:cBhvr>
                                        <p:cTn id="119" dur="1" fill="hold">
                                          <p:stCondLst>
                                            <p:cond delay="0"/>
                                          </p:stCondLst>
                                        </p:cTn>
                                        <p:tgtEl>
                                          <p:spTgt spid="68"/>
                                        </p:tgtEl>
                                        <p:attrNameLst>
                                          <p:attrName>style.visibility</p:attrName>
                                        </p:attrNameLst>
                                      </p:cBhvr>
                                      <p:to>
                                        <p:strVal val="visible"/>
                                      </p:to>
                                    </p:set>
                                    <p:animEffect transition="in" filter="wipe(left)">
                                      <p:cBhvr>
                                        <p:cTn id="120" dur="2000"/>
                                        <p:tgtEl>
                                          <p:spTgt spid="68"/>
                                        </p:tgtEl>
                                      </p:cBhvr>
                                    </p:animEffect>
                                  </p:childTnLst>
                                </p:cTn>
                              </p:par>
                            </p:childTnLst>
                          </p:cTn>
                        </p:par>
                        <p:par>
                          <p:cTn id="121" fill="hold">
                            <p:stCondLst>
                              <p:cond delay="6000"/>
                            </p:stCondLst>
                            <p:childTnLst>
                              <p:par>
                                <p:cTn id="122" presetID="22" presetClass="entr" presetSubtype="8" fill="hold" nodeType="afterEffect">
                                  <p:stCondLst>
                                    <p:cond delay="500"/>
                                  </p:stCondLst>
                                  <p:childTnLst>
                                    <p:set>
                                      <p:cBhvr>
                                        <p:cTn id="123" dur="1" fill="hold">
                                          <p:stCondLst>
                                            <p:cond delay="0"/>
                                          </p:stCondLst>
                                        </p:cTn>
                                        <p:tgtEl>
                                          <p:spTgt spid="15"/>
                                        </p:tgtEl>
                                        <p:attrNameLst>
                                          <p:attrName>style.visibility</p:attrName>
                                        </p:attrNameLst>
                                      </p:cBhvr>
                                      <p:to>
                                        <p:strVal val="visible"/>
                                      </p:to>
                                    </p:set>
                                    <p:animEffect transition="in" filter="wipe(left)">
                                      <p:cBhvr>
                                        <p:cTn id="124" dur="2000"/>
                                        <p:tgtEl>
                                          <p:spTgt spid="15"/>
                                        </p:tgtEl>
                                      </p:cBhvr>
                                    </p:animEffect>
                                  </p:childTnLst>
                                </p:cTn>
                              </p:par>
                            </p:childTnLst>
                          </p:cTn>
                        </p:par>
                        <p:par>
                          <p:cTn id="125" fill="hold">
                            <p:stCondLst>
                              <p:cond delay="8500"/>
                            </p:stCondLst>
                            <p:childTnLst>
                              <p:par>
                                <p:cTn id="126" presetID="10" presetClass="entr" presetSubtype="0" fill="hold" grpId="0" nodeType="afterEffect">
                                  <p:stCondLst>
                                    <p:cond delay="0"/>
                                  </p:stCondLst>
                                  <p:childTnLst>
                                    <p:set>
                                      <p:cBhvr>
                                        <p:cTn id="127" dur="1" fill="hold">
                                          <p:stCondLst>
                                            <p:cond delay="0"/>
                                          </p:stCondLst>
                                        </p:cTn>
                                        <p:tgtEl>
                                          <p:spTgt spid="105"/>
                                        </p:tgtEl>
                                        <p:attrNameLst>
                                          <p:attrName>style.visibility</p:attrName>
                                        </p:attrNameLst>
                                      </p:cBhvr>
                                      <p:to>
                                        <p:strVal val="visible"/>
                                      </p:to>
                                    </p:set>
                                    <p:animEffect transition="in" filter="fade">
                                      <p:cBhvr>
                                        <p:cTn id="128" dur="1000"/>
                                        <p:tgtEl>
                                          <p:spTgt spid="105"/>
                                        </p:tgtEl>
                                      </p:cBhvr>
                                    </p:animEffect>
                                  </p:childTnLst>
                                </p:cTn>
                              </p:par>
                            </p:childTnLst>
                          </p:cTn>
                        </p:par>
                        <p:par>
                          <p:cTn id="129" fill="hold">
                            <p:stCondLst>
                              <p:cond delay="9500"/>
                            </p:stCondLst>
                            <p:childTnLst>
                              <p:par>
                                <p:cTn id="130" presetID="10" presetClass="entr" presetSubtype="0" fill="hold" grpId="0" nodeType="afterEffect">
                                  <p:stCondLst>
                                    <p:cond delay="0"/>
                                  </p:stCondLst>
                                  <p:childTnLst>
                                    <p:set>
                                      <p:cBhvr>
                                        <p:cTn id="131" dur="1" fill="hold">
                                          <p:stCondLst>
                                            <p:cond delay="0"/>
                                          </p:stCondLst>
                                        </p:cTn>
                                        <p:tgtEl>
                                          <p:spTgt spid="106"/>
                                        </p:tgtEl>
                                        <p:attrNameLst>
                                          <p:attrName>style.visibility</p:attrName>
                                        </p:attrNameLst>
                                      </p:cBhvr>
                                      <p:to>
                                        <p:strVal val="visible"/>
                                      </p:to>
                                    </p:set>
                                    <p:animEffect transition="in" filter="fade">
                                      <p:cBhvr>
                                        <p:cTn id="132" dur="1000"/>
                                        <p:tgtEl>
                                          <p:spTgt spid="106"/>
                                        </p:tgtEl>
                                      </p:cBhvr>
                                    </p:animEffect>
                                  </p:childTnLst>
                                </p:cTn>
                              </p:par>
                            </p:childTnLst>
                          </p:cTn>
                        </p:par>
                      </p:childTnLst>
                    </p:cTn>
                  </p:par>
                  <p:par>
                    <p:cTn id="133" fill="hold">
                      <p:stCondLst>
                        <p:cond delay="indefinite"/>
                      </p:stCondLst>
                      <p:childTnLst>
                        <p:par>
                          <p:cTn id="134" fill="hold">
                            <p:stCondLst>
                              <p:cond delay="0"/>
                            </p:stCondLst>
                            <p:childTnLst>
                              <p:par>
                                <p:cTn id="135" presetID="2" presetClass="entr" presetSubtype="4" fill="hold" nodeType="clickEffect">
                                  <p:stCondLst>
                                    <p:cond delay="0"/>
                                  </p:stCondLst>
                                  <p:childTnLst>
                                    <p:set>
                                      <p:cBhvr>
                                        <p:cTn id="136" dur="1" fill="hold">
                                          <p:stCondLst>
                                            <p:cond delay="0"/>
                                          </p:stCondLst>
                                        </p:cTn>
                                        <p:tgtEl>
                                          <p:spTgt spid="117"/>
                                        </p:tgtEl>
                                        <p:attrNameLst>
                                          <p:attrName>style.visibility</p:attrName>
                                        </p:attrNameLst>
                                      </p:cBhvr>
                                      <p:to>
                                        <p:strVal val="visible"/>
                                      </p:to>
                                    </p:set>
                                    <p:anim calcmode="lin" valueType="num">
                                      <p:cBhvr additive="base">
                                        <p:cTn id="137" dur="1000" fill="hold"/>
                                        <p:tgtEl>
                                          <p:spTgt spid="117"/>
                                        </p:tgtEl>
                                        <p:attrNameLst>
                                          <p:attrName>ppt_x</p:attrName>
                                        </p:attrNameLst>
                                      </p:cBhvr>
                                      <p:tavLst>
                                        <p:tav tm="0">
                                          <p:val>
                                            <p:strVal val="#ppt_x"/>
                                          </p:val>
                                        </p:tav>
                                        <p:tav tm="100000">
                                          <p:val>
                                            <p:strVal val="#ppt_x"/>
                                          </p:val>
                                        </p:tav>
                                      </p:tavLst>
                                    </p:anim>
                                    <p:anim calcmode="lin" valueType="num">
                                      <p:cBhvr additive="base">
                                        <p:cTn id="138" dur="1000" fill="hold"/>
                                        <p:tgtEl>
                                          <p:spTgt spid="117"/>
                                        </p:tgtEl>
                                        <p:attrNameLst>
                                          <p:attrName>ppt_y</p:attrName>
                                        </p:attrNameLst>
                                      </p:cBhvr>
                                      <p:tavLst>
                                        <p:tav tm="0">
                                          <p:val>
                                            <p:strVal val="1+#ppt_h/2"/>
                                          </p:val>
                                        </p:tav>
                                        <p:tav tm="100000">
                                          <p:val>
                                            <p:strVal val="#ppt_y"/>
                                          </p:val>
                                        </p:tav>
                                      </p:tavLst>
                                    </p:anim>
                                  </p:childTnLst>
                                </p:cTn>
                              </p:par>
                            </p:childTnLst>
                          </p:cTn>
                        </p:par>
                        <p:par>
                          <p:cTn id="139" fill="hold">
                            <p:stCondLst>
                              <p:cond delay="1000"/>
                            </p:stCondLst>
                            <p:childTnLst>
                              <p:par>
                                <p:cTn id="140" presetID="22" presetClass="entr" presetSubtype="8" fill="hold" nodeType="afterEffect">
                                  <p:stCondLst>
                                    <p:cond delay="500"/>
                                  </p:stCondLst>
                                  <p:childTnLst>
                                    <p:set>
                                      <p:cBhvr>
                                        <p:cTn id="141" dur="1" fill="hold">
                                          <p:stCondLst>
                                            <p:cond delay="0"/>
                                          </p:stCondLst>
                                        </p:cTn>
                                        <p:tgtEl>
                                          <p:spTgt spid="70"/>
                                        </p:tgtEl>
                                        <p:attrNameLst>
                                          <p:attrName>style.visibility</p:attrName>
                                        </p:attrNameLst>
                                      </p:cBhvr>
                                      <p:to>
                                        <p:strVal val="visible"/>
                                      </p:to>
                                    </p:set>
                                    <p:animEffect transition="in" filter="wipe(left)">
                                      <p:cBhvr>
                                        <p:cTn id="142" dur="2000"/>
                                        <p:tgtEl>
                                          <p:spTgt spid="70"/>
                                        </p:tgtEl>
                                      </p:cBhvr>
                                    </p:animEffect>
                                  </p:childTnLst>
                                </p:cTn>
                              </p:par>
                            </p:childTnLst>
                          </p:cTn>
                        </p:par>
                        <p:par>
                          <p:cTn id="143" fill="hold">
                            <p:stCondLst>
                              <p:cond delay="3500"/>
                            </p:stCondLst>
                            <p:childTnLst>
                              <p:par>
                                <p:cTn id="144" presetID="22" presetClass="entr" presetSubtype="8" fill="hold" nodeType="afterEffect">
                                  <p:stCondLst>
                                    <p:cond delay="500"/>
                                  </p:stCondLst>
                                  <p:childTnLst>
                                    <p:set>
                                      <p:cBhvr>
                                        <p:cTn id="145" dur="1" fill="hold">
                                          <p:stCondLst>
                                            <p:cond delay="0"/>
                                          </p:stCondLst>
                                        </p:cTn>
                                        <p:tgtEl>
                                          <p:spTgt spid="69"/>
                                        </p:tgtEl>
                                        <p:attrNameLst>
                                          <p:attrName>style.visibility</p:attrName>
                                        </p:attrNameLst>
                                      </p:cBhvr>
                                      <p:to>
                                        <p:strVal val="visible"/>
                                      </p:to>
                                    </p:set>
                                    <p:animEffect transition="in" filter="wipe(left)">
                                      <p:cBhvr>
                                        <p:cTn id="146" dur="2000"/>
                                        <p:tgtEl>
                                          <p:spTgt spid="69"/>
                                        </p:tgtEl>
                                      </p:cBhvr>
                                    </p:animEffect>
                                  </p:childTnLst>
                                </p:cTn>
                              </p:par>
                            </p:childTnLst>
                          </p:cTn>
                        </p:par>
                        <p:par>
                          <p:cTn id="147" fill="hold">
                            <p:stCondLst>
                              <p:cond delay="6000"/>
                            </p:stCondLst>
                            <p:childTnLst>
                              <p:par>
                                <p:cTn id="148" presetID="10" presetClass="entr" presetSubtype="0" fill="hold" grpId="0" nodeType="afterEffect">
                                  <p:stCondLst>
                                    <p:cond delay="0"/>
                                  </p:stCondLst>
                                  <p:childTnLst>
                                    <p:set>
                                      <p:cBhvr>
                                        <p:cTn id="149" dur="1" fill="hold">
                                          <p:stCondLst>
                                            <p:cond delay="0"/>
                                          </p:stCondLst>
                                        </p:cTn>
                                        <p:tgtEl>
                                          <p:spTgt spid="110"/>
                                        </p:tgtEl>
                                        <p:attrNameLst>
                                          <p:attrName>style.visibility</p:attrName>
                                        </p:attrNameLst>
                                      </p:cBhvr>
                                      <p:to>
                                        <p:strVal val="visible"/>
                                      </p:to>
                                    </p:set>
                                    <p:animEffect transition="in" filter="fade">
                                      <p:cBhvr>
                                        <p:cTn id="150" dur="1000"/>
                                        <p:tgtEl>
                                          <p:spTgt spid="110"/>
                                        </p:tgtEl>
                                      </p:cBhvr>
                                    </p:animEffect>
                                  </p:childTnLst>
                                </p:cTn>
                              </p:par>
                            </p:childTnLst>
                          </p:cTn>
                        </p:par>
                        <p:par>
                          <p:cTn id="151" fill="hold">
                            <p:stCondLst>
                              <p:cond delay="7000"/>
                            </p:stCondLst>
                            <p:childTnLst>
                              <p:par>
                                <p:cTn id="152" presetID="10" presetClass="entr" presetSubtype="0" fill="hold" grpId="0" nodeType="afterEffect">
                                  <p:stCondLst>
                                    <p:cond delay="0"/>
                                  </p:stCondLst>
                                  <p:childTnLst>
                                    <p:set>
                                      <p:cBhvr>
                                        <p:cTn id="153" dur="1" fill="hold">
                                          <p:stCondLst>
                                            <p:cond delay="0"/>
                                          </p:stCondLst>
                                        </p:cTn>
                                        <p:tgtEl>
                                          <p:spTgt spid="111"/>
                                        </p:tgtEl>
                                        <p:attrNameLst>
                                          <p:attrName>style.visibility</p:attrName>
                                        </p:attrNameLst>
                                      </p:cBhvr>
                                      <p:to>
                                        <p:strVal val="visible"/>
                                      </p:to>
                                    </p:set>
                                    <p:animEffect transition="in" filter="fade">
                                      <p:cBhvr>
                                        <p:cTn id="154" dur="10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p:bldP spid="8" grpId="0"/>
      <p:bldP spid="9" grpId="0"/>
      <p:bldP spid="10" grpId="0"/>
      <p:bldP spid="11" grpId="0"/>
      <p:bldP spid="72" grpId="0"/>
      <p:bldP spid="104" grpId="0"/>
      <p:bldP spid="105" grpId="0"/>
      <p:bldP spid="106" grpId="0"/>
      <p:bldP spid="110" grpId="0"/>
      <p:bldP spid="1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BBDF3A70-C1B5-D672-E456-A09AC289105F}"/>
              </a:ext>
            </a:extLst>
          </p:cNvPr>
          <p:cNvPicPr>
            <a:picLocks noChangeAspect="1"/>
          </p:cNvPicPr>
          <p:nvPr/>
        </p:nvPicPr>
        <p:blipFill>
          <a:blip r:embed="rId2"/>
          <a:stretch>
            <a:fillRect/>
          </a:stretch>
        </p:blipFill>
        <p:spPr>
          <a:xfrm>
            <a:off x="9519937" y="2972971"/>
            <a:ext cx="2569038" cy="1014832"/>
          </a:xfrm>
          <a:prstGeom prst="roundRect">
            <a:avLst>
              <a:gd name="adj" fmla="val 50000"/>
            </a:avLst>
          </a:prstGeom>
        </p:spPr>
      </p:pic>
      <p:pic>
        <p:nvPicPr>
          <p:cNvPr id="11" name="Picture 10" descr="Logo, company name&#10;&#10;Description automatically generated">
            <a:extLst>
              <a:ext uri="{FF2B5EF4-FFF2-40B4-BE49-F238E27FC236}">
                <a16:creationId xmlns:a16="http://schemas.microsoft.com/office/drawing/2014/main" id="{1EBB0614-0D95-0075-BA24-B59E1646E1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5029" y="1958105"/>
            <a:ext cx="908185" cy="623264"/>
          </a:xfrm>
          <a:prstGeom prst="roundRect">
            <a:avLst>
              <a:gd name="adj" fmla="val 50000"/>
            </a:avLst>
          </a:prstGeom>
        </p:spPr>
      </p:pic>
      <p:sp>
        <p:nvSpPr>
          <p:cNvPr id="83" name="Rectangle: Rounded Corners 82">
            <a:extLst>
              <a:ext uri="{FF2B5EF4-FFF2-40B4-BE49-F238E27FC236}">
                <a16:creationId xmlns:a16="http://schemas.microsoft.com/office/drawing/2014/main" id="{AE407EB2-4A6A-26E1-BD99-F7628DE37CA9}"/>
              </a:ext>
            </a:extLst>
          </p:cNvPr>
          <p:cNvSpPr/>
          <p:nvPr/>
        </p:nvSpPr>
        <p:spPr>
          <a:xfrm>
            <a:off x="10404766" y="35162"/>
            <a:ext cx="1584001" cy="1205692"/>
          </a:xfrm>
          <a:prstGeom prst="round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414244"/>
              </a:solidFill>
              <a:effectLst/>
              <a:uLnTx/>
              <a:uFillTx/>
              <a:latin typeface="CiscoSansTT Light"/>
              <a:ea typeface="+mn-ea"/>
              <a:cs typeface="+mn-cs"/>
            </a:endParaRPr>
          </a:p>
        </p:txBody>
      </p:sp>
      <p:sp>
        <p:nvSpPr>
          <p:cNvPr id="2" name="Text Placeholder 1">
            <a:extLst>
              <a:ext uri="{FF2B5EF4-FFF2-40B4-BE49-F238E27FC236}">
                <a16:creationId xmlns:a16="http://schemas.microsoft.com/office/drawing/2014/main" id="{5037F400-F458-D7CA-746F-1939390CB3DC}"/>
              </a:ext>
            </a:extLst>
          </p:cNvPr>
          <p:cNvSpPr>
            <a:spLocks noGrp="1"/>
          </p:cNvSpPr>
          <p:nvPr>
            <p:ph type="body" sz="quarter" idx="82"/>
          </p:nvPr>
        </p:nvSpPr>
        <p:spPr/>
        <p:txBody>
          <a:bodyPr/>
          <a:lstStyle/>
          <a:p>
            <a:r>
              <a:rPr lang="en-US" dirty="0"/>
              <a:t>Lead Creation</a:t>
            </a:r>
            <a:endParaRPr lang="en-GB" dirty="0"/>
          </a:p>
        </p:txBody>
      </p:sp>
      <p:sp>
        <p:nvSpPr>
          <p:cNvPr id="3" name="Arrow: Chevron 2">
            <a:extLst>
              <a:ext uri="{FF2B5EF4-FFF2-40B4-BE49-F238E27FC236}">
                <a16:creationId xmlns:a16="http://schemas.microsoft.com/office/drawing/2014/main" id="{EB8EB2B2-1429-C10F-1E10-6F881976F838}"/>
              </a:ext>
            </a:extLst>
          </p:cNvPr>
          <p:cNvSpPr/>
          <p:nvPr/>
        </p:nvSpPr>
        <p:spPr>
          <a:xfrm>
            <a:off x="438836" y="1370878"/>
            <a:ext cx="3096000" cy="344053"/>
          </a:xfrm>
          <a:prstGeom prst="chevron">
            <a:avLst/>
          </a:prstGeom>
          <a:solidFill>
            <a:srgbClr val="0C274D"/>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CiscoSansTT ExtraLight"/>
                <a:ea typeface="ＭＳ Ｐゴシック" charset="0"/>
                <a:cs typeface="+mn-cs"/>
              </a:rPr>
              <a:t>1 – Intake Tools</a:t>
            </a:r>
          </a:p>
        </p:txBody>
      </p:sp>
      <p:sp>
        <p:nvSpPr>
          <p:cNvPr id="4" name="Arrow: Chevron 3">
            <a:extLst>
              <a:ext uri="{FF2B5EF4-FFF2-40B4-BE49-F238E27FC236}">
                <a16:creationId xmlns:a16="http://schemas.microsoft.com/office/drawing/2014/main" id="{9CFDFF8D-407E-671A-6E13-234FF3DF6BEB}"/>
              </a:ext>
            </a:extLst>
          </p:cNvPr>
          <p:cNvSpPr/>
          <p:nvPr/>
        </p:nvSpPr>
        <p:spPr>
          <a:xfrm>
            <a:off x="3599122" y="1370878"/>
            <a:ext cx="3960000" cy="344053"/>
          </a:xfrm>
          <a:prstGeom prst="chevron">
            <a:avLst/>
          </a:prstGeom>
          <a:solidFill>
            <a:srgbClr val="0C274D"/>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kern="0" dirty="0">
                <a:solidFill>
                  <a:srgbClr val="FFFFFF"/>
                </a:solidFill>
                <a:latin typeface="CiscoSansTT ExtraLight"/>
                <a:cs typeface="+mn-cs"/>
              </a:rPr>
              <a:t>2</a:t>
            </a:r>
            <a:r>
              <a:rPr kumimoji="0" lang="en-US" sz="1400" b="0" i="0" u="none" strike="noStrike" kern="0" cap="none" spc="0" normalizeH="0" baseline="0" noProof="0" dirty="0">
                <a:ln>
                  <a:noFill/>
                </a:ln>
                <a:solidFill>
                  <a:srgbClr val="FFFFFF"/>
                </a:solidFill>
                <a:effectLst/>
                <a:uLnTx/>
                <a:uFillTx/>
                <a:latin typeface="CiscoSansTT ExtraLight"/>
                <a:ea typeface="ＭＳ Ｐゴシック" charset="0"/>
                <a:cs typeface="+mn-cs"/>
              </a:rPr>
              <a:t> – Tray.io</a:t>
            </a:r>
          </a:p>
        </p:txBody>
      </p:sp>
      <p:sp>
        <p:nvSpPr>
          <p:cNvPr id="5" name="Arrow: Chevron 4">
            <a:extLst>
              <a:ext uri="{FF2B5EF4-FFF2-40B4-BE49-F238E27FC236}">
                <a16:creationId xmlns:a16="http://schemas.microsoft.com/office/drawing/2014/main" id="{1FB27298-82EE-8537-4F36-CF3E471B6419}"/>
              </a:ext>
            </a:extLst>
          </p:cNvPr>
          <p:cNvSpPr/>
          <p:nvPr/>
        </p:nvSpPr>
        <p:spPr>
          <a:xfrm>
            <a:off x="7623409" y="1370878"/>
            <a:ext cx="4392000" cy="344053"/>
          </a:xfrm>
          <a:prstGeom prst="chevron">
            <a:avLst/>
          </a:prstGeom>
          <a:solidFill>
            <a:srgbClr val="0C274D"/>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kern="0" dirty="0">
                <a:solidFill>
                  <a:srgbClr val="FFFFFF"/>
                </a:solidFill>
                <a:latin typeface="CiscoSansTT ExtraLight"/>
                <a:cs typeface="+mn-cs"/>
              </a:rPr>
              <a:t>3</a:t>
            </a:r>
            <a:r>
              <a:rPr kumimoji="0" lang="en-US" sz="1400" b="0" i="0" u="none" strike="noStrike" kern="0" cap="none" spc="0" normalizeH="0" baseline="0" noProof="0" dirty="0">
                <a:ln>
                  <a:noFill/>
                </a:ln>
                <a:solidFill>
                  <a:srgbClr val="FFFFFF"/>
                </a:solidFill>
                <a:effectLst/>
                <a:uLnTx/>
                <a:uFillTx/>
                <a:latin typeface="CiscoSansTT ExtraLight"/>
                <a:ea typeface="ＭＳ Ｐゴシック" charset="0"/>
                <a:cs typeface="+mn-cs"/>
              </a:rPr>
              <a:t> - SFDC</a:t>
            </a:r>
          </a:p>
        </p:txBody>
      </p:sp>
      <p:grpSp>
        <p:nvGrpSpPr>
          <p:cNvPr id="85" name="Group 84">
            <a:extLst>
              <a:ext uri="{FF2B5EF4-FFF2-40B4-BE49-F238E27FC236}">
                <a16:creationId xmlns:a16="http://schemas.microsoft.com/office/drawing/2014/main" id="{DFDF4FAA-F2F8-7D8C-E113-022D9C1D667F}"/>
              </a:ext>
            </a:extLst>
          </p:cNvPr>
          <p:cNvGrpSpPr/>
          <p:nvPr/>
        </p:nvGrpSpPr>
        <p:grpSpPr>
          <a:xfrm>
            <a:off x="10804456" y="276311"/>
            <a:ext cx="925654" cy="189466"/>
            <a:chOff x="10804456" y="251897"/>
            <a:chExt cx="925654" cy="189466"/>
          </a:xfrm>
        </p:grpSpPr>
        <p:sp>
          <p:nvSpPr>
            <p:cNvPr id="22" name="TextBox 21">
              <a:extLst>
                <a:ext uri="{FF2B5EF4-FFF2-40B4-BE49-F238E27FC236}">
                  <a16:creationId xmlns:a16="http://schemas.microsoft.com/office/drawing/2014/main" id="{A0543436-FA67-E9E7-58F8-D930646137E1}"/>
                </a:ext>
              </a:extLst>
            </p:cNvPr>
            <p:cNvSpPr txBox="1"/>
            <p:nvPr/>
          </p:nvSpPr>
          <p:spPr>
            <a:xfrm>
              <a:off x="11102825" y="254297"/>
              <a:ext cx="627285" cy="184666"/>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GB" sz="600" b="0" i="0" u="none" strike="noStrike" kern="1200" cap="none" spc="0" normalizeH="0" baseline="0" noProof="0" dirty="0">
                  <a:ln>
                    <a:noFill/>
                  </a:ln>
                  <a:solidFill>
                    <a:srgbClr val="00BCEB"/>
                  </a:solidFill>
                  <a:effectLst/>
                  <a:uLnTx/>
                  <a:uFillTx/>
                  <a:latin typeface="CiscoSansTT Light"/>
                  <a:ea typeface="ＭＳ Ｐゴシック" charset="0"/>
                </a:rPr>
                <a:t>Manual</a:t>
              </a:r>
            </a:p>
          </p:txBody>
        </p:sp>
        <p:sp>
          <p:nvSpPr>
            <p:cNvPr id="48" name="Rectangle: Rounded Corners 47">
              <a:extLst>
                <a:ext uri="{FF2B5EF4-FFF2-40B4-BE49-F238E27FC236}">
                  <a16:creationId xmlns:a16="http://schemas.microsoft.com/office/drawing/2014/main" id="{334400B2-23D1-D47F-3FC8-DBEAB704DDEB}"/>
                </a:ext>
              </a:extLst>
            </p:cNvPr>
            <p:cNvSpPr/>
            <p:nvPr/>
          </p:nvSpPr>
          <p:spPr>
            <a:xfrm>
              <a:off x="10804456" y="251897"/>
              <a:ext cx="190800" cy="189466"/>
            </a:xfrm>
            <a:prstGeom prst="round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414244"/>
                </a:solidFill>
                <a:effectLst/>
                <a:uLnTx/>
                <a:uFillTx/>
                <a:latin typeface="CiscoSansTT Light"/>
                <a:ea typeface="+mn-ea"/>
                <a:cs typeface="+mn-cs"/>
              </a:endParaRPr>
            </a:p>
          </p:txBody>
        </p:sp>
      </p:grpSp>
      <p:grpSp>
        <p:nvGrpSpPr>
          <p:cNvPr id="86" name="Group 85">
            <a:extLst>
              <a:ext uri="{FF2B5EF4-FFF2-40B4-BE49-F238E27FC236}">
                <a16:creationId xmlns:a16="http://schemas.microsoft.com/office/drawing/2014/main" id="{66D73F89-27A3-74C6-F515-752A9B0CBBE7}"/>
              </a:ext>
            </a:extLst>
          </p:cNvPr>
          <p:cNvGrpSpPr/>
          <p:nvPr/>
        </p:nvGrpSpPr>
        <p:grpSpPr>
          <a:xfrm>
            <a:off x="10804456" y="512297"/>
            <a:ext cx="1145002" cy="189466"/>
            <a:chOff x="10810885" y="566871"/>
            <a:chExt cx="1145002" cy="189466"/>
          </a:xfrm>
        </p:grpSpPr>
        <p:sp>
          <p:nvSpPr>
            <p:cNvPr id="49" name="Rectangle: Rounded Corners 48">
              <a:extLst>
                <a:ext uri="{FF2B5EF4-FFF2-40B4-BE49-F238E27FC236}">
                  <a16:creationId xmlns:a16="http://schemas.microsoft.com/office/drawing/2014/main" id="{10E67AF3-6425-DCA6-5CF2-62596A3E691F}"/>
                </a:ext>
              </a:extLst>
            </p:cNvPr>
            <p:cNvSpPr/>
            <p:nvPr/>
          </p:nvSpPr>
          <p:spPr>
            <a:xfrm>
              <a:off x="10810885" y="566871"/>
              <a:ext cx="190800" cy="189466"/>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414244"/>
                </a:solidFill>
                <a:effectLst/>
                <a:uLnTx/>
                <a:uFillTx/>
                <a:latin typeface="CiscoSansTT Light"/>
                <a:ea typeface="+mn-ea"/>
                <a:cs typeface="+mn-cs"/>
              </a:endParaRPr>
            </a:p>
          </p:txBody>
        </p:sp>
        <p:sp>
          <p:nvSpPr>
            <p:cNvPr id="79" name="TextBox 78">
              <a:extLst>
                <a:ext uri="{FF2B5EF4-FFF2-40B4-BE49-F238E27FC236}">
                  <a16:creationId xmlns:a16="http://schemas.microsoft.com/office/drawing/2014/main" id="{D2E5BA22-C454-6DEC-196F-FDEA7CC29856}"/>
                </a:ext>
              </a:extLst>
            </p:cNvPr>
            <p:cNvSpPr txBox="1"/>
            <p:nvPr/>
          </p:nvSpPr>
          <p:spPr>
            <a:xfrm>
              <a:off x="11102825" y="569271"/>
              <a:ext cx="853062" cy="184666"/>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GB" sz="600" b="0" i="0" u="none" strike="noStrike" kern="1200" cap="none" spc="0" normalizeH="0" baseline="0" noProof="0" dirty="0">
                  <a:ln>
                    <a:noFill/>
                  </a:ln>
                  <a:solidFill>
                    <a:srgbClr val="74BF4B"/>
                  </a:solidFill>
                  <a:effectLst/>
                  <a:uLnTx/>
                  <a:uFillTx/>
                  <a:latin typeface="CiscoSansTT Light"/>
                  <a:ea typeface="ＭＳ Ｐゴシック" charset="0"/>
                </a:rPr>
                <a:t>Automated</a:t>
              </a:r>
            </a:p>
          </p:txBody>
        </p:sp>
      </p:grpSp>
      <p:grpSp>
        <p:nvGrpSpPr>
          <p:cNvPr id="87" name="Group 86">
            <a:extLst>
              <a:ext uri="{FF2B5EF4-FFF2-40B4-BE49-F238E27FC236}">
                <a16:creationId xmlns:a16="http://schemas.microsoft.com/office/drawing/2014/main" id="{0CF2E13A-2E17-1A50-144A-5DC9F62033C8}"/>
              </a:ext>
            </a:extLst>
          </p:cNvPr>
          <p:cNvGrpSpPr/>
          <p:nvPr/>
        </p:nvGrpSpPr>
        <p:grpSpPr>
          <a:xfrm>
            <a:off x="10804456" y="748283"/>
            <a:ext cx="1649229" cy="189466"/>
            <a:chOff x="10810885" y="815100"/>
            <a:chExt cx="1649229" cy="189466"/>
          </a:xfrm>
        </p:grpSpPr>
        <p:sp>
          <p:nvSpPr>
            <p:cNvPr id="78" name="Rectangle: Rounded Corners 77">
              <a:extLst>
                <a:ext uri="{FF2B5EF4-FFF2-40B4-BE49-F238E27FC236}">
                  <a16:creationId xmlns:a16="http://schemas.microsoft.com/office/drawing/2014/main" id="{446922A6-5244-FD4D-C512-6D45ED2C8317}"/>
                </a:ext>
              </a:extLst>
            </p:cNvPr>
            <p:cNvSpPr/>
            <p:nvPr/>
          </p:nvSpPr>
          <p:spPr>
            <a:xfrm>
              <a:off x="10810885" y="815100"/>
              <a:ext cx="190800" cy="189466"/>
            </a:xfrm>
            <a:prstGeom prst="roundRect">
              <a:avLst/>
            </a:prstGeom>
            <a:solidFill>
              <a:schemeClr val="accent3">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414244"/>
                </a:solidFill>
                <a:effectLst/>
                <a:uLnTx/>
                <a:uFillTx/>
                <a:latin typeface="CiscoSansTT Light"/>
                <a:ea typeface="+mn-ea"/>
                <a:cs typeface="+mn-cs"/>
              </a:endParaRPr>
            </a:p>
          </p:txBody>
        </p:sp>
        <p:sp>
          <p:nvSpPr>
            <p:cNvPr id="80" name="TextBox 79">
              <a:extLst>
                <a:ext uri="{FF2B5EF4-FFF2-40B4-BE49-F238E27FC236}">
                  <a16:creationId xmlns:a16="http://schemas.microsoft.com/office/drawing/2014/main" id="{69A356E5-31AC-1C65-8C16-3E24A21A279A}"/>
                </a:ext>
              </a:extLst>
            </p:cNvPr>
            <p:cNvSpPr txBox="1"/>
            <p:nvPr/>
          </p:nvSpPr>
          <p:spPr>
            <a:xfrm>
              <a:off x="11102825" y="817500"/>
              <a:ext cx="1357289" cy="184666"/>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GB" sz="600" b="0" i="0" u="none" strike="noStrike" kern="1200" cap="none" spc="0" normalizeH="0" baseline="0" noProof="0" dirty="0">
                  <a:ln>
                    <a:noFill/>
                  </a:ln>
                  <a:solidFill>
                    <a:srgbClr val="0051AF">
                      <a:lumMod val="20000"/>
                      <a:lumOff val="80000"/>
                    </a:srgbClr>
                  </a:solidFill>
                  <a:effectLst/>
                  <a:uLnTx/>
                  <a:uFillTx/>
                  <a:latin typeface="CiscoSansTT Light"/>
                  <a:ea typeface="ＭＳ Ｐゴシック" charset="0"/>
                </a:rPr>
                <a:t>Marketing Team</a:t>
              </a:r>
            </a:p>
          </p:txBody>
        </p:sp>
      </p:grpSp>
      <p:grpSp>
        <p:nvGrpSpPr>
          <p:cNvPr id="88" name="Group 87">
            <a:extLst>
              <a:ext uri="{FF2B5EF4-FFF2-40B4-BE49-F238E27FC236}">
                <a16:creationId xmlns:a16="http://schemas.microsoft.com/office/drawing/2014/main" id="{5BFC98F0-AF75-E12D-8A42-18457E43D459}"/>
              </a:ext>
            </a:extLst>
          </p:cNvPr>
          <p:cNvGrpSpPr/>
          <p:nvPr/>
        </p:nvGrpSpPr>
        <p:grpSpPr>
          <a:xfrm>
            <a:off x="10804456" y="984269"/>
            <a:ext cx="1718803" cy="189466"/>
            <a:chOff x="10741311" y="1113173"/>
            <a:chExt cx="1718803" cy="189466"/>
          </a:xfrm>
        </p:grpSpPr>
        <p:sp>
          <p:nvSpPr>
            <p:cNvPr id="81" name="Rectangle: Rounded Corners 80">
              <a:extLst>
                <a:ext uri="{FF2B5EF4-FFF2-40B4-BE49-F238E27FC236}">
                  <a16:creationId xmlns:a16="http://schemas.microsoft.com/office/drawing/2014/main" id="{124CBB65-209A-C251-5CE0-698381E809BF}"/>
                </a:ext>
              </a:extLst>
            </p:cNvPr>
            <p:cNvSpPr/>
            <p:nvPr/>
          </p:nvSpPr>
          <p:spPr>
            <a:xfrm>
              <a:off x="10741311" y="1113173"/>
              <a:ext cx="190800" cy="189466"/>
            </a:xfrm>
            <a:prstGeom prst="roundRect">
              <a:avLst/>
            </a:prstGeom>
            <a:solidFill>
              <a:schemeClr val="accent5">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414244"/>
                </a:solidFill>
                <a:effectLst/>
                <a:uLnTx/>
                <a:uFillTx/>
                <a:latin typeface="CiscoSansTT Light"/>
                <a:ea typeface="+mn-ea"/>
                <a:cs typeface="+mn-cs"/>
              </a:endParaRPr>
            </a:p>
          </p:txBody>
        </p:sp>
        <p:sp>
          <p:nvSpPr>
            <p:cNvPr id="82" name="TextBox 81">
              <a:extLst>
                <a:ext uri="{FF2B5EF4-FFF2-40B4-BE49-F238E27FC236}">
                  <a16:creationId xmlns:a16="http://schemas.microsoft.com/office/drawing/2014/main" id="{2B5F2B24-7010-FF65-6D37-477E04691AB9}"/>
                </a:ext>
              </a:extLst>
            </p:cNvPr>
            <p:cNvSpPr txBox="1"/>
            <p:nvPr/>
          </p:nvSpPr>
          <p:spPr>
            <a:xfrm>
              <a:off x="11102825" y="1115573"/>
              <a:ext cx="1357289" cy="184666"/>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GB" sz="600" b="0" i="0" u="none" strike="noStrike" kern="1200" cap="none" spc="0" normalizeH="0" baseline="0" noProof="0" dirty="0">
                  <a:ln>
                    <a:noFill/>
                  </a:ln>
                  <a:solidFill>
                    <a:srgbClr val="FBAB2C"/>
                  </a:solidFill>
                  <a:effectLst/>
                  <a:uLnTx/>
                  <a:uFillTx/>
                  <a:latin typeface="CiscoSansTT Light"/>
                  <a:ea typeface="ＭＳ Ｐゴシック" charset="0"/>
                </a:rPr>
                <a:t>DART Team</a:t>
              </a:r>
            </a:p>
          </p:txBody>
        </p:sp>
      </p:grpSp>
      <p:sp>
        <p:nvSpPr>
          <p:cNvPr id="84" name="TextBox 83">
            <a:extLst>
              <a:ext uri="{FF2B5EF4-FFF2-40B4-BE49-F238E27FC236}">
                <a16:creationId xmlns:a16="http://schemas.microsoft.com/office/drawing/2014/main" id="{8EAAB302-6424-CBEC-EC73-A1254FAEE5EA}"/>
              </a:ext>
            </a:extLst>
          </p:cNvPr>
          <p:cNvSpPr txBox="1"/>
          <p:nvPr/>
        </p:nvSpPr>
        <p:spPr>
          <a:xfrm>
            <a:off x="10921978" y="-14030"/>
            <a:ext cx="853062" cy="246221"/>
          </a:xfrm>
          <a:prstGeom prst="rect">
            <a:avLst/>
          </a:prstGeom>
          <a:noFill/>
        </p:spPr>
        <p:txBody>
          <a:bodyPr wrap="square" rtlCol="0">
            <a:spAutoFit/>
          </a:bodyPr>
          <a:lstStyle/>
          <a:p>
            <a:pPr marL="0" marR="0" lvl="0" indent="0" algn="l" defTabSz="609559" rtl="0" eaLnBrk="1" fontAlgn="base" latinLnBrk="0" hangingPunct="1">
              <a:lnSpc>
                <a:spcPct val="100000"/>
              </a:lnSpc>
              <a:spcBef>
                <a:spcPct val="0"/>
              </a:spcBef>
              <a:spcAft>
                <a:spcPct val="0"/>
              </a:spcAft>
              <a:buClrTx/>
              <a:buSzTx/>
              <a:buFontTx/>
              <a:buNone/>
              <a:tabLst/>
              <a:defRPr/>
            </a:pPr>
            <a:r>
              <a:rPr kumimoji="0" lang="en-GB" sz="1000" b="0" i="0" u="none" strike="noStrike" kern="1200" cap="none" spc="0" normalizeH="0" baseline="0" noProof="0" dirty="0">
                <a:ln>
                  <a:noFill/>
                </a:ln>
                <a:solidFill>
                  <a:srgbClr val="0D274D"/>
                </a:solidFill>
                <a:effectLst/>
                <a:uLnTx/>
                <a:uFillTx/>
                <a:latin typeface="CiscoSansTT Light"/>
                <a:ea typeface="ＭＳ Ｐゴシック" charset="0"/>
              </a:rPr>
              <a:t>Legend</a:t>
            </a:r>
          </a:p>
        </p:txBody>
      </p:sp>
      <p:sp>
        <p:nvSpPr>
          <p:cNvPr id="99" name="TextBox 98">
            <a:extLst>
              <a:ext uri="{FF2B5EF4-FFF2-40B4-BE49-F238E27FC236}">
                <a16:creationId xmlns:a16="http://schemas.microsoft.com/office/drawing/2014/main" id="{5A0D1C43-A896-4F70-272E-7A9DA0C57F49}"/>
              </a:ext>
            </a:extLst>
          </p:cNvPr>
          <p:cNvSpPr txBox="1"/>
          <p:nvPr/>
        </p:nvSpPr>
        <p:spPr>
          <a:xfrm>
            <a:off x="5032844" y="2608660"/>
            <a:ext cx="1528026" cy="1938992"/>
          </a:xfrm>
          <a:prstGeom prst="rect">
            <a:avLst/>
          </a:prstGeom>
          <a:noFill/>
        </p:spPr>
        <p:txBody>
          <a:bodyPr wrap="square" rtlCol="0">
            <a:spAutoFit/>
          </a:bodyPr>
          <a:lstStyle/>
          <a:p>
            <a:pPr marR="0" lvl="0" algn="l" defTabSz="609559" rtl="0" eaLnBrk="1" fontAlgn="base" latinLnBrk="0" hangingPunct="1">
              <a:lnSpc>
                <a:spcPct val="100000"/>
              </a:lnSpc>
              <a:spcBef>
                <a:spcPct val="0"/>
              </a:spcBef>
              <a:spcAft>
                <a:spcPct val="0"/>
              </a:spcAft>
              <a:buClrTx/>
              <a:buSzTx/>
              <a:tabLst/>
              <a:defRPr/>
            </a:pPr>
            <a:r>
              <a:rPr kumimoji="0" lang="en-GB" sz="1000" b="1" i="0" u="none" strike="noStrike" kern="1200" cap="none" spc="0" normalizeH="0" baseline="0" noProof="0" dirty="0">
                <a:ln>
                  <a:noFill/>
                </a:ln>
                <a:solidFill>
                  <a:srgbClr val="414244"/>
                </a:solidFill>
                <a:effectLst/>
                <a:uLnTx/>
                <a:uFillTx/>
                <a:latin typeface="CiscoSansTT Light"/>
                <a:ea typeface="ＭＳ Ｐゴシック" charset="0"/>
              </a:rPr>
              <a:t>Data Fields</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Activity ID</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Activity Name</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Activity  Description</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GB" sz="1000" dirty="0">
                <a:solidFill>
                  <a:srgbClr val="414244"/>
                </a:solidFill>
                <a:latin typeface="CiscoSansTT Light"/>
              </a:rPr>
              <a:t>Offer ID</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Offer Name</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GB" sz="1000" dirty="0">
                <a:solidFill>
                  <a:srgbClr val="414244"/>
                </a:solidFill>
                <a:latin typeface="CiscoSansTT Light"/>
              </a:rPr>
              <a:t>Offer Description</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Drive To ID</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GB" sz="1000" dirty="0">
                <a:solidFill>
                  <a:srgbClr val="414244"/>
                </a:solidFill>
                <a:latin typeface="CiscoSansTT Light"/>
              </a:rPr>
              <a:t>Drive To Channel</a:t>
            </a:r>
            <a:endPar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endParaRP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Campaign</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Program</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Live Dates</a:t>
            </a:r>
          </a:p>
        </p:txBody>
      </p:sp>
      <p:sp>
        <p:nvSpPr>
          <p:cNvPr id="41" name="TextBox 40">
            <a:extLst>
              <a:ext uri="{FF2B5EF4-FFF2-40B4-BE49-F238E27FC236}">
                <a16:creationId xmlns:a16="http://schemas.microsoft.com/office/drawing/2014/main" id="{7574BD19-0301-2FF7-4BBA-274C1EFC342C}"/>
              </a:ext>
            </a:extLst>
          </p:cNvPr>
          <p:cNvSpPr txBox="1"/>
          <p:nvPr/>
        </p:nvSpPr>
        <p:spPr>
          <a:xfrm>
            <a:off x="8728924" y="2479957"/>
            <a:ext cx="2752970" cy="400110"/>
          </a:xfrm>
          <a:prstGeom prst="rect">
            <a:avLst/>
          </a:prstGeom>
          <a:noFill/>
        </p:spPr>
        <p:txBody>
          <a:bodyPr wrap="square" rtlCol="0">
            <a:spAutoFit/>
          </a:bodyPr>
          <a:lstStyle/>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Lead added</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GB" sz="1000" dirty="0">
                <a:solidFill>
                  <a:srgbClr val="414244"/>
                </a:solidFill>
                <a:latin typeface="CiscoSansTT Light"/>
              </a:rPr>
              <a:t>Campaign Member Added</a:t>
            </a:r>
            <a:endPar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endParaRPr>
          </a:p>
        </p:txBody>
      </p:sp>
      <p:pic>
        <p:nvPicPr>
          <p:cNvPr id="1026" name="Picture 2">
            <a:extLst>
              <a:ext uri="{FF2B5EF4-FFF2-40B4-BE49-F238E27FC236}">
                <a16:creationId xmlns:a16="http://schemas.microsoft.com/office/drawing/2014/main" id="{21D8CB8A-2A57-1B27-A3FE-C9BB424D57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590" y="1976213"/>
            <a:ext cx="1181100" cy="619125"/>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DCE90D0A-1E41-BA69-6325-4A1E9DEC64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2484" y="2782756"/>
            <a:ext cx="1009650" cy="10096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CEBE49D2-6A0A-644F-9BC4-6D9E924D3C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9109" y="3780116"/>
            <a:ext cx="1676400" cy="981075"/>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a:extLst>
              <a:ext uri="{FF2B5EF4-FFF2-40B4-BE49-F238E27FC236}">
                <a16:creationId xmlns:a16="http://schemas.microsoft.com/office/drawing/2014/main" id="{99F6D300-47E1-D457-9CE5-E314244214A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8646" y="4860231"/>
            <a:ext cx="1457325" cy="7524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930882EA-3BF1-7E03-9DE7-ACAD70593F4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494" y="5612706"/>
            <a:ext cx="1139627" cy="603731"/>
          </a:xfrm>
          <a:prstGeom prst="roundRect">
            <a:avLst>
              <a:gd name="adj" fmla="val 34644"/>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EC37783C-5AAE-A731-1CD2-A87858939C0F}"/>
              </a:ext>
            </a:extLst>
          </p:cNvPr>
          <p:cNvSpPr txBox="1"/>
          <p:nvPr/>
        </p:nvSpPr>
        <p:spPr>
          <a:xfrm>
            <a:off x="1865509" y="1982024"/>
            <a:ext cx="1351759" cy="707886"/>
          </a:xfrm>
          <a:prstGeom prst="rect">
            <a:avLst/>
          </a:prstGeom>
          <a:noFill/>
        </p:spPr>
        <p:txBody>
          <a:bodyPr wrap="square" rtlCol="0">
            <a:spAutoFit/>
          </a:bodyPr>
          <a:lstStyle/>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CCID Mandatory</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GB" sz="1000" dirty="0">
                <a:solidFill>
                  <a:srgbClr val="414244"/>
                </a:solidFill>
                <a:latin typeface="CiscoSansTT Light"/>
              </a:rPr>
              <a:t>DTID Mandatory (Coming)</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Offer </a:t>
            </a:r>
            <a:r>
              <a:rPr kumimoji="0" lang="en-GB" sz="1000" b="0" i="0" u="none" strike="noStrike" kern="1200" cap="none" spc="0" normalizeH="0" baseline="0" noProof="0" dirty="0" err="1">
                <a:ln>
                  <a:noFill/>
                </a:ln>
                <a:solidFill>
                  <a:srgbClr val="414244"/>
                </a:solidFill>
                <a:effectLst/>
                <a:uLnTx/>
                <a:uFillTx/>
                <a:latin typeface="CiscoSansTT Light"/>
                <a:ea typeface="ＭＳ Ｐゴシック" charset="0"/>
              </a:rPr>
              <a:t>iD</a:t>
            </a: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 Optional</a:t>
            </a:r>
          </a:p>
        </p:txBody>
      </p:sp>
      <p:sp>
        <p:nvSpPr>
          <p:cNvPr id="23" name="TextBox 22">
            <a:extLst>
              <a:ext uri="{FF2B5EF4-FFF2-40B4-BE49-F238E27FC236}">
                <a16:creationId xmlns:a16="http://schemas.microsoft.com/office/drawing/2014/main" id="{00BD94C5-B9A5-49D1-095F-1041CED19C3B}"/>
              </a:ext>
            </a:extLst>
          </p:cNvPr>
          <p:cNvSpPr txBox="1"/>
          <p:nvPr/>
        </p:nvSpPr>
        <p:spPr>
          <a:xfrm>
            <a:off x="1809514" y="2975186"/>
            <a:ext cx="1351759" cy="553998"/>
          </a:xfrm>
          <a:prstGeom prst="rect">
            <a:avLst/>
          </a:prstGeom>
          <a:noFill/>
        </p:spPr>
        <p:txBody>
          <a:bodyPr wrap="square" rtlCol="0">
            <a:spAutoFit/>
          </a:bodyPr>
          <a:lstStyle/>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CCID Optional</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GB" sz="1000" dirty="0">
                <a:solidFill>
                  <a:srgbClr val="414244"/>
                </a:solidFill>
                <a:latin typeface="CiscoSansTT Light"/>
              </a:rPr>
              <a:t>DTID Optional</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Offer </a:t>
            </a:r>
            <a:r>
              <a:rPr lang="en-GB" sz="1000" dirty="0">
                <a:solidFill>
                  <a:srgbClr val="414244"/>
                </a:solidFill>
                <a:latin typeface="CiscoSansTT Light"/>
              </a:rPr>
              <a:t>ID</a:t>
            </a: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 Optional</a:t>
            </a:r>
          </a:p>
        </p:txBody>
      </p:sp>
      <p:sp>
        <p:nvSpPr>
          <p:cNvPr id="24" name="TextBox 23">
            <a:extLst>
              <a:ext uri="{FF2B5EF4-FFF2-40B4-BE49-F238E27FC236}">
                <a16:creationId xmlns:a16="http://schemas.microsoft.com/office/drawing/2014/main" id="{53D28D25-8925-509F-77AD-D69ADA1B943D}"/>
              </a:ext>
            </a:extLst>
          </p:cNvPr>
          <p:cNvSpPr txBox="1"/>
          <p:nvPr/>
        </p:nvSpPr>
        <p:spPr>
          <a:xfrm>
            <a:off x="1861827" y="3993654"/>
            <a:ext cx="1351759" cy="553998"/>
          </a:xfrm>
          <a:prstGeom prst="rect">
            <a:avLst/>
          </a:prstGeom>
          <a:noFill/>
        </p:spPr>
        <p:txBody>
          <a:bodyPr wrap="square" rtlCol="0">
            <a:spAutoFit/>
          </a:bodyPr>
          <a:lstStyle/>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CCID Mandatory</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GB" sz="1000" dirty="0">
                <a:solidFill>
                  <a:srgbClr val="414244"/>
                </a:solidFill>
                <a:latin typeface="CiscoSansTT Light"/>
              </a:rPr>
              <a:t>DTID Optional</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Offer </a:t>
            </a:r>
            <a:r>
              <a:rPr lang="en-GB" sz="1000" dirty="0">
                <a:solidFill>
                  <a:srgbClr val="414244"/>
                </a:solidFill>
                <a:latin typeface="CiscoSansTT Light"/>
              </a:rPr>
              <a:t>ID</a:t>
            </a: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 Optional</a:t>
            </a:r>
          </a:p>
        </p:txBody>
      </p:sp>
      <p:sp>
        <p:nvSpPr>
          <p:cNvPr id="25" name="TextBox 24">
            <a:extLst>
              <a:ext uri="{FF2B5EF4-FFF2-40B4-BE49-F238E27FC236}">
                <a16:creationId xmlns:a16="http://schemas.microsoft.com/office/drawing/2014/main" id="{9BD64DA7-4F06-0D4C-CA3E-DA5E7ADFF069}"/>
              </a:ext>
            </a:extLst>
          </p:cNvPr>
          <p:cNvSpPr txBox="1"/>
          <p:nvPr/>
        </p:nvSpPr>
        <p:spPr>
          <a:xfrm>
            <a:off x="1760211" y="4928884"/>
            <a:ext cx="1601519" cy="553998"/>
          </a:xfrm>
          <a:prstGeom prst="rect">
            <a:avLst/>
          </a:prstGeom>
          <a:noFill/>
        </p:spPr>
        <p:txBody>
          <a:bodyPr wrap="square" rtlCol="0">
            <a:spAutoFit/>
          </a:bodyPr>
          <a:lstStyle/>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CCID Mandatory</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GB" sz="1000" dirty="0">
                <a:solidFill>
                  <a:srgbClr val="414244"/>
                </a:solidFill>
                <a:latin typeface="CiscoSansTT Light"/>
              </a:rPr>
              <a:t>DTID Mandatory</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Offer </a:t>
            </a:r>
            <a:r>
              <a:rPr lang="en-GB" sz="1000" dirty="0">
                <a:solidFill>
                  <a:srgbClr val="414244"/>
                </a:solidFill>
                <a:latin typeface="CiscoSansTT Light"/>
              </a:rPr>
              <a:t>ID</a:t>
            </a: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 Mandatory</a:t>
            </a:r>
          </a:p>
        </p:txBody>
      </p:sp>
      <p:sp>
        <p:nvSpPr>
          <p:cNvPr id="26" name="TextBox 25">
            <a:extLst>
              <a:ext uri="{FF2B5EF4-FFF2-40B4-BE49-F238E27FC236}">
                <a16:creationId xmlns:a16="http://schemas.microsoft.com/office/drawing/2014/main" id="{2CCC67D2-6800-3886-A294-3C6813CAE52C}"/>
              </a:ext>
            </a:extLst>
          </p:cNvPr>
          <p:cNvSpPr txBox="1"/>
          <p:nvPr/>
        </p:nvSpPr>
        <p:spPr>
          <a:xfrm>
            <a:off x="1755969" y="5662439"/>
            <a:ext cx="1676400" cy="553998"/>
          </a:xfrm>
          <a:prstGeom prst="rect">
            <a:avLst/>
          </a:prstGeom>
          <a:noFill/>
        </p:spPr>
        <p:txBody>
          <a:bodyPr wrap="square" rtlCol="0">
            <a:spAutoFit/>
          </a:bodyPr>
          <a:lstStyle/>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All values are defaulted in Tray.io as a standard process</a:t>
            </a:r>
          </a:p>
        </p:txBody>
      </p:sp>
      <p:sp>
        <p:nvSpPr>
          <p:cNvPr id="27" name="TextBox 26">
            <a:extLst>
              <a:ext uri="{FF2B5EF4-FFF2-40B4-BE49-F238E27FC236}">
                <a16:creationId xmlns:a16="http://schemas.microsoft.com/office/drawing/2014/main" id="{4C7B1C6E-BE5F-093B-AEA6-D0C09FCEEE55}"/>
              </a:ext>
            </a:extLst>
          </p:cNvPr>
          <p:cNvSpPr txBox="1"/>
          <p:nvPr/>
        </p:nvSpPr>
        <p:spPr>
          <a:xfrm>
            <a:off x="4953693" y="4662059"/>
            <a:ext cx="1969311" cy="1631216"/>
          </a:xfrm>
          <a:prstGeom prst="rect">
            <a:avLst/>
          </a:prstGeom>
          <a:noFill/>
        </p:spPr>
        <p:txBody>
          <a:bodyPr wrap="square" rtlCol="0">
            <a:spAutoFit/>
          </a:bodyPr>
          <a:lstStyle/>
          <a:p>
            <a:pPr marR="0" lvl="0" algn="l" defTabSz="609559" rtl="0" eaLnBrk="1" fontAlgn="base" latinLnBrk="0" hangingPunct="1">
              <a:lnSpc>
                <a:spcPct val="100000"/>
              </a:lnSpc>
              <a:spcBef>
                <a:spcPct val="0"/>
              </a:spcBef>
              <a:spcAft>
                <a:spcPct val="0"/>
              </a:spcAft>
              <a:buClrTx/>
              <a:buSzTx/>
              <a:tabLst/>
              <a:defRPr/>
            </a:pPr>
            <a:r>
              <a:rPr kumimoji="0" lang="en-GB" sz="1000" b="1" i="0" u="none" strike="noStrike" kern="1200" cap="none" spc="0" normalizeH="0" baseline="0" noProof="0" dirty="0">
                <a:ln>
                  <a:noFill/>
                </a:ln>
                <a:solidFill>
                  <a:srgbClr val="414244"/>
                </a:solidFill>
                <a:effectLst/>
                <a:uLnTx/>
                <a:uFillTx/>
                <a:latin typeface="CiscoSansTT Light"/>
                <a:ea typeface="ＭＳ Ｐゴシック" charset="0"/>
              </a:rPr>
              <a:t>Logic</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Data Validations on CTT ID on incoming records</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CTT Integration to add additional attributes</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GB" sz="1000" dirty="0">
                <a:solidFill>
                  <a:srgbClr val="414244"/>
                </a:solidFill>
                <a:latin typeface="CiscoSansTT Light"/>
              </a:rPr>
              <a:t>Logic using DTID to define tagging channels and Business Category</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Architecture (but currently being removed)</a:t>
            </a:r>
          </a:p>
        </p:txBody>
      </p:sp>
      <p:grpSp>
        <p:nvGrpSpPr>
          <p:cNvPr id="29" name="Group 28">
            <a:extLst>
              <a:ext uri="{FF2B5EF4-FFF2-40B4-BE49-F238E27FC236}">
                <a16:creationId xmlns:a16="http://schemas.microsoft.com/office/drawing/2014/main" id="{80B3C340-16CE-65E5-F02B-8B867EDC5DD8}"/>
              </a:ext>
            </a:extLst>
          </p:cNvPr>
          <p:cNvGrpSpPr/>
          <p:nvPr/>
        </p:nvGrpSpPr>
        <p:grpSpPr>
          <a:xfrm>
            <a:off x="8968849" y="1714931"/>
            <a:ext cx="996068" cy="730409"/>
            <a:chOff x="8888161" y="1958105"/>
            <a:chExt cx="1441240" cy="826326"/>
          </a:xfrm>
        </p:grpSpPr>
        <p:pic>
          <p:nvPicPr>
            <p:cNvPr id="13" name="Picture 12">
              <a:extLst>
                <a:ext uri="{FF2B5EF4-FFF2-40B4-BE49-F238E27FC236}">
                  <a16:creationId xmlns:a16="http://schemas.microsoft.com/office/drawing/2014/main" id="{54F4B3DE-3EE5-D221-45E7-8B386135390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071663" y="1958105"/>
              <a:ext cx="1074237" cy="680068"/>
            </a:xfrm>
            <a:prstGeom prst="roundRect">
              <a:avLst>
                <a:gd name="adj" fmla="val 38889"/>
              </a:avLst>
            </a:prstGeom>
          </p:spPr>
        </p:pic>
        <p:sp>
          <p:nvSpPr>
            <p:cNvPr id="28" name="TextBox 27">
              <a:extLst>
                <a:ext uri="{FF2B5EF4-FFF2-40B4-BE49-F238E27FC236}">
                  <a16:creationId xmlns:a16="http://schemas.microsoft.com/office/drawing/2014/main" id="{5896603A-50C7-F47B-B575-E833FD3B65B7}"/>
                </a:ext>
              </a:extLst>
            </p:cNvPr>
            <p:cNvSpPr txBox="1"/>
            <p:nvPr/>
          </p:nvSpPr>
          <p:spPr>
            <a:xfrm>
              <a:off x="8888161" y="2471057"/>
              <a:ext cx="1441240" cy="313374"/>
            </a:xfrm>
            <a:prstGeom prst="rect">
              <a:avLst/>
            </a:prstGeom>
            <a:noFill/>
          </p:spPr>
          <p:txBody>
            <a:bodyPr wrap="square" rtlCol="0">
              <a:spAutoFit/>
            </a:bodyPr>
            <a:lstStyle/>
            <a:p>
              <a:r>
                <a:rPr lang="en-US" sz="1200" dirty="0">
                  <a:latin typeface="+mn-lt"/>
                </a:rPr>
                <a:t>Campaigns</a:t>
              </a:r>
              <a:endParaRPr lang="en-GB" sz="1200" dirty="0">
                <a:latin typeface="+mn-lt"/>
              </a:endParaRPr>
            </a:p>
          </p:txBody>
        </p:sp>
      </p:grpSp>
      <p:sp>
        <p:nvSpPr>
          <p:cNvPr id="35" name="TextBox 34">
            <a:extLst>
              <a:ext uri="{FF2B5EF4-FFF2-40B4-BE49-F238E27FC236}">
                <a16:creationId xmlns:a16="http://schemas.microsoft.com/office/drawing/2014/main" id="{F1A763AF-5718-D4FF-FAA6-129DD2C2A84B}"/>
              </a:ext>
            </a:extLst>
          </p:cNvPr>
          <p:cNvSpPr txBox="1"/>
          <p:nvPr/>
        </p:nvSpPr>
        <p:spPr>
          <a:xfrm>
            <a:off x="8826061" y="3772961"/>
            <a:ext cx="3123397" cy="1015663"/>
          </a:xfrm>
          <a:prstGeom prst="rect">
            <a:avLst/>
          </a:prstGeom>
          <a:noFill/>
        </p:spPr>
        <p:txBody>
          <a:bodyPr wrap="square" rtlCol="0">
            <a:spAutoFit/>
          </a:bodyPr>
          <a:lstStyle/>
          <a:p>
            <a:pPr marR="0" lvl="0" algn="l" defTabSz="609559" rtl="0" eaLnBrk="1" fontAlgn="base" latinLnBrk="0" hangingPunct="1">
              <a:lnSpc>
                <a:spcPct val="100000"/>
              </a:lnSpc>
              <a:spcBef>
                <a:spcPct val="0"/>
              </a:spcBef>
              <a:spcAft>
                <a:spcPct val="0"/>
              </a:spcAft>
              <a:buClrTx/>
              <a:buSzTx/>
              <a:tabLst/>
              <a:defRPr/>
            </a:pPr>
            <a:r>
              <a:rPr kumimoji="0" lang="en-GB" sz="1000" b="1" i="0" u="none" strike="noStrike" kern="1200" cap="none" spc="0" normalizeH="0" baseline="0" noProof="0" dirty="0">
                <a:ln>
                  <a:noFill/>
                </a:ln>
                <a:solidFill>
                  <a:srgbClr val="414244"/>
                </a:solidFill>
                <a:effectLst/>
                <a:uLnTx/>
                <a:uFillTx/>
                <a:latin typeface="CiscoSansTT Light"/>
                <a:ea typeface="ＭＳ Ｐゴシック" charset="0"/>
              </a:rPr>
              <a:t>VDC Console</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GB" sz="1000" dirty="0">
                <a:solidFill>
                  <a:srgbClr val="414244"/>
                </a:solidFill>
                <a:latin typeface="CiscoSansTT Light"/>
              </a:rPr>
              <a:t>Marketing Activity ID</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GB" sz="1000" dirty="0">
                <a:solidFill>
                  <a:srgbClr val="414244"/>
                </a:solidFill>
                <a:latin typeface="CiscoSansTT Light"/>
              </a:rPr>
              <a:t>Activity ID Description</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Activity ID aligned to Salesforce Campaign</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GB" sz="1000" dirty="0">
                <a:solidFill>
                  <a:srgbClr val="414244"/>
                </a:solidFill>
                <a:latin typeface="CiscoSansTT Light"/>
              </a:rPr>
              <a:t>Offer ID</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Offer Name</a:t>
            </a:r>
          </a:p>
        </p:txBody>
      </p:sp>
      <p:sp>
        <p:nvSpPr>
          <p:cNvPr id="36" name="Arrow: Right 35">
            <a:extLst>
              <a:ext uri="{FF2B5EF4-FFF2-40B4-BE49-F238E27FC236}">
                <a16:creationId xmlns:a16="http://schemas.microsoft.com/office/drawing/2014/main" id="{6A74917E-D00C-F2C1-22E5-AFDC36846300}"/>
              </a:ext>
            </a:extLst>
          </p:cNvPr>
          <p:cNvSpPr/>
          <p:nvPr/>
        </p:nvSpPr>
        <p:spPr>
          <a:xfrm>
            <a:off x="7010400" y="3529184"/>
            <a:ext cx="1528026" cy="464470"/>
          </a:xfrm>
          <a:prstGeom prst="rightArrow">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 name="TextBox 36">
            <a:extLst>
              <a:ext uri="{FF2B5EF4-FFF2-40B4-BE49-F238E27FC236}">
                <a16:creationId xmlns:a16="http://schemas.microsoft.com/office/drawing/2014/main" id="{2E30F3BF-3978-79B1-0D39-BB8E1D1524C3}"/>
              </a:ext>
            </a:extLst>
          </p:cNvPr>
          <p:cNvSpPr txBox="1"/>
          <p:nvPr/>
        </p:nvSpPr>
        <p:spPr>
          <a:xfrm>
            <a:off x="6866625" y="3116491"/>
            <a:ext cx="1815576" cy="461665"/>
          </a:xfrm>
          <a:prstGeom prst="rect">
            <a:avLst/>
          </a:prstGeom>
          <a:noFill/>
        </p:spPr>
        <p:txBody>
          <a:bodyPr wrap="square" rtlCol="0">
            <a:spAutoFit/>
          </a:bodyPr>
          <a:lstStyle/>
          <a:p>
            <a:pPr algn="ctr"/>
            <a:r>
              <a:rPr lang="en-US" sz="1200" dirty="0">
                <a:solidFill>
                  <a:srgbClr val="FF0000"/>
                </a:solidFill>
                <a:latin typeface="+mn-lt"/>
              </a:rPr>
              <a:t>CCID Mandatory Field to create a Lead</a:t>
            </a:r>
            <a:endParaRPr lang="en-GB" sz="1200" dirty="0">
              <a:solidFill>
                <a:srgbClr val="FF0000"/>
              </a:solidFill>
              <a:latin typeface="+mn-lt"/>
            </a:endParaRPr>
          </a:p>
        </p:txBody>
      </p:sp>
      <p:sp>
        <p:nvSpPr>
          <p:cNvPr id="38" name="TextBox 37">
            <a:extLst>
              <a:ext uri="{FF2B5EF4-FFF2-40B4-BE49-F238E27FC236}">
                <a16:creationId xmlns:a16="http://schemas.microsoft.com/office/drawing/2014/main" id="{8A00540E-42D8-BF7C-6964-ED22FF84183A}"/>
              </a:ext>
            </a:extLst>
          </p:cNvPr>
          <p:cNvSpPr txBox="1"/>
          <p:nvPr/>
        </p:nvSpPr>
        <p:spPr>
          <a:xfrm>
            <a:off x="8775780" y="4851940"/>
            <a:ext cx="3123397" cy="707886"/>
          </a:xfrm>
          <a:prstGeom prst="rect">
            <a:avLst/>
          </a:prstGeom>
          <a:noFill/>
        </p:spPr>
        <p:txBody>
          <a:bodyPr wrap="square" rtlCol="0">
            <a:spAutoFit/>
          </a:bodyPr>
          <a:lstStyle/>
          <a:p>
            <a:pPr marR="0" lvl="0" algn="l" defTabSz="609559" rtl="0" eaLnBrk="1" fontAlgn="base" latinLnBrk="0" hangingPunct="1">
              <a:lnSpc>
                <a:spcPct val="100000"/>
              </a:lnSpc>
              <a:spcBef>
                <a:spcPct val="0"/>
              </a:spcBef>
              <a:spcAft>
                <a:spcPct val="0"/>
              </a:spcAft>
              <a:buClrTx/>
              <a:buSzTx/>
              <a:tabLst/>
              <a:defRPr/>
            </a:pPr>
            <a:r>
              <a:rPr kumimoji="0" lang="en-GB" sz="1000" b="1" i="0" u="none" strike="noStrike" kern="1200" cap="none" spc="0" normalizeH="0" baseline="0" noProof="0" dirty="0">
                <a:ln>
                  <a:noFill/>
                </a:ln>
                <a:solidFill>
                  <a:srgbClr val="414244"/>
                </a:solidFill>
                <a:effectLst/>
                <a:uLnTx/>
                <a:uFillTx/>
                <a:latin typeface="CiscoSansTT Light"/>
                <a:ea typeface="ＭＳ Ｐゴシック" charset="0"/>
              </a:rPr>
              <a:t>SFDC Integration with CTT</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GB" sz="1000" dirty="0">
                <a:solidFill>
                  <a:srgbClr val="414244"/>
                </a:solidFill>
                <a:latin typeface="CiscoSansTT Light"/>
              </a:rPr>
              <a:t>Cisco Global Campaign</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GB" sz="1000" dirty="0">
                <a:solidFill>
                  <a:srgbClr val="414244"/>
                </a:solidFill>
                <a:latin typeface="CiscoSansTT Light"/>
              </a:rPr>
              <a:t>Marketing Program Solution</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rPr>
              <a:t>Industry</a:t>
            </a:r>
          </a:p>
        </p:txBody>
      </p:sp>
      <p:grpSp>
        <p:nvGrpSpPr>
          <p:cNvPr id="39" name="Group 38">
            <a:extLst>
              <a:ext uri="{FF2B5EF4-FFF2-40B4-BE49-F238E27FC236}">
                <a16:creationId xmlns:a16="http://schemas.microsoft.com/office/drawing/2014/main" id="{D852A45C-857B-6904-36E5-5B9C30C1367F}"/>
              </a:ext>
            </a:extLst>
          </p:cNvPr>
          <p:cNvGrpSpPr/>
          <p:nvPr/>
        </p:nvGrpSpPr>
        <p:grpSpPr>
          <a:xfrm>
            <a:off x="8900122" y="2847747"/>
            <a:ext cx="996068" cy="730409"/>
            <a:chOff x="8888161" y="1958105"/>
            <a:chExt cx="1441240" cy="826326"/>
          </a:xfrm>
        </p:grpSpPr>
        <p:pic>
          <p:nvPicPr>
            <p:cNvPr id="40" name="Picture 39">
              <a:extLst>
                <a:ext uri="{FF2B5EF4-FFF2-40B4-BE49-F238E27FC236}">
                  <a16:creationId xmlns:a16="http://schemas.microsoft.com/office/drawing/2014/main" id="{DC1085BA-AC4D-56AE-195E-9CCD4406462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071663" y="1958105"/>
              <a:ext cx="1074237" cy="680068"/>
            </a:xfrm>
            <a:prstGeom prst="roundRect">
              <a:avLst>
                <a:gd name="adj" fmla="val 38889"/>
              </a:avLst>
            </a:prstGeom>
          </p:spPr>
        </p:pic>
        <p:sp>
          <p:nvSpPr>
            <p:cNvPr id="42" name="TextBox 41">
              <a:extLst>
                <a:ext uri="{FF2B5EF4-FFF2-40B4-BE49-F238E27FC236}">
                  <a16:creationId xmlns:a16="http://schemas.microsoft.com/office/drawing/2014/main" id="{6899E980-BEB8-FB04-2BB1-EC754E0E70F2}"/>
                </a:ext>
              </a:extLst>
            </p:cNvPr>
            <p:cNvSpPr txBox="1">
              <a:spLocks noGrp="1" noRot="1" noMove="1" noResize="1" noEditPoints="1" noAdjustHandles="1" noChangeArrowheads="1" noChangeShapeType="1"/>
            </p:cNvSpPr>
            <p:nvPr/>
          </p:nvSpPr>
          <p:spPr>
            <a:xfrm>
              <a:off x="8888161" y="2471057"/>
              <a:ext cx="1441240" cy="313374"/>
            </a:xfrm>
            <a:prstGeom prst="rect">
              <a:avLst/>
            </a:prstGeom>
            <a:noFill/>
          </p:spPr>
          <p:txBody>
            <a:bodyPr wrap="square" rtlCol="0">
              <a:spAutoFit/>
            </a:bodyPr>
            <a:lstStyle/>
            <a:p>
              <a:pPr algn="ctr"/>
              <a:r>
                <a:rPr lang="en-US" sz="1200" dirty="0">
                  <a:latin typeface="+mn-lt"/>
                </a:rPr>
                <a:t>Leads</a:t>
              </a:r>
              <a:endParaRPr lang="en-GB" sz="1200" dirty="0">
                <a:latin typeface="+mn-lt"/>
              </a:endParaRPr>
            </a:p>
          </p:txBody>
        </p:sp>
      </p:grpSp>
      <p:sp>
        <p:nvSpPr>
          <p:cNvPr id="43" name="TextBox 42">
            <a:extLst>
              <a:ext uri="{FF2B5EF4-FFF2-40B4-BE49-F238E27FC236}">
                <a16:creationId xmlns:a16="http://schemas.microsoft.com/office/drawing/2014/main" id="{FACEF5EE-818A-D27B-F007-15EFA6770667}"/>
              </a:ext>
            </a:extLst>
          </p:cNvPr>
          <p:cNvSpPr txBox="1"/>
          <p:nvPr/>
        </p:nvSpPr>
        <p:spPr>
          <a:xfrm>
            <a:off x="8762537" y="5588614"/>
            <a:ext cx="3123397" cy="553998"/>
          </a:xfrm>
          <a:prstGeom prst="rect">
            <a:avLst/>
          </a:prstGeom>
          <a:noFill/>
        </p:spPr>
        <p:txBody>
          <a:bodyPr wrap="square" rtlCol="0">
            <a:spAutoFit/>
          </a:bodyPr>
          <a:lstStyle/>
          <a:p>
            <a:pPr marR="0" lvl="0" algn="l" defTabSz="609559" rtl="0" eaLnBrk="1" fontAlgn="base" latinLnBrk="0" hangingPunct="1">
              <a:lnSpc>
                <a:spcPct val="100000"/>
              </a:lnSpc>
              <a:spcBef>
                <a:spcPct val="0"/>
              </a:spcBef>
              <a:spcAft>
                <a:spcPct val="0"/>
              </a:spcAft>
              <a:buClrTx/>
              <a:buSzTx/>
              <a:tabLst/>
              <a:defRPr/>
            </a:pPr>
            <a:r>
              <a:rPr kumimoji="0" lang="en-GB" sz="1000" b="1" i="0" u="none" strike="noStrike" kern="1200" cap="none" spc="0" normalizeH="0" baseline="0" noProof="0" dirty="0">
                <a:ln>
                  <a:noFill/>
                </a:ln>
                <a:solidFill>
                  <a:srgbClr val="414244"/>
                </a:solidFill>
                <a:effectLst/>
                <a:uLnTx/>
                <a:uFillTx/>
                <a:latin typeface="CiscoSansTT Light"/>
                <a:ea typeface="ＭＳ Ｐゴシック" charset="0"/>
              </a:rPr>
              <a:t>SFDC Reporting</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GB" sz="1000" dirty="0">
                <a:solidFill>
                  <a:srgbClr val="414244"/>
                </a:solidFill>
                <a:latin typeface="CiscoSansTT Light"/>
              </a:rPr>
              <a:t>All VDC Console Fields</a:t>
            </a:r>
          </a:p>
          <a:p>
            <a:pPr marL="171450" marR="0" lvl="0" indent="-171450" algn="l" defTabSz="609559"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GB" sz="1000" dirty="0">
                <a:solidFill>
                  <a:srgbClr val="414244"/>
                </a:solidFill>
                <a:latin typeface="CiscoSansTT Light"/>
              </a:rPr>
              <a:t>Drive To ID</a:t>
            </a:r>
            <a:endParaRPr kumimoji="0" lang="en-GB" sz="1000" b="0" i="0" u="none" strike="noStrike" kern="1200" cap="none" spc="0" normalizeH="0" baseline="0" noProof="0" dirty="0">
              <a:ln>
                <a:noFill/>
              </a:ln>
              <a:solidFill>
                <a:srgbClr val="414244"/>
              </a:solidFill>
              <a:effectLst/>
              <a:uLnTx/>
              <a:uFillTx/>
              <a:latin typeface="CiscoSansTT Light"/>
              <a:ea typeface="ＭＳ Ｐゴシック" charset="0"/>
            </a:endParaRPr>
          </a:p>
        </p:txBody>
      </p:sp>
    </p:spTree>
    <p:extLst>
      <p:ext uri="{BB962C8B-B14F-4D97-AF65-F5344CB8AC3E}">
        <p14:creationId xmlns:p14="http://schemas.microsoft.com/office/powerpoint/2010/main" val="332068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B6A6C21-CBA6-F11B-6BD4-38294129D25A}"/>
              </a:ext>
            </a:extLst>
          </p:cNvPr>
          <p:cNvSpPr>
            <a:spLocks noGrp="1"/>
          </p:cNvSpPr>
          <p:nvPr>
            <p:ph type="body" sz="quarter" idx="82"/>
          </p:nvPr>
        </p:nvSpPr>
        <p:spPr>
          <a:xfrm>
            <a:off x="625928" y="450012"/>
            <a:ext cx="8873672" cy="502702"/>
          </a:xfrm>
        </p:spPr>
        <p:txBody>
          <a:bodyPr/>
          <a:lstStyle/>
          <a:p>
            <a:r>
              <a:rPr lang="en-GB" dirty="0"/>
              <a:t>Tray Processing </a:t>
            </a:r>
          </a:p>
        </p:txBody>
      </p:sp>
      <p:pic>
        <p:nvPicPr>
          <p:cNvPr id="31" name="Picture 30" descr="Logo, company name&#10;&#10;Description automatically generated">
            <a:extLst>
              <a:ext uri="{FF2B5EF4-FFF2-40B4-BE49-F238E27FC236}">
                <a16:creationId xmlns:a16="http://schemas.microsoft.com/office/drawing/2014/main" id="{807943B5-D00D-1777-BB71-08FF188375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07402" y="878126"/>
            <a:ext cx="1344822" cy="922917"/>
          </a:xfrm>
          <a:prstGeom prst="roundRect">
            <a:avLst>
              <a:gd name="adj" fmla="val 50000"/>
            </a:avLst>
          </a:prstGeom>
        </p:spPr>
      </p:pic>
      <p:sp>
        <p:nvSpPr>
          <p:cNvPr id="34" name="TextBox 33">
            <a:extLst>
              <a:ext uri="{FF2B5EF4-FFF2-40B4-BE49-F238E27FC236}">
                <a16:creationId xmlns:a16="http://schemas.microsoft.com/office/drawing/2014/main" id="{5C11A329-F5FA-3BBC-819E-E225C8676C4F}"/>
              </a:ext>
            </a:extLst>
          </p:cNvPr>
          <p:cNvSpPr txBox="1"/>
          <p:nvPr/>
        </p:nvSpPr>
        <p:spPr>
          <a:xfrm>
            <a:off x="3677169" y="1339585"/>
            <a:ext cx="4761781" cy="369332"/>
          </a:xfrm>
          <a:prstGeom prst="rect">
            <a:avLst/>
          </a:prstGeom>
          <a:gradFill flip="none" rotWithShape="1">
            <a:gsLst>
              <a:gs pos="61000">
                <a:schemeClr val="accent4">
                  <a:lumMod val="95000"/>
                  <a:lumOff val="5000"/>
                </a:schemeClr>
              </a:gs>
              <a:gs pos="100000">
                <a:schemeClr val="accent4">
                  <a:lumMod val="60000"/>
                </a:schemeClr>
              </a:gs>
            </a:gsLst>
            <a:path path="circle">
              <a:fillToRect l="50000" t="130000" r="50000" b="-30000"/>
            </a:path>
            <a:tileRect/>
          </a:gradFill>
          <a:scene3d>
            <a:camera prst="orthographicFront"/>
            <a:lightRig rig="threePt" dir="t"/>
          </a:scene3d>
          <a:sp3d>
            <a:bevelT prst="angle"/>
            <a:bevelB/>
          </a:sp3d>
        </p:spPr>
        <p:txBody>
          <a:bodyPr wrap="square" rtlCol="0">
            <a:spAutoFit/>
          </a:bodyPr>
          <a:lstStyle/>
          <a:p>
            <a:pPr algn="ctr"/>
            <a:r>
              <a:rPr lang="en-GB" b="1" dirty="0">
                <a:latin typeface="+mn-lt"/>
              </a:rPr>
              <a:t>Data Attributes Example</a:t>
            </a:r>
          </a:p>
        </p:txBody>
      </p:sp>
      <p:sp>
        <p:nvSpPr>
          <p:cNvPr id="35" name="TextBox 34">
            <a:extLst>
              <a:ext uri="{FF2B5EF4-FFF2-40B4-BE49-F238E27FC236}">
                <a16:creationId xmlns:a16="http://schemas.microsoft.com/office/drawing/2014/main" id="{7DC30FBB-44E9-B36A-DA33-EBD33D6EF759}"/>
              </a:ext>
            </a:extLst>
          </p:cNvPr>
          <p:cNvSpPr txBox="1"/>
          <p:nvPr/>
        </p:nvSpPr>
        <p:spPr>
          <a:xfrm>
            <a:off x="8930640" y="208160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Program ID</a:t>
            </a:r>
          </a:p>
        </p:txBody>
      </p:sp>
      <p:sp>
        <p:nvSpPr>
          <p:cNvPr id="36" name="TextBox 35">
            <a:extLst>
              <a:ext uri="{FF2B5EF4-FFF2-40B4-BE49-F238E27FC236}">
                <a16:creationId xmlns:a16="http://schemas.microsoft.com/office/drawing/2014/main" id="{97043CA2-FC2A-A6EB-202B-DD6589FC004D}"/>
              </a:ext>
            </a:extLst>
          </p:cNvPr>
          <p:cNvSpPr txBox="1"/>
          <p:nvPr/>
        </p:nvSpPr>
        <p:spPr>
          <a:xfrm>
            <a:off x="8930640" y="256101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Program Name</a:t>
            </a:r>
          </a:p>
        </p:txBody>
      </p:sp>
      <p:sp>
        <p:nvSpPr>
          <p:cNvPr id="37" name="TextBox 36">
            <a:extLst>
              <a:ext uri="{FF2B5EF4-FFF2-40B4-BE49-F238E27FC236}">
                <a16:creationId xmlns:a16="http://schemas.microsoft.com/office/drawing/2014/main" id="{CE1B25D2-836C-7688-8EC6-38E8442D947F}"/>
              </a:ext>
            </a:extLst>
          </p:cNvPr>
          <p:cNvSpPr txBox="1"/>
          <p:nvPr/>
        </p:nvSpPr>
        <p:spPr>
          <a:xfrm>
            <a:off x="8930640" y="3040428"/>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US" dirty="0">
                <a:latin typeface="+mn-lt"/>
              </a:rPr>
              <a:t>Program Description</a:t>
            </a:r>
            <a:endParaRPr lang="en-GB" dirty="0">
              <a:latin typeface="+mn-lt"/>
            </a:endParaRPr>
          </a:p>
        </p:txBody>
      </p:sp>
      <p:sp>
        <p:nvSpPr>
          <p:cNvPr id="38" name="TextBox 37">
            <a:extLst>
              <a:ext uri="{FF2B5EF4-FFF2-40B4-BE49-F238E27FC236}">
                <a16:creationId xmlns:a16="http://schemas.microsoft.com/office/drawing/2014/main" id="{36FFAF82-9C58-7B51-7879-6E985B44CA20}"/>
              </a:ext>
            </a:extLst>
          </p:cNvPr>
          <p:cNvSpPr txBox="1"/>
          <p:nvPr/>
        </p:nvSpPr>
        <p:spPr>
          <a:xfrm>
            <a:off x="8930640" y="3519840"/>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Offer ID</a:t>
            </a:r>
          </a:p>
        </p:txBody>
      </p:sp>
      <p:sp>
        <p:nvSpPr>
          <p:cNvPr id="39" name="TextBox 38">
            <a:extLst>
              <a:ext uri="{FF2B5EF4-FFF2-40B4-BE49-F238E27FC236}">
                <a16:creationId xmlns:a16="http://schemas.microsoft.com/office/drawing/2014/main" id="{FFCA3794-C342-0A31-FEAE-5055C77319DD}"/>
              </a:ext>
            </a:extLst>
          </p:cNvPr>
          <p:cNvSpPr txBox="1"/>
          <p:nvPr/>
        </p:nvSpPr>
        <p:spPr>
          <a:xfrm>
            <a:off x="8930640" y="3999252"/>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Offer Name</a:t>
            </a:r>
          </a:p>
        </p:txBody>
      </p:sp>
      <p:sp>
        <p:nvSpPr>
          <p:cNvPr id="40" name="TextBox 39">
            <a:extLst>
              <a:ext uri="{FF2B5EF4-FFF2-40B4-BE49-F238E27FC236}">
                <a16:creationId xmlns:a16="http://schemas.microsoft.com/office/drawing/2014/main" id="{2A73A469-A7A0-63E9-541D-2A7666243DF8}"/>
              </a:ext>
            </a:extLst>
          </p:cNvPr>
          <p:cNvSpPr txBox="1"/>
          <p:nvPr/>
        </p:nvSpPr>
        <p:spPr>
          <a:xfrm>
            <a:off x="8930640" y="447866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Offer Description</a:t>
            </a:r>
          </a:p>
        </p:txBody>
      </p:sp>
      <p:sp>
        <p:nvSpPr>
          <p:cNvPr id="41" name="TextBox 40">
            <a:extLst>
              <a:ext uri="{FF2B5EF4-FFF2-40B4-BE49-F238E27FC236}">
                <a16:creationId xmlns:a16="http://schemas.microsoft.com/office/drawing/2014/main" id="{F6D54A8F-64AD-4F67-3C0E-F10BF13E0838}"/>
              </a:ext>
            </a:extLst>
          </p:cNvPr>
          <p:cNvSpPr txBox="1"/>
          <p:nvPr/>
        </p:nvSpPr>
        <p:spPr>
          <a:xfrm>
            <a:off x="8930640" y="495807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Drive To ID</a:t>
            </a:r>
          </a:p>
        </p:txBody>
      </p:sp>
      <p:sp>
        <p:nvSpPr>
          <p:cNvPr id="42" name="TextBox 41">
            <a:extLst>
              <a:ext uri="{FF2B5EF4-FFF2-40B4-BE49-F238E27FC236}">
                <a16:creationId xmlns:a16="http://schemas.microsoft.com/office/drawing/2014/main" id="{68CE020E-72AF-FFA2-BAD6-BCDE6F85483E}"/>
              </a:ext>
            </a:extLst>
          </p:cNvPr>
          <p:cNvSpPr txBox="1"/>
          <p:nvPr/>
        </p:nvSpPr>
        <p:spPr>
          <a:xfrm>
            <a:off x="8930640" y="5437488"/>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Drive to Channel Name</a:t>
            </a:r>
          </a:p>
        </p:txBody>
      </p:sp>
      <p:sp>
        <p:nvSpPr>
          <p:cNvPr id="43" name="TextBox 42">
            <a:extLst>
              <a:ext uri="{FF2B5EF4-FFF2-40B4-BE49-F238E27FC236}">
                <a16:creationId xmlns:a16="http://schemas.microsoft.com/office/drawing/2014/main" id="{E62A0DD6-0647-F7F0-07B2-64C4E104B626}"/>
              </a:ext>
            </a:extLst>
          </p:cNvPr>
          <p:cNvSpPr txBox="1"/>
          <p:nvPr/>
        </p:nvSpPr>
        <p:spPr>
          <a:xfrm>
            <a:off x="8930640" y="5916897"/>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Tagging Channel</a:t>
            </a:r>
          </a:p>
        </p:txBody>
      </p:sp>
      <p:sp>
        <p:nvSpPr>
          <p:cNvPr id="44" name="TextBox 43">
            <a:extLst>
              <a:ext uri="{FF2B5EF4-FFF2-40B4-BE49-F238E27FC236}">
                <a16:creationId xmlns:a16="http://schemas.microsoft.com/office/drawing/2014/main" id="{127DFE6F-7CD3-0765-D996-F7D8A092DF0B}"/>
              </a:ext>
            </a:extLst>
          </p:cNvPr>
          <p:cNvSpPr txBox="1"/>
          <p:nvPr/>
        </p:nvSpPr>
        <p:spPr>
          <a:xfrm>
            <a:off x="375920" y="208160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defPPr>
              <a:defRPr lang="en-US"/>
            </a:defPPr>
            <a:lvl1pPr>
              <a:defRPr>
                <a:latin typeface="+mn-lt"/>
              </a:defRPr>
            </a:lvl1pPr>
          </a:lstStyle>
          <a:p>
            <a:r>
              <a:rPr lang="en-GB" dirty="0"/>
              <a:t>Activity ID</a:t>
            </a:r>
          </a:p>
        </p:txBody>
      </p:sp>
      <p:sp>
        <p:nvSpPr>
          <p:cNvPr id="45" name="TextBox 44">
            <a:extLst>
              <a:ext uri="{FF2B5EF4-FFF2-40B4-BE49-F238E27FC236}">
                <a16:creationId xmlns:a16="http://schemas.microsoft.com/office/drawing/2014/main" id="{96BEE160-A553-69AC-1BFC-2ADF626E093F}"/>
              </a:ext>
            </a:extLst>
          </p:cNvPr>
          <p:cNvSpPr txBox="1"/>
          <p:nvPr/>
        </p:nvSpPr>
        <p:spPr>
          <a:xfrm>
            <a:off x="375920" y="256101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defPPr>
              <a:defRPr lang="en-US"/>
            </a:defPPr>
            <a:lvl1pPr>
              <a:defRPr>
                <a:latin typeface="+mn-lt"/>
              </a:defRPr>
            </a:lvl1pPr>
          </a:lstStyle>
          <a:p>
            <a:r>
              <a:rPr lang="en-GB" dirty="0"/>
              <a:t>Activity Name</a:t>
            </a:r>
          </a:p>
        </p:txBody>
      </p:sp>
      <p:sp>
        <p:nvSpPr>
          <p:cNvPr id="47" name="TextBox 46">
            <a:extLst>
              <a:ext uri="{FF2B5EF4-FFF2-40B4-BE49-F238E27FC236}">
                <a16:creationId xmlns:a16="http://schemas.microsoft.com/office/drawing/2014/main" id="{FAA015D2-6069-8C9D-7FCF-FEA08C289C2A}"/>
              </a:ext>
            </a:extLst>
          </p:cNvPr>
          <p:cNvSpPr txBox="1"/>
          <p:nvPr/>
        </p:nvSpPr>
        <p:spPr>
          <a:xfrm>
            <a:off x="375920" y="3519840"/>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OID</a:t>
            </a:r>
          </a:p>
        </p:txBody>
      </p:sp>
      <p:sp>
        <p:nvSpPr>
          <p:cNvPr id="48" name="TextBox 47">
            <a:extLst>
              <a:ext uri="{FF2B5EF4-FFF2-40B4-BE49-F238E27FC236}">
                <a16:creationId xmlns:a16="http://schemas.microsoft.com/office/drawing/2014/main" id="{006D14D8-73F0-3D31-A7F7-4EEB2A3EAB5D}"/>
              </a:ext>
            </a:extLst>
          </p:cNvPr>
          <p:cNvSpPr txBox="1"/>
          <p:nvPr/>
        </p:nvSpPr>
        <p:spPr>
          <a:xfrm>
            <a:off x="375920" y="3999252"/>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defPPr>
              <a:defRPr lang="en-US"/>
            </a:defPPr>
            <a:lvl1pPr>
              <a:defRPr>
                <a:latin typeface="+mn-lt"/>
              </a:defRPr>
            </a:lvl1pPr>
          </a:lstStyle>
          <a:p>
            <a:r>
              <a:rPr lang="en-GB" dirty="0"/>
              <a:t>Offer Name</a:t>
            </a:r>
          </a:p>
        </p:txBody>
      </p:sp>
      <p:sp>
        <p:nvSpPr>
          <p:cNvPr id="49" name="TextBox 48">
            <a:extLst>
              <a:ext uri="{FF2B5EF4-FFF2-40B4-BE49-F238E27FC236}">
                <a16:creationId xmlns:a16="http://schemas.microsoft.com/office/drawing/2014/main" id="{07CB45BA-5327-D8C9-B344-E69774635195}"/>
              </a:ext>
            </a:extLst>
          </p:cNvPr>
          <p:cNvSpPr txBox="1"/>
          <p:nvPr/>
        </p:nvSpPr>
        <p:spPr>
          <a:xfrm>
            <a:off x="375920" y="447866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Description</a:t>
            </a:r>
          </a:p>
        </p:txBody>
      </p:sp>
      <p:sp>
        <p:nvSpPr>
          <p:cNvPr id="50" name="TextBox 49">
            <a:extLst>
              <a:ext uri="{FF2B5EF4-FFF2-40B4-BE49-F238E27FC236}">
                <a16:creationId xmlns:a16="http://schemas.microsoft.com/office/drawing/2014/main" id="{BA7372B0-40BF-D15A-04F3-FF1F54AF10EC}"/>
              </a:ext>
            </a:extLst>
          </p:cNvPr>
          <p:cNvSpPr txBox="1"/>
          <p:nvPr/>
        </p:nvSpPr>
        <p:spPr>
          <a:xfrm>
            <a:off x="375920" y="495807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DTID</a:t>
            </a:r>
          </a:p>
        </p:txBody>
      </p:sp>
      <p:sp>
        <p:nvSpPr>
          <p:cNvPr id="51" name="TextBox 50">
            <a:extLst>
              <a:ext uri="{FF2B5EF4-FFF2-40B4-BE49-F238E27FC236}">
                <a16:creationId xmlns:a16="http://schemas.microsoft.com/office/drawing/2014/main" id="{7BFD9122-BEA1-ABA6-A7E6-130A93573EC1}"/>
              </a:ext>
            </a:extLst>
          </p:cNvPr>
          <p:cNvSpPr txBox="1"/>
          <p:nvPr/>
        </p:nvSpPr>
        <p:spPr>
          <a:xfrm>
            <a:off x="375920" y="5437488"/>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Vehicle Name	</a:t>
            </a:r>
          </a:p>
        </p:txBody>
      </p:sp>
      <p:sp>
        <p:nvSpPr>
          <p:cNvPr id="52" name="TextBox 51">
            <a:extLst>
              <a:ext uri="{FF2B5EF4-FFF2-40B4-BE49-F238E27FC236}">
                <a16:creationId xmlns:a16="http://schemas.microsoft.com/office/drawing/2014/main" id="{EABEBD91-78A3-BA09-3BC9-F27007EBEE49}"/>
              </a:ext>
            </a:extLst>
          </p:cNvPr>
          <p:cNvSpPr txBox="1"/>
          <p:nvPr/>
        </p:nvSpPr>
        <p:spPr>
          <a:xfrm>
            <a:off x="375920" y="5916896"/>
            <a:ext cx="3132000" cy="370800"/>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sz="1400" dirty="0">
                <a:solidFill>
                  <a:srgbClr val="FF0000"/>
                </a:solidFill>
                <a:latin typeface="+mn-lt"/>
              </a:rPr>
              <a:t>N/A Derived from Vehicle Name</a:t>
            </a:r>
          </a:p>
        </p:txBody>
      </p:sp>
      <p:sp>
        <p:nvSpPr>
          <p:cNvPr id="53" name="TextBox 52">
            <a:extLst>
              <a:ext uri="{FF2B5EF4-FFF2-40B4-BE49-F238E27FC236}">
                <a16:creationId xmlns:a16="http://schemas.microsoft.com/office/drawing/2014/main" id="{8A65FBC6-D7EC-574C-48CB-C65CAAB5727F}"/>
              </a:ext>
            </a:extLst>
          </p:cNvPr>
          <p:cNvSpPr txBox="1"/>
          <p:nvPr/>
        </p:nvSpPr>
        <p:spPr>
          <a:xfrm>
            <a:off x="3823590" y="2081602"/>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US" b="0" i="0" dirty="0">
                <a:solidFill>
                  <a:srgbClr val="181818"/>
                </a:solidFill>
                <a:effectLst/>
                <a:latin typeface="-apple-system"/>
              </a:rPr>
              <a:t>cc002657</a:t>
            </a:r>
            <a:endParaRPr lang="en-GB" dirty="0">
              <a:latin typeface="+mn-lt"/>
            </a:endParaRPr>
          </a:p>
        </p:txBody>
      </p:sp>
      <p:sp>
        <p:nvSpPr>
          <p:cNvPr id="54" name="TextBox 53">
            <a:extLst>
              <a:ext uri="{FF2B5EF4-FFF2-40B4-BE49-F238E27FC236}">
                <a16:creationId xmlns:a16="http://schemas.microsoft.com/office/drawing/2014/main" id="{C67307A1-C9F9-5CE3-4378-166EDEE8AF3D}"/>
              </a:ext>
            </a:extLst>
          </p:cNvPr>
          <p:cNvSpPr txBox="1"/>
          <p:nvPr/>
        </p:nvSpPr>
        <p:spPr>
          <a:xfrm>
            <a:off x="3823590" y="2561016"/>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US" b="0" i="0" dirty="0">
                <a:solidFill>
                  <a:srgbClr val="181818"/>
                </a:solidFill>
                <a:effectLst/>
                <a:latin typeface="-apple-system"/>
              </a:rPr>
              <a:t>Full-Stack Observability - AMER - FY21</a:t>
            </a:r>
            <a:endParaRPr lang="en-GB" dirty="0">
              <a:latin typeface="+mn-lt"/>
            </a:endParaRPr>
          </a:p>
        </p:txBody>
      </p:sp>
      <p:sp>
        <p:nvSpPr>
          <p:cNvPr id="55" name="TextBox 54">
            <a:extLst>
              <a:ext uri="{FF2B5EF4-FFF2-40B4-BE49-F238E27FC236}">
                <a16:creationId xmlns:a16="http://schemas.microsoft.com/office/drawing/2014/main" id="{02C35433-C25C-1DA7-FF02-94AB37A124BE}"/>
              </a:ext>
            </a:extLst>
          </p:cNvPr>
          <p:cNvSpPr txBox="1"/>
          <p:nvPr/>
        </p:nvSpPr>
        <p:spPr>
          <a:xfrm>
            <a:off x="3823590" y="3040428"/>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defPPr>
              <a:defRPr lang="en-US"/>
            </a:defPPr>
            <a:lvl1pPr>
              <a:defRPr b="0" i="0">
                <a:solidFill>
                  <a:srgbClr val="181818"/>
                </a:solidFill>
                <a:effectLst/>
                <a:latin typeface="-apple-system"/>
              </a:defRPr>
            </a:lvl1pPr>
          </a:lstStyle>
          <a:p>
            <a:r>
              <a:rPr lang="en-US" dirty="0"/>
              <a:t>Full-Stack Observability - AMER</a:t>
            </a:r>
            <a:endParaRPr lang="en-GB" dirty="0"/>
          </a:p>
        </p:txBody>
      </p:sp>
      <p:sp>
        <p:nvSpPr>
          <p:cNvPr id="56" name="TextBox 55">
            <a:extLst>
              <a:ext uri="{FF2B5EF4-FFF2-40B4-BE49-F238E27FC236}">
                <a16:creationId xmlns:a16="http://schemas.microsoft.com/office/drawing/2014/main" id="{FB099923-2CC7-66F8-26E0-65E6A5A2B977}"/>
              </a:ext>
            </a:extLst>
          </p:cNvPr>
          <p:cNvSpPr txBox="1"/>
          <p:nvPr/>
        </p:nvSpPr>
        <p:spPr>
          <a:xfrm>
            <a:off x="3823590" y="3519840"/>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b="0" i="0" dirty="0">
                <a:solidFill>
                  <a:srgbClr val="181818"/>
                </a:solidFill>
                <a:effectLst/>
                <a:latin typeface="-apple-system"/>
              </a:rPr>
              <a:t>dmocsm029414</a:t>
            </a:r>
            <a:endParaRPr lang="en-GB" dirty="0">
              <a:latin typeface="+mn-lt"/>
            </a:endParaRPr>
          </a:p>
        </p:txBody>
      </p:sp>
      <p:sp>
        <p:nvSpPr>
          <p:cNvPr id="57" name="TextBox 56">
            <a:extLst>
              <a:ext uri="{FF2B5EF4-FFF2-40B4-BE49-F238E27FC236}">
                <a16:creationId xmlns:a16="http://schemas.microsoft.com/office/drawing/2014/main" id="{3837D431-F4AF-8EFD-EEC8-2D52715FB3B3}"/>
              </a:ext>
            </a:extLst>
          </p:cNvPr>
          <p:cNvSpPr txBox="1"/>
          <p:nvPr/>
        </p:nvSpPr>
        <p:spPr>
          <a:xfrm>
            <a:off x="3823590" y="3999251"/>
            <a:ext cx="4572000" cy="37080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defPPr>
              <a:defRPr lang="en-US"/>
            </a:defPPr>
            <a:lvl1pPr>
              <a:defRPr b="0" i="0">
                <a:solidFill>
                  <a:srgbClr val="181818"/>
                </a:solidFill>
                <a:effectLst/>
                <a:latin typeface="-apple-system"/>
              </a:defRPr>
            </a:lvl1pPr>
          </a:lstStyle>
          <a:p>
            <a:r>
              <a:rPr lang="en-US" dirty="0"/>
              <a:t>Cross Arch FSO Free Trials SOLP Demo FY22Q4</a:t>
            </a:r>
            <a:endParaRPr lang="en-GB" dirty="0"/>
          </a:p>
        </p:txBody>
      </p:sp>
      <p:sp>
        <p:nvSpPr>
          <p:cNvPr id="58" name="TextBox 57">
            <a:extLst>
              <a:ext uri="{FF2B5EF4-FFF2-40B4-BE49-F238E27FC236}">
                <a16:creationId xmlns:a16="http://schemas.microsoft.com/office/drawing/2014/main" id="{864D9FCF-20D3-B9BA-8A22-2DC63153F18A}"/>
              </a:ext>
            </a:extLst>
          </p:cNvPr>
          <p:cNvSpPr txBox="1"/>
          <p:nvPr/>
        </p:nvSpPr>
        <p:spPr>
          <a:xfrm>
            <a:off x="3823590" y="4478663"/>
            <a:ext cx="4572000" cy="246221"/>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defPPr>
              <a:defRPr lang="en-US"/>
            </a:defPPr>
            <a:lvl1pPr>
              <a:defRPr b="0" i="0">
                <a:solidFill>
                  <a:srgbClr val="181818"/>
                </a:solidFill>
                <a:effectLst/>
                <a:latin typeface="-apple-system"/>
              </a:defRPr>
            </a:lvl1pPr>
          </a:lstStyle>
          <a:p>
            <a:r>
              <a:rPr lang="en-US" dirty="0"/>
              <a:t>Combined free trial form for FSO</a:t>
            </a:r>
            <a:endParaRPr lang="en-GB" dirty="0"/>
          </a:p>
        </p:txBody>
      </p:sp>
      <p:sp>
        <p:nvSpPr>
          <p:cNvPr id="59" name="TextBox 58">
            <a:extLst>
              <a:ext uri="{FF2B5EF4-FFF2-40B4-BE49-F238E27FC236}">
                <a16:creationId xmlns:a16="http://schemas.microsoft.com/office/drawing/2014/main" id="{3BCAF00B-C9B6-385E-E04B-6044E2FE69C9}"/>
              </a:ext>
            </a:extLst>
          </p:cNvPr>
          <p:cNvSpPr txBox="1"/>
          <p:nvPr/>
        </p:nvSpPr>
        <p:spPr>
          <a:xfrm>
            <a:off x="3823590" y="4958076"/>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b="0" i="0" dirty="0">
                <a:solidFill>
                  <a:srgbClr val="181818"/>
                </a:solidFill>
                <a:effectLst/>
                <a:latin typeface="-apple-system"/>
              </a:rPr>
              <a:t>pseggl000015</a:t>
            </a:r>
            <a:endParaRPr lang="en-GB" dirty="0">
              <a:latin typeface="+mn-lt"/>
            </a:endParaRPr>
          </a:p>
        </p:txBody>
      </p:sp>
      <p:sp>
        <p:nvSpPr>
          <p:cNvPr id="60" name="TextBox 59">
            <a:extLst>
              <a:ext uri="{FF2B5EF4-FFF2-40B4-BE49-F238E27FC236}">
                <a16:creationId xmlns:a16="http://schemas.microsoft.com/office/drawing/2014/main" id="{84C557F2-D2AA-3931-3D42-0C8B7237A0E4}"/>
              </a:ext>
            </a:extLst>
          </p:cNvPr>
          <p:cNvSpPr txBox="1"/>
          <p:nvPr/>
        </p:nvSpPr>
        <p:spPr>
          <a:xfrm>
            <a:off x="3823590" y="5437488"/>
            <a:ext cx="4572000" cy="246221"/>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defPPr>
              <a:defRPr lang="en-US"/>
            </a:defPPr>
            <a:lvl1pPr>
              <a:defRPr b="0" i="0">
                <a:solidFill>
                  <a:srgbClr val="181818"/>
                </a:solidFill>
                <a:effectLst/>
                <a:latin typeface="-apple-system"/>
              </a:defRPr>
            </a:lvl1pPr>
          </a:lstStyle>
          <a:p>
            <a:r>
              <a:rPr lang="en-US" dirty="0"/>
              <a:t>Paid Search</a:t>
            </a:r>
            <a:r>
              <a:rPr lang="en-GB" dirty="0"/>
              <a:t>	</a:t>
            </a:r>
          </a:p>
        </p:txBody>
      </p:sp>
      <p:sp>
        <p:nvSpPr>
          <p:cNvPr id="61" name="TextBox 60">
            <a:extLst>
              <a:ext uri="{FF2B5EF4-FFF2-40B4-BE49-F238E27FC236}">
                <a16:creationId xmlns:a16="http://schemas.microsoft.com/office/drawing/2014/main" id="{03FED8B8-912C-B590-21A5-6D8E10FE08E3}"/>
              </a:ext>
            </a:extLst>
          </p:cNvPr>
          <p:cNvSpPr txBox="1"/>
          <p:nvPr/>
        </p:nvSpPr>
        <p:spPr>
          <a:xfrm>
            <a:off x="3823590" y="5916897"/>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solidFill>
                  <a:srgbClr val="181818"/>
                </a:solidFill>
                <a:latin typeface="-apple-system"/>
              </a:rPr>
              <a:t>Web</a:t>
            </a:r>
            <a:r>
              <a:rPr lang="en-GB" dirty="0">
                <a:latin typeface="+mn-lt"/>
              </a:rPr>
              <a:t>	</a:t>
            </a:r>
          </a:p>
        </p:txBody>
      </p:sp>
      <p:pic>
        <p:nvPicPr>
          <p:cNvPr id="8" name="Picture 7" descr="Logo, company name&#10;&#10;Description automatically generated">
            <a:extLst>
              <a:ext uri="{FF2B5EF4-FFF2-40B4-BE49-F238E27FC236}">
                <a16:creationId xmlns:a16="http://schemas.microsoft.com/office/drawing/2014/main" id="{F100E49E-FE7C-4B88-6A7F-CC37573388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5885" y="1047235"/>
            <a:ext cx="1060505" cy="939848"/>
          </a:xfrm>
          <a:prstGeom prst="rect">
            <a:avLst/>
          </a:prstGeom>
        </p:spPr>
      </p:pic>
      <p:sp>
        <p:nvSpPr>
          <p:cNvPr id="9" name="TextBox 8">
            <a:extLst>
              <a:ext uri="{FF2B5EF4-FFF2-40B4-BE49-F238E27FC236}">
                <a16:creationId xmlns:a16="http://schemas.microsoft.com/office/drawing/2014/main" id="{147FD055-E4C2-1927-F6BA-86EBD713ED1B}"/>
              </a:ext>
            </a:extLst>
          </p:cNvPr>
          <p:cNvSpPr txBox="1"/>
          <p:nvPr/>
        </p:nvSpPr>
        <p:spPr>
          <a:xfrm>
            <a:off x="375920" y="3040425"/>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defPPr>
              <a:defRPr lang="en-US"/>
            </a:defPPr>
            <a:lvl1pPr>
              <a:defRPr>
                <a:latin typeface="+mn-lt"/>
              </a:defRPr>
            </a:lvl1pPr>
          </a:lstStyle>
          <a:p>
            <a:r>
              <a:rPr lang="en-GB" dirty="0"/>
              <a:t>Description</a:t>
            </a:r>
          </a:p>
        </p:txBody>
      </p:sp>
    </p:spTree>
    <p:extLst>
      <p:ext uri="{BB962C8B-B14F-4D97-AF65-F5344CB8AC3E}">
        <p14:creationId xmlns:p14="http://schemas.microsoft.com/office/powerpoint/2010/main" val="41991114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B6A6C21-CBA6-F11B-6BD4-38294129D25A}"/>
              </a:ext>
            </a:extLst>
          </p:cNvPr>
          <p:cNvSpPr>
            <a:spLocks noGrp="1"/>
          </p:cNvSpPr>
          <p:nvPr>
            <p:ph type="body" sz="quarter" idx="82"/>
          </p:nvPr>
        </p:nvSpPr>
        <p:spPr>
          <a:xfrm>
            <a:off x="625928" y="450012"/>
            <a:ext cx="8873672" cy="502702"/>
          </a:xfrm>
        </p:spPr>
        <p:txBody>
          <a:bodyPr/>
          <a:lstStyle/>
          <a:p>
            <a:r>
              <a:rPr lang="en-GB" dirty="0"/>
              <a:t>Salesforce Lead Generation –VDC Console</a:t>
            </a:r>
          </a:p>
        </p:txBody>
      </p:sp>
      <p:pic>
        <p:nvPicPr>
          <p:cNvPr id="31" name="Picture 30" descr="Logo, company name&#10;&#10;Description automatically generated">
            <a:extLst>
              <a:ext uri="{FF2B5EF4-FFF2-40B4-BE49-F238E27FC236}">
                <a16:creationId xmlns:a16="http://schemas.microsoft.com/office/drawing/2014/main" id="{807943B5-D00D-1777-BB71-08FF188375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920" y="1011161"/>
            <a:ext cx="1344822" cy="922917"/>
          </a:xfrm>
          <a:prstGeom prst="roundRect">
            <a:avLst>
              <a:gd name="adj" fmla="val 50000"/>
            </a:avLst>
          </a:prstGeom>
        </p:spPr>
      </p:pic>
      <p:pic>
        <p:nvPicPr>
          <p:cNvPr id="33" name="Picture 32" descr="Diagram&#10;&#10;Description automatically generated">
            <a:extLst>
              <a:ext uri="{FF2B5EF4-FFF2-40B4-BE49-F238E27FC236}">
                <a16:creationId xmlns:a16="http://schemas.microsoft.com/office/drawing/2014/main" id="{1285B1EB-662D-D51D-9196-21CCEB3605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95613" y="966899"/>
            <a:ext cx="1420702" cy="1114705"/>
          </a:xfrm>
          <a:prstGeom prst="rect">
            <a:avLst/>
          </a:prstGeom>
        </p:spPr>
      </p:pic>
      <p:sp>
        <p:nvSpPr>
          <p:cNvPr id="34" name="TextBox 33">
            <a:extLst>
              <a:ext uri="{FF2B5EF4-FFF2-40B4-BE49-F238E27FC236}">
                <a16:creationId xmlns:a16="http://schemas.microsoft.com/office/drawing/2014/main" id="{5C11A329-F5FA-3BBC-819E-E225C8676C4F}"/>
              </a:ext>
            </a:extLst>
          </p:cNvPr>
          <p:cNvSpPr txBox="1"/>
          <p:nvPr/>
        </p:nvSpPr>
        <p:spPr>
          <a:xfrm>
            <a:off x="3677169" y="1339585"/>
            <a:ext cx="4761781" cy="369332"/>
          </a:xfrm>
          <a:prstGeom prst="rect">
            <a:avLst/>
          </a:prstGeom>
          <a:gradFill flip="none" rotWithShape="1">
            <a:gsLst>
              <a:gs pos="61000">
                <a:schemeClr val="accent4">
                  <a:lumMod val="95000"/>
                  <a:lumOff val="5000"/>
                </a:schemeClr>
              </a:gs>
              <a:gs pos="100000">
                <a:schemeClr val="accent4">
                  <a:lumMod val="60000"/>
                </a:schemeClr>
              </a:gs>
            </a:gsLst>
            <a:path path="circle">
              <a:fillToRect l="50000" t="130000" r="50000" b="-30000"/>
            </a:path>
            <a:tileRect/>
          </a:gradFill>
          <a:scene3d>
            <a:camera prst="orthographicFront"/>
            <a:lightRig rig="threePt" dir="t"/>
          </a:scene3d>
          <a:sp3d>
            <a:bevelT prst="angle"/>
            <a:bevelB/>
          </a:sp3d>
        </p:spPr>
        <p:txBody>
          <a:bodyPr wrap="square" rtlCol="0">
            <a:spAutoFit/>
          </a:bodyPr>
          <a:lstStyle/>
          <a:p>
            <a:pPr algn="ctr"/>
            <a:r>
              <a:rPr lang="en-GB" b="1" dirty="0">
                <a:latin typeface="+mn-lt"/>
              </a:rPr>
              <a:t>Data Attributes Example</a:t>
            </a:r>
          </a:p>
        </p:txBody>
      </p:sp>
      <p:sp>
        <p:nvSpPr>
          <p:cNvPr id="35" name="TextBox 34">
            <a:extLst>
              <a:ext uri="{FF2B5EF4-FFF2-40B4-BE49-F238E27FC236}">
                <a16:creationId xmlns:a16="http://schemas.microsoft.com/office/drawing/2014/main" id="{7DC30FBB-44E9-B36A-DA33-EBD33D6EF759}"/>
              </a:ext>
            </a:extLst>
          </p:cNvPr>
          <p:cNvSpPr txBox="1"/>
          <p:nvPr/>
        </p:nvSpPr>
        <p:spPr>
          <a:xfrm>
            <a:off x="8930640" y="208160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Cisco Global Campaign</a:t>
            </a:r>
          </a:p>
        </p:txBody>
      </p:sp>
      <p:sp>
        <p:nvSpPr>
          <p:cNvPr id="36" name="TextBox 35">
            <a:extLst>
              <a:ext uri="{FF2B5EF4-FFF2-40B4-BE49-F238E27FC236}">
                <a16:creationId xmlns:a16="http://schemas.microsoft.com/office/drawing/2014/main" id="{97043CA2-FC2A-A6EB-202B-DD6589FC004D}"/>
              </a:ext>
            </a:extLst>
          </p:cNvPr>
          <p:cNvSpPr txBox="1"/>
          <p:nvPr/>
        </p:nvSpPr>
        <p:spPr>
          <a:xfrm>
            <a:off x="8930640" y="256101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Marketing Program/Solution</a:t>
            </a:r>
          </a:p>
        </p:txBody>
      </p:sp>
      <p:sp>
        <p:nvSpPr>
          <p:cNvPr id="37" name="TextBox 36">
            <a:extLst>
              <a:ext uri="{FF2B5EF4-FFF2-40B4-BE49-F238E27FC236}">
                <a16:creationId xmlns:a16="http://schemas.microsoft.com/office/drawing/2014/main" id="{CE1B25D2-836C-7688-8EC6-38E8442D947F}"/>
              </a:ext>
            </a:extLst>
          </p:cNvPr>
          <p:cNvSpPr txBox="1"/>
          <p:nvPr/>
        </p:nvSpPr>
        <p:spPr>
          <a:xfrm>
            <a:off x="8930640" y="3040428"/>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US" dirty="0">
                <a:latin typeface="+mn-lt"/>
              </a:rPr>
              <a:t>I</a:t>
            </a:r>
            <a:r>
              <a:rPr lang="en-GB" dirty="0" err="1">
                <a:latin typeface="+mn-lt"/>
              </a:rPr>
              <a:t>ndustry</a:t>
            </a:r>
            <a:endParaRPr lang="en-GB" dirty="0">
              <a:latin typeface="+mn-lt"/>
            </a:endParaRPr>
          </a:p>
        </p:txBody>
      </p:sp>
      <p:sp>
        <p:nvSpPr>
          <p:cNvPr id="38" name="TextBox 37">
            <a:extLst>
              <a:ext uri="{FF2B5EF4-FFF2-40B4-BE49-F238E27FC236}">
                <a16:creationId xmlns:a16="http://schemas.microsoft.com/office/drawing/2014/main" id="{36FFAF82-9C58-7B51-7879-6E985B44CA20}"/>
              </a:ext>
            </a:extLst>
          </p:cNvPr>
          <p:cNvSpPr txBox="1"/>
          <p:nvPr/>
        </p:nvSpPr>
        <p:spPr>
          <a:xfrm>
            <a:off x="8930640" y="3519840"/>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Marketing Activity ID</a:t>
            </a:r>
          </a:p>
        </p:txBody>
      </p:sp>
      <p:sp>
        <p:nvSpPr>
          <p:cNvPr id="39" name="TextBox 38">
            <a:extLst>
              <a:ext uri="{FF2B5EF4-FFF2-40B4-BE49-F238E27FC236}">
                <a16:creationId xmlns:a16="http://schemas.microsoft.com/office/drawing/2014/main" id="{FFCA3794-C342-0A31-FEAE-5055C77319DD}"/>
              </a:ext>
            </a:extLst>
          </p:cNvPr>
          <p:cNvSpPr txBox="1"/>
          <p:nvPr/>
        </p:nvSpPr>
        <p:spPr>
          <a:xfrm>
            <a:off x="8930640" y="3999252"/>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Marketing Activity Name </a:t>
            </a:r>
          </a:p>
        </p:txBody>
      </p:sp>
      <p:sp>
        <p:nvSpPr>
          <p:cNvPr id="40" name="TextBox 39">
            <a:extLst>
              <a:ext uri="{FF2B5EF4-FFF2-40B4-BE49-F238E27FC236}">
                <a16:creationId xmlns:a16="http://schemas.microsoft.com/office/drawing/2014/main" id="{2A73A469-A7A0-63E9-541D-2A7666243DF8}"/>
              </a:ext>
            </a:extLst>
          </p:cNvPr>
          <p:cNvSpPr txBox="1"/>
          <p:nvPr/>
        </p:nvSpPr>
        <p:spPr>
          <a:xfrm>
            <a:off x="8930640" y="447866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Marketing Activity </a:t>
            </a:r>
            <a:r>
              <a:rPr lang="en-GB" dirty="0" err="1">
                <a:latin typeface="+mn-lt"/>
              </a:rPr>
              <a:t>Desc</a:t>
            </a:r>
            <a:endParaRPr lang="en-GB" dirty="0">
              <a:latin typeface="+mn-lt"/>
            </a:endParaRPr>
          </a:p>
        </p:txBody>
      </p:sp>
      <p:sp>
        <p:nvSpPr>
          <p:cNvPr id="41" name="TextBox 40">
            <a:extLst>
              <a:ext uri="{FF2B5EF4-FFF2-40B4-BE49-F238E27FC236}">
                <a16:creationId xmlns:a16="http://schemas.microsoft.com/office/drawing/2014/main" id="{F6D54A8F-64AD-4F67-3C0E-F10BF13E0838}"/>
              </a:ext>
            </a:extLst>
          </p:cNvPr>
          <p:cNvSpPr txBox="1"/>
          <p:nvPr/>
        </p:nvSpPr>
        <p:spPr>
          <a:xfrm>
            <a:off x="8930640" y="495807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Offer ID	</a:t>
            </a:r>
          </a:p>
        </p:txBody>
      </p:sp>
      <p:sp>
        <p:nvSpPr>
          <p:cNvPr id="42" name="TextBox 41">
            <a:extLst>
              <a:ext uri="{FF2B5EF4-FFF2-40B4-BE49-F238E27FC236}">
                <a16:creationId xmlns:a16="http://schemas.microsoft.com/office/drawing/2014/main" id="{68CE020E-72AF-FFA2-BAD6-BCDE6F85483E}"/>
              </a:ext>
            </a:extLst>
          </p:cNvPr>
          <p:cNvSpPr txBox="1"/>
          <p:nvPr/>
        </p:nvSpPr>
        <p:spPr>
          <a:xfrm>
            <a:off x="8930640" y="5437488"/>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Offer Name	</a:t>
            </a:r>
          </a:p>
        </p:txBody>
      </p:sp>
      <p:sp>
        <p:nvSpPr>
          <p:cNvPr id="43" name="TextBox 42">
            <a:extLst>
              <a:ext uri="{FF2B5EF4-FFF2-40B4-BE49-F238E27FC236}">
                <a16:creationId xmlns:a16="http://schemas.microsoft.com/office/drawing/2014/main" id="{E62A0DD6-0647-F7F0-07B2-64C4E104B626}"/>
              </a:ext>
            </a:extLst>
          </p:cNvPr>
          <p:cNvSpPr txBox="1"/>
          <p:nvPr/>
        </p:nvSpPr>
        <p:spPr>
          <a:xfrm>
            <a:off x="8930640" y="5916897"/>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Offer Architecture	</a:t>
            </a:r>
          </a:p>
        </p:txBody>
      </p:sp>
      <p:sp>
        <p:nvSpPr>
          <p:cNvPr id="44" name="TextBox 43">
            <a:extLst>
              <a:ext uri="{FF2B5EF4-FFF2-40B4-BE49-F238E27FC236}">
                <a16:creationId xmlns:a16="http://schemas.microsoft.com/office/drawing/2014/main" id="{127DFE6F-7CD3-0765-D996-F7D8A092DF0B}"/>
              </a:ext>
            </a:extLst>
          </p:cNvPr>
          <p:cNvSpPr txBox="1"/>
          <p:nvPr/>
        </p:nvSpPr>
        <p:spPr>
          <a:xfrm>
            <a:off x="375920" y="208160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solidFill>
                  <a:srgbClr val="FF0000"/>
                </a:solidFill>
                <a:latin typeface="+mn-lt"/>
              </a:rPr>
              <a:t>Campaign (CCID)</a:t>
            </a:r>
          </a:p>
        </p:txBody>
      </p:sp>
      <p:sp>
        <p:nvSpPr>
          <p:cNvPr id="45" name="TextBox 44">
            <a:extLst>
              <a:ext uri="{FF2B5EF4-FFF2-40B4-BE49-F238E27FC236}">
                <a16:creationId xmlns:a16="http://schemas.microsoft.com/office/drawing/2014/main" id="{96BEE160-A553-69AC-1BFC-2ADF626E093F}"/>
              </a:ext>
            </a:extLst>
          </p:cNvPr>
          <p:cNvSpPr txBox="1"/>
          <p:nvPr/>
        </p:nvSpPr>
        <p:spPr>
          <a:xfrm>
            <a:off x="375920" y="256101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solidFill>
                  <a:srgbClr val="FF0000"/>
                </a:solidFill>
                <a:latin typeface="+mn-lt"/>
              </a:rPr>
              <a:t>Program (CCID)</a:t>
            </a:r>
          </a:p>
        </p:txBody>
      </p:sp>
      <p:sp>
        <p:nvSpPr>
          <p:cNvPr id="47" name="TextBox 46">
            <a:extLst>
              <a:ext uri="{FF2B5EF4-FFF2-40B4-BE49-F238E27FC236}">
                <a16:creationId xmlns:a16="http://schemas.microsoft.com/office/drawing/2014/main" id="{FAA015D2-6069-8C9D-7FCF-FEA08C289C2A}"/>
              </a:ext>
            </a:extLst>
          </p:cNvPr>
          <p:cNvSpPr txBox="1"/>
          <p:nvPr/>
        </p:nvSpPr>
        <p:spPr>
          <a:xfrm>
            <a:off x="375920" y="3519840"/>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Program ID (Tray)</a:t>
            </a:r>
          </a:p>
        </p:txBody>
      </p:sp>
      <p:sp>
        <p:nvSpPr>
          <p:cNvPr id="48" name="TextBox 47">
            <a:extLst>
              <a:ext uri="{FF2B5EF4-FFF2-40B4-BE49-F238E27FC236}">
                <a16:creationId xmlns:a16="http://schemas.microsoft.com/office/drawing/2014/main" id="{006D14D8-73F0-3D31-A7F7-4EEB2A3EAB5D}"/>
              </a:ext>
            </a:extLst>
          </p:cNvPr>
          <p:cNvSpPr txBox="1"/>
          <p:nvPr/>
        </p:nvSpPr>
        <p:spPr>
          <a:xfrm>
            <a:off x="375920" y="3999252"/>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solidFill>
                  <a:srgbClr val="FF0000"/>
                </a:solidFill>
                <a:latin typeface="+mn-lt"/>
              </a:rPr>
              <a:t>Activity Name (CCID)</a:t>
            </a:r>
          </a:p>
        </p:txBody>
      </p:sp>
      <p:sp>
        <p:nvSpPr>
          <p:cNvPr id="49" name="TextBox 48">
            <a:extLst>
              <a:ext uri="{FF2B5EF4-FFF2-40B4-BE49-F238E27FC236}">
                <a16:creationId xmlns:a16="http://schemas.microsoft.com/office/drawing/2014/main" id="{07CB45BA-5327-D8C9-B344-E69774635195}"/>
              </a:ext>
            </a:extLst>
          </p:cNvPr>
          <p:cNvSpPr txBox="1"/>
          <p:nvPr/>
        </p:nvSpPr>
        <p:spPr>
          <a:xfrm>
            <a:off x="375920" y="447866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Program Description (Tray)</a:t>
            </a:r>
          </a:p>
        </p:txBody>
      </p:sp>
      <p:sp>
        <p:nvSpPr>
          <p:cNvPr id="50" name="TextBox 49">
            <a:extLst>
              <a:ext uri="{FF2B5EF4-FFF2-40B4-BE49-F238E27FC236}">
                <a16:creationId xmlns:a16="http://schemas.microsoft.com/office/drawing/2014/main" id="{BA7372B0-40BF-D15A-04F3-FF1F54AF10EC}"/>
              </a:ext>
            </a:extLst>
          </p:cNvPr>
          <p:cNvSpPr txBox="1"/>
          <p:nvPr/>
        </p:nvSpPr>
        <p:spPr>
          <a:xfrm>
            <a:off x="375920" y="495807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Offer ID (Tray)</a:t>
            </a:r>
          </a:p>
        </p:txBody>
      </p:sp>
      <p:sp>
        <p:nvSpPr>
          <p:cNvPr id="51" name="TextBox 50">
            <a:extLst>
              <a:ext uri="{FF2B5EF4-FFF2-40B4-BE49-F238E27FC236}">
                <a16:creationId xmlns:a16="http://schemas.microsoft.com/office/drawing/2014/main" id="{7BFD9122-BEA1-ABA6-A7E6-130A93573EC1}"/>
              </a:ext>
            </a:extLst>
          </p:cNvPr>
          <p:cNvSpPr txBox="1"/>
          <p:nvPr/>
        </p:nvSpPr>
        <p:spPr>
          <a:xfrm>
            <a:off x="375920" y="5437488"/>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Offer Name (Tray)	</a:t>
            </a:r>
          </a:p>
        </p:txBody>
      </p:sp>
      <p:sp>
        <p:nvSpPr>
          <p:cNvPr id="52" name="TextBox 51">
            <a:extLst>
              <a:ext uri="{FF2B5EF4-FFF2-40B4-BE49-F238E27FC236}">
                <a16:creationId xmlns:a16="http://schemas.microsoft.com/office/drawing/2014/main" id="{EABEBD91-78A3-BA09-3BC9-F27007EBEE49}"/>
              </a:ext>
            </a:extLst>
          </p:cNvPr>
          <p:cNvSpPr txBox="1"/>
          <p:nvPr/>
        </p:nvSpPr>
        <p:spPr>
          <a:xfrm>
            <a:off x="375920" y="5916897"/>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solidFill>
                  <a:srgbClr val="FF0000"/>
                </a:solidFill>
                <a:latin typeface="+mn-lt"/>
              </a:rPr>
              <a:t>Business Entity (OID)</a:t>
            </a:r>
          </a:p>
        </p:txBody>
      </p:sp>
      <p:sp>
        <p:nvSpPr>
          <p:cNvPr id="53" name="TextBox 52">
            <a:extLst>
              <a:ext uri="{FF2B5EF4-FFF2-40B4-BE49-F238E27FC236}">
                <a16:creationId xmlns:a16="http://schemas.microsoft.com/office/drawing/2014/main" id="{8A65FBC6-D7EC-574C-48CB-C65CAAB5727F}"/>
              </a:ext>
            </a:extLst>
          </p:cNvPr>
          <p:cNvSpPr txBox="1"/>
          <p:nvPr/>
        </p:nvSpPr>
        <p:spPr>
          <a:xfrm>
            <a:off x="3823590" y="2081602"/>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US" b="0" i="0" dirty="0">
                <a:solidFill>
                  <a:srgbClr val="181818"/>
                </a:solidFill>
                <a:effectLst/>
                <a:latin typeface="-apple-system"/>
              </a:rPr>
              <a:t>Secure the Enterprise</a:t>
            </a:r>
            <a:endParaRPr lang="en-GB" dirty="0">
              <a:latin typeface="+mn-lt"/>
            </a:endParaRPr>
          </a:p>
        </p:txBody>
      </p:sp>
      <p:sp>
        <p:nvSpPr>
          <p:cNvPr id="54" name="TextBox 53">
            <a:extLst>
              <a:ext uri="{FF2B5EF4-FFF2-40B4-BE49-F238E27FC236}">
                <a16:creationId xmlns:a16="http://schemas.microsoft.com/office/drawing/2014/main" id="{C67307A1-C9F9-5CE3-4378-166EDEE8AF3D}"/>
              </a:ext>
            </a:extLst>
          </p:cNvPr>
          <p:cNvSpPr txBox="1"/>
          <p:nvPr/>
        </p:nvSpPr>
        <p:spPr>
          <a:xfrm>
            <a:off x="3823590" y="2561016"/>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US" b="0" i="0" dirty="0">
                <a:solidFill>
                  <a:srgbClr val="181818"/>
                </a:solidFill>
                <a:effectLst/>
                <a:latin typeface="-apple-system"/>
              </a:rPr>
              <a:t>Firewall</a:t>
            </a:r>
            <a:endParaRPr lang="en-GB" dirty="0">
              <a:latin typeface="+mn-lt"/>
            </a:endParaRPr>
          </a:p>
        </p:txBody>
      </p:sp>
      <p:sp>
        <p:nvSpPr>
          <p:cNvPr id="55" name="TextBox 54">
            <a:extLst>
              <a:ext uri="{FF2B5EF4-FFF2-40B4-BE49-F238E27FC236}">
                <a16:creationId xmlns:a16="http://schemas.microsoft.com/office/drawing/2014/main" id="{02C35433-C25C-1DA7-FF02-94AB37A124BE}"/>
              </a:ext>
            </a:extLst>
          </p:cNvPr>
          <p:cNvSpPr txBox="1"/>
          <p:nvPr/>
        </p:nvSpPr>
        <p:spPr>
          <a:xfrm>
            <a:off x="3823590" y="3040428"/>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defPPr>
              <a:defRPr lang="en-US"/>
            </a:defPPr>
            <a:lvl1pPr>
              <a:defRPr b="0" i="0">
                <a:solidFill>
                  <a:srgbClr val="181818"/>
                </a:solidFill>
                <a:effectLst/>
                <a:latin typeface="-apple-system"/>
              </a:defRPr>
            </a:lvl1pPr>
          </a:lstStyle>
          <a:p>
            <a:r>
              <a:rPr lang="en-US" dirty="0"/>
              <a:t>Manufacturing</a:t>
            </a:r>
            <a:endParaRPr lang="en-GB" dirty="0"/>
          </a:p>
        </p:txBody>
      </p:sp>
      <p:sp>
        <p:nvSpPr>
          <p:cNvPr id="56" name="TextBox 55">
            <a:extLst>
              <a:ext uri="{FF2B5EF4-FFF2-40B4-BE49-F238E27FC236}">
                <a16:creationId xmlns:a16="http://schemas.microsoft.com/office/drawing/2014/main" id="{FB099923-2CC7-66F8-26E0-65E6A5A2B977}"/>
              </a:ext>
            </a:extLst>
          </p:cNvPr>
          <p:cNvSpPr txBox="1"/>
          <p:nvPr/>
        </p:nvSpPr>
        <p:spPr>
          <a:xfrm>
            <a:off x="3823590" y="3519840"/>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b="0" i="0" dirty="0">
                <a:solidFill>
                  <a:srgbClr val="181818"/>
                </a:solidFill>
                <a:effectLst/>
                <a:latin typeface="-apple-system"/>
              </a:rPr>
              <a:t>cc003783</a:t>
            </a:r>
            <a:endParaRPr lang="en-GB" dirty="0">
              <a:latin typeface="+mn-lt"/>
            </a:endParaRPr>
          </a:p>
        </p:txBody>
      </p:sp>
      <p:sp>
        <p:nvSpPr>
          <p:cNvPr id="57" name="TextBox 56">
            <a:extLst>
              <a:ext uri="{FF2B5EF4-FFF2-40B4-BE49-F238E27FC236}">
                <a16:creationId xmlns:a16="http://schemas.microsoft.com/office/drawing/2014/main" id="{3837D431-F4AF-8EFD-EEC8-2D52715FB3B3}"/>
              </a:ext>
            </a:extLst>
          </p:cNvPr>
          <p:cNvSpPr txBox="1"/>
          <p:nvPr/>
        </p:nvSpPr>
        <p:spPr>
          <a:xfrm>
            <a:off x="3823590" y="3999252"/>
            <a:ext cx="4572000" cy="52322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defPPr>
              <a:defRPr lang="en-US"/>
            </a:defPPr>
            <a:lvl1pPr>
              <a:defRPr b="0" i="0">
                <a:solidFill>
                  <a:srgbClr val="181818"/>
                </a:solidFill>
                <a:effectLst/>
                <a:latin typeface="-apple-system"/>
              </a:defRPr>
            </a:lvl1pPr>
          </a:lstStyle>
          <a:p>
            <a:r>
              <a:rPr lang="en-US" sz="1400" dirty="0">
                <a:hlinkClick r:id="rId4"/>
              </a:rPr>
              <a:t>Paid Leads: Cisco Secure Firewall Appointments Qualified </a:t>
            </a:r>
            <a:r>
              <a:rPr lang="en-US" sz="1400">
                <a:hlinkClick r:id="rId4"/>
              </a:rPr>
              <a:t>by </a:t>
            </a:r>
            <a:r>
              <a:rPr lang="en-US" sz="1400" dirty="0" err="1">
                <a:hlinkClick r:id="rId4"/>
              </a:rPr>
              <a:t>Rombii</a:t>
            </a:r>
            <a:endParaRPr lang="en-GB" sz="1400" dirty="0"/>
          </a:p>
        </p:txBody>
      </p:sp>
      <p:sp>
        <p:nvSpPr>
          <p:cNvPr id="58" name="TextBox 57">
            <a:extLst>
              <a:ext uri="{FF2B5EF4-FFF2-40B4-BE49-F238E27FC236}">
                <a16:creationId xmlns:a16="http://schemas.microsoft.com/office/drawing/2014/main" id="{864D9FCF-20D3-B9BA-8A22-2DC63153F18A}"/>
              </a:ext>
            </a:extLst>
          </p:cNvPr>
          <p:cNvSpPr txBox="1"/>
          <p:nvPr/>
        </p:nvSpPr>
        <p:spPr>
          <a:xfrm>
            <a:off x="3823590" y="4478663"/>
            <a:ext cx="4572000" cy="40011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US" sz="1000" b="0" i="0" dirty="0">
                <a:solidFill>
                  <a:srgbClr val="181818"/>
                </a:solidFill>
                <a:effectLst/>
                <a:latin typeface="-apple-system"/>
              </a:rPr>
              <a:t>This activity will engage trending accounts engaging with Firewall topics; with the opportunity to speak with intelligence regarding Firewall</a:t>
            </a:r>
            <a:endParaRPr lang="en-GB" sz="1000" dirty="0">
              <a:latin typeface="+mn-lt"/>
            </a:endParaRPr>
          </a:p>
        </p:txBody>
      </p:sp>
      <p:sp>
        <p:nvSpPr>
          <p:cNvPr id="59" name="TextBox 58">
            <a:extLst>
              <a:ext uri="{FF2B5EF4-FFF2-40B4-BE49-F238E27FC236}">
                <a16:creationId xmlns:a16="http://schemas.microsoft.com/office/drawing/2014/main" id="{3BCAF00B-C9B6-385E-E04B-6044E2FE69C9}"/>
              </a:ext>
            </a:extLst>
          </p:cNvPr>
          <p:cNvSpPr txBox="1"/>
          <p:nvPr/>
        </p:nvSpPr>
        <p:spPr>
          <a:xfrm>
            <a:off x="3823590" y="4958076"/>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b="0" i="0" dirty="0">
                <a:solidFill>
                  <a:srgbClr val="181818"/>
                </a:solidFill>
                <a:effectLst/>
                <a:latin typeface="-apple-system"/>
              </a:rPr>
              <a:t>satsc030090</a:t>
            </a:r>
            <a:endParaRPr lang="en-GB" dirty="0">
              <a:latin typeface="+mn-lt"/>
            </a:endParaRPr>
          </a:p>
        </p:txBody>
      </p:sp>
      <p:sp>
        <p:nvSpPr>
          <p:cNvPr id="60" name="TextBox 59">
            <a:extLst>
              <a:ext uri="{FF2B5EF4-FFF2-40B4-BE49-F238E27FC236}">
                <a16:creationId xmlns:a16="http://schemas.microsoft.com/office/drawing/2014/main" id="{84C557F2-D2AA-3931-3D42-0C8B7237A0E4}"/>
              </a:ext>
            </a:extLst>
          </p:cNvPr>
          <p:cNvSpPr txBox="1"/>
          <p:nvPr/>
        </p:nvSpPr>
        <p:spPr>
          <a:xfrm>
            <a:off x="3823590" y="5437488"/>
            <a:ext cx="4572000" cy="37080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defPPr>
              <a:defRPr lang="en-US"/>
            </a:defPPr>
            <a:lvl1pPr>
              <a:defRPr b="0" i="0">
                <a:solidFill>
                  <a:srgbClr val="181818"/>
                </a:solidFill>
                <a:effectLst/>
                <a:latin typeface="-apple-system"/>
              </a:defRPr>
            </a:lvl1pPr>
          </a:lstStyle>
          <a:p>
            <a:r>
              <a:rPr lang="en-US" sz="1000" dirty="0"/>
              <a:t>Security - Customer- Rapid Resilience Appointments - Network Security - Sales Appointment 23 </a:t>
            </a:r>
            <a:r>
              <a:rPr lang="en-GB" sz="1000" dirty="0"/>
              <a:t>	</a:t>
            </a:r>
          </a:p>
        </p:txBody>
      </p:sp>
      <p:sp>
        <p:nvSpPr>
          <p:cNvPr id="61" name="TextBox 60">
            <a:extLst>
              <a:ext uri="{FF2B5EF4-FFF2-40B4-BE49-F238E27FC236}">
                <a16:creationId xmlns:a16="http://schemas.microsoft.com/office/drawing/2014/main" id="{03FED8B8-912C-B590-21A5-6D8E10FE08E3}"/>
              </a:ext>
            </a:extLst>
          </p:cNvPr>
          <p:cNvSpPr txBox="1"/>
          <p:nvPr/>
        </p:nvSpPr>
        <p:spPr>
          <a:xfrm>
            <a:off x="3823590" y="5916897"/>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b="0" i="0" dirty="0">
                <a:solidFill>
                  <a:srgbClr val="181818"/>
                </a:solidFill>
                <a:effectLst/>
                <a:latin typeface="-apple-system"/>
              </a:rPr>
              <a:t>Security</a:t>
            </a:r>
            <a:r>
              <a:rPr lang="en-GB" dirty="0">
                <a:latin typeface="+mn-lt"/>
              </a:rPr>
              <a:t>	</a:t>
            </a:r>
          </a:p>
        </p:txBody>
      </p:sp>
      <p:pic>
        <p:nvPicPr>
          <p:cNvPr id="8" name="Picture 7" descr="Logo, company name&#10;&#10;Description automatically generated">
            <a:extLst>
              <a:ext uri="{FF2B5EF4-FFF2-40B4-BE49-F238E27FC236}">
                <a16:creationId xmlns:a16="http://schemas.microsoft.com/office/drawing/2014/main" id="{F100E49E-FE7C-4B88-6A7F-CC37573388E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84177" y="1043472"/>
            <a:ext cx="1060505" cy="939848"/>
          </a:xfrm>
          <a:prstGeom prst="rect">
            <a:avLst/>
          </a:prstGeom>
        </p:spPr>
      </p:pic>
      <p:sp>
        <p:nvSpPr>
          <p:cNvPr id="9" name="TextBox 8">
            <a:extLst>
              <a:ext uri="{FF2B5EF4-FFF2-40B4-BE49-F238E27FC236}">
                <a16:creationId xmlns:a16="http://schemas.microsoft.com/office/drawing/2014/main" id="{147FD055-E4C2-1927-F6BA-86EBD713ED1B}"/>
              </a:ext>
            </a:extLst>
          </p:cNvPr>
          <p:cNvSpPr txBox="1"/>
          <p:nvPr/>
        </p:nvSpPr>
        <p:spPr>
          <a:xfrm>
            <a:off x="375920" y="3040425"/>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solidFill>
                  <a:srgbClr val="FF0000"/>
                </a:solidFill>
                <a:latin typeface="+mn-lt"/>
              </a:rPr>
              <a:t>Intended Vertical (OID)</a:t>
            </a:r>
          </a:p>
        </p:txBody>
      </p:sp>
    </p:spTree>
    <p:extLst>
      <p:ext uri="{BB962C8B-B14F-4D97-AF65-F5344CB8AC3E}">
        <p14:creationId xmlns:p14="http://schemas.microsoft.com/office/powerpoint/2010/main" val="2157327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D68248E-B45B-2698-A881-E7B0A7BC8FE6}"/>
              </a:ext>
            </a:extLst>
          </p:cNvPr>
          <p:cNvSpPr>
            <a:spLocks noGrp="1"/>
          </p:cNvSpPr>
          <p:nvPr>
            <p:ph type="body" sz="quarter" idx="82"/>
          </p:nvPr>
        </p:nvSpPr>
        <p:spPr/>
        <p:txBody>
          <a:bodyPr/>
          <a:lstStyle/>
          <a:p>
            <a:r>
              <a:rPr lang="en-GB" dirty="0"/>
              <a:t>Eloqua Picklists for AOJs</a:t>
            </a:r>
          </a:p>
        </p:txBody>
      </p:sp>
      <p:pic>
        <p:nvPicPr>
          <p:cNvPr id="4" name="Picture 3">
            <a:extLst>
              <a:ext uri="{FF2B5EF4-FFF2-40B4-BE49-F238E27FC236}">
                <a16:creationId xmlns:a16="http://schemas.microsoft.com/office/drawing/2014/main" id="{4F9A413D-56B1-5289-16AE-1A41FFE7F98A}"/>
              </a:ext>
            </a:extLst>
          </p:cNvPr>
          <p:cNvPicPr>
            <a:picLocks noChangeAspect="1"/>
          </p:cNvPicPr>
          <p:nvPr/>
        </p:nvPicPr>
        <p:blipFill>
          <a:blip r:embed="rId2"/>
          <a:stretch>
            <a:fillRect/>
          </a:stretch>
        </p:blipFill>
        <p:spPr>
          <a:xfrm>
            <a:off x="2044492" y="1355603"/>
            <a:ext cx="8103016" cy="4756394"/>
          </a:xfrm>
          <a:prstGeom prst="rect">
            <a:avLst/>
          </a:prstGeom>
        </p:spPr>
      </p:pic>
      <p:sp>
        <p:nvSpPr>
          <p:cNvPr id="5" name="Rectangle: Rounded Corners 4">
            <a:extLst>
              <a:ext uri="{FF2B5EF4-FFF2-40B4-BE49-F238E27FC236}">
                <a16:creationId xmlns:a16="http://schemas.microsoft.com/office/drawing/2014/main" id="{A94F748E-4D65-6599-3011-4A0C76E754E2}"/>
              </a:ext>
            </a:extLst>
          </p:cNvPr>
          <p:cNvSpPr/>
          <p:nvPr/>
        </p:nvSpPr>
        <p:spPr>
          <a:xfrm>
            <a:off x="954157" y="1033670"/>
            <a:ext cx="10482469" cy="5230915"/>
          </a:xfrm>
          <a:prstGeom prst="roundRect">
            <a:avLst/>
          </a:prstGeom>
          <a:noFill/>
          <a:ln w="127000">
            <a:solidFill>
              <a:schemeClr val="accent1">
                <a:shade val="95000"/>
                <a:satMod val="105000"/>
              </a:schemeClr>
            </a:solidFill>
          </a:ln>
          <a:effectLst/>
          <a:scene3d>
            <a:camera prst="orthographicFront"/>
            <a:lightRig rig="morning" dir="t"/>
          </a:scene3d>
          <a:sp3d contourW="25400" prstMaterial="metal">
            <a:bevelT prst="angle"/>
            <a:contourClr>
              <a:srgbClr val="0070C0"/>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1727268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B6A6C21-CBA6-F11B-6BD4-38294129D25A}"/>
              </a:ext>
            </a:extLst>
          </p:cNvPr>
          <p:cNvSpPr>
            <a:spLocks noGrp="1"/>
          </p:cNvSpPr>
          <p:nvPr>
            <p:ph type="body" sz="quarter" idx="82"/>
          </p:nvPr>
        </p:nvSpPr>
        <p:spPr>
          <a:xfrm>
            <a:off x="625928" y="450012"/>
            <a:ext cx="11348358" cy="599700"/>
          </a:xfrm>
        </p:spPr>
        <p:txBody>
          <a:bodyPr/>
          <a:lstStyle/>
          <a:p>
            <a:r>
              <a:rPr lang="en-GB" dirty="0"/>
              <a:t>Eloqua Always on Journeys –</a:t>
            </a:r>
            <a:r>
              <a:rPr lang="en-GB" dirty="0">
                <a:solidFill>
                  <a:srgbClr val="FF0000"/>
                </a:solidFill>
              </a:rPr>
              <a:t>Need to work on this one</a:t>
            </a:r>
          </a:p>
        </p:txBody>
      </p:sp>
      <p:sp>
        <p:nvSpPr>
          <p:cNvPr id="34" name="TextBox 33">
            <a:extLst>
              <a:ext uri="{FF2B5EF4-FFF2-40B4-BE49-F238E27FC236}">
                <a16:creationId xmlns:a16="http://schemas.microsoft.com/office/drawing/2014/main" id="{5C11A329-F5FA-3BBC-819E-E225C8676C4F}"/>
              </a:ext>
            </a:extLst>
          </p:cNvPr>
          <p:cNvSpPr txBox="1"/>
          <p:nvPr/>
        </p:nvSpPr>
        <p:spPr>
          <a:xfrm>
            <a:off x="3677169" y="1339585"/>
            <a:ext cx="4761781" cy="369332"/>
          </a:xfrm>
          <a:prstGeom prst="rect">
            <a:avLst/>
          </a:prstGeom>
          <a:gradFill flip="none" rotWithShape="1">
            <a:gsLst>
              <a:gs pos="61000">
                <a:schemeClr val="accent4">
                  <a:lumMod val="95000"/>
                  <a:lumOff val="5000"/>
                </a:schemeClr>
              </a:gs>
              <a:gs pos="100000">
                <a:schemeClr val="accent4">
                  <a:lumMod val="60000"/>
                </a:schemeClr>
              </a:gs>
            </a:gsLst>
            <a:path path="circle">
              <a:fillToRect l="50000" t="130000" r="50000" b="-30000"/>
            </a:path>
            <a:tileRect/>
          </a:gradFill>
          <a:scene3d>
            <a:camera prst="orthographicFront"/>
            <a:lightRig rig="threePt" dir="t"/>
          </a:scene3d>
          <a:sp3d>
            <a:bevelT prst="angle"/>
            <a:bevelB/>
          </a:sp3d>
        </p:spPr>
        <p:txBody>
          <a:bodyPr wrap="square" rtlCol="0">
            <a:spAutoFit/>
          </a:bodyPr>
          <a:lstStyle/>
          <a:p>
            <a:pPr algn="ctr"/>
            <a:r>
              <a:rPr lang="en-GB" b="1" dirty="0">
                <a:latin typeface="+mn-lt"/>
              </a:rPr>
              <a:t>Data Attributes Example</a:t>
            </a:r>
          </a:p>
        </p:txBody>
      </p:sp>
      <p:sp>
        <p:nvSpPr>
          <p:cNvPr id="35" name="TextBox 34">
            <a:extLst>
              <a:ext uri="{FF2B5EF4-FFF2-40B4-BE49-F238E27FC236}">
                <a16:creationId xmlns:a16="http://schemas.microsoft.com/office/drawing/2014/main" id="{7DC30FBB-44E9-B36A-DA33-EBD33D6EF759}"/>
              </a:ext>
            </a:extLst>
          </p:cNvPr>
          <p:cNvSpPr txBox="1"/>
          <p:nvPr/>
        </p:nvSpPr>
        <p:spPr>
          <a:xfrm>
            <a:off x="8930640" y="208160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Cisco Global Campaign</a:t>
            </a:r>
          </a:p>
        </p:txBody>
      </p:sp>
      <p:sp>
        <p:nvSpPr>
          <p:cNvPr id="36" name="TextBox 35">
            <a:extLst>
              <a:ext uri="{FF2B5EF4-FFF2-40B4-BE49-F238E27FC236}">
                <a16:creationId xmlns:a16="http://schemas.microsoft.com/office/drawing/2014/main" id="{97043CA2-FC2A-A6EB-202B-DD6589FC004D}"/>
              </a:ext>
            </a:extLst>
          </p:cNvPr>
          <p:cNvSpPr txBox="1"/>
          <p:nvPr/>
        </p:nvSpPr>
        <p:spPr>
          <a:xfrm>
            <a:off x="8930640" y="256101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Marketing Program/Solution</a:t>
            </a:r>
          </a:p>
        </p:txBody>
      </p:sp>
      <p:sp>
        <p:nvSpPr>
          <p:cNvPr id="37" name="TextBox 36">
            <a:extLst>
              <a:ext uri="{FF2B5EF4-FFF2-40B4-BE49-F238E27FC236}">
                <a16:creationId xmlns:a16="http://schemas.microsoft.com/office/drawing/2014/main" id="{CE1B25D2-836C-7688-8EC6-38E8442D947F}"/>
              </a:ext>
            </a:extLst>
          </p:cNvPr>
          <p:cNvSpPr txBox="1"/>
          <p:nvPr/>
        </p:nvSpPr>
        <p:spPr>
          <a:xfrm>
            <a:off x="8930640" y="3040428"/>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US" dirty="0">
                <a:latin typeface="+mn-lt"/>
              </a:rPr>
              <a:t>I</a:t>
            </a:r>
            <a:r>
              <a:rPr lang="en-GB" dirty="0" err="1">
                <a:latin typeface="+mn-lt"/>
              </a:rPr>
              <a:t>ndustry</a:t>
            </a:r>
            <a:endParaRPr lang="en-GB" dirty="0">
              <a:latin typeface="+mn-lt"/>
            </a:endParaRPr>
          </a:p>
        </p:txBody>
      </p:sp>
      <p:sp>
        <p:nvSpPr>
          <p:cNvPr id="38" name="TextBox 37">
            <a:extLst>
              <a:ext uri="{FF2B5EF4-FFF2-40B4-BE49-F238E27FC236}">
                <a16:creationId xmlns:a16="http://schemas.microsoft.com/office/drawing/2014/main" id="{36FFAF82-9C58-7B51-7879-6E985B44CA20}"/>
              </a:ext>
            </a:extLst>
          </p:cNvPr>
          <p:cNvSpPr txBox="1"/>
          <p:nvPr/>
        </p:nvSpPr>
        <p:spPr>
          <a:xfrm>
            <a:off x="8930640" y="3519840"/>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Marketing Activity ID</a:t>
            </a:r>
          </a:p>
        </p:txBody>
      </p:sp>
      <p:sp>
        <p:nvSpPr>
          <p:cNvPr id="39" name="TextBox 38">
            <a:extLst>
              <a:ext uri="{FF2B5EF4-FFF2-40B4-BE49-F238E27FC236}">
                <a16:creationId xmlns:a16="http://schemas.microsoft.com/office/drawing/2014/main" id="{FFCA3794-C342-0A31-FEAE-5055C77319DD}"/>
              </a:ext>
            </a:extLst>
          </p:cNvPr>
          <p:cNvSpPr txBox="1"/>
          <p:nvPr/>
        </p:nvSpPr>
        <p:spPr>
          <a:xfrm>
            <a:off x="8930640" y="3999252"/>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Marketing Activity Name </a:t>
            </a:r>
          </a:p>
        </p:txBody>
      </p:sp>
      <p:sp>
        <p:nvSpPr>
          <p:cNvPr id="40" name="TextBox 39">
            <a:extLst>
              <a:ext uri="{FF2B5EF4-FFF2-40B4-BE49-F238E27FC236}">
                <a16:creationId xmlns:a16="http://schemas.microsoft.com/office/drawing/2014/main" id="{2A73A469-A7A0-63E9-541D-2A7666243DF8}"/>
              </a:ext>
            </a:extLst>
          </p:cNvPr>
          <p:cNvSpPr txBox="1"/>
          <p:nvPr/>
        </p:nvSpPr>
        <p:spPr>
          <a:xfrm>
            <a:off x="8930640" y="447866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Marketing Activity </a:t>
            </a:r>
            <a:r>
              <a:rPr lang="en-GB" dirty="0" err="1">
                <a:latin typeface="+mn-lt"/>
              </a:rPr>
              <a:t>Desc</a:t>
            </a:r>
            <a:endParaRPr lang="en-GB" dirty="0">
              <a:latin typeface="+mn-lt"/>
            </a:endParaRPr>
          </a:p>
        </p:txBody>
      </p:sp>
      <p:sp>
        <p:nvSpPr>
          <p:cNvPr id="41" name="TextBox 40">
            <a:extLst>
              <a:ext uri="{FF2B5EF4-FFF2-40B4-BE49-F238E27FC236}">
                <a16:creationId xmlns:a16="http://schemas.microsoft.com/office/drawing/2014/main" id="{F6D54A8F-64AD-4F67-3C0E-F10BF13E0838}"/>
              </a:ext>
            </a:extLst>
          </p:cNvPr>
          <p:cNvSpPr txBox="1"/>
          <p:nvPr/>
        </p:nvSpPr>
        <p:spPr>
          <a:xfrm>
            <a:off x="8930640" y="495807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Offer ID	</a:t>
            </a:r>
          </a:p>
        </p:txBody>
      </p:sp>
      <p:sp>
        <p:nvSpPr>
          <p:cNvPr id="42" name="TextBox 41">
            <a:extLst>
              <a:ext uri="{FF2B5EF4-FFF2-40B4-BE49-F238E27FC236}">
                <a16:creationId xmlns:a16="http://schemas.microsoft.com/office/drawing/2014/main" id="{68CE020E-72AF-FFA2-BAD6-BCDE6F85483E}"/>
              </a:ext>
            </a:extLst>
          </p:cNvPr>
          <p:cNvSpPr txBox="1"/>
          <p:nvPr/>
        </p:nvSpPr>
        <p:spPr>
          <a:xfrm>
            <a:off x="8930640" y="5437488"/>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Offer Name	</a:t>
            </a:r>
          </a:p>
        </p:txBody>
      </p:sp>
      <p:sp>
        <p:nvSpPr>
          <p:cNvPr id="43" name="TextBox 42">
            <a:extLst>
              <a:ext uri="{FF2B5EF4-FFF2-40B4-BE49-F238E27FC236}">
                <a16:creationId xmlns:a16="http://schemas.microsoft.com/office/drawing/2014/main" id="{E62A0DD6-0647-F7F0-07B2-64C4E104B626}"/>
              </a:ext>
            </a:extLst>
          </p:cNvPr>
          <p:cNvSpPr txBox="1"/>
          <p:nvPr/>
        </p:nvSpPr>
        <p:spPr>
          <a:xfrm>
            <a:off x="8930640" y="5916897"/>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Offer Architecture	</a:t>
            </a:r>
          </a:p>
        </p:txBody>
      </p:sp>
      <p:sp>
        <p:nvSpPr>
          <p:cNvPr id="44" name="TextBox 43">
            <a:extLst>
              <a:ext uri="{FF2B5EF4-FFF2-40B4-BE49-F238E27FC236}">
                <a16:creationId xmlns:a16="http://schemas.microsoft.com/office/drawing/2014/main" id="{127DFE6F-7CD3-0765-D996-F7D8A092DF0B}"/>
              </a:ext>
            </a:extLst>
          </p:cNvPr>
          <p:cNvSpPr txBox="1"/>
          <p:nvPr/>
        </p:nvSpPr>
        <p:spPr>
          <a:xfrm>
            <a:off x="375920" y="208160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solidFill>
                  <a:srgbClr val="FF0000"/>
                </a:solidFill>
                <a:latin typeface="+mn-lt"/>
              </a:rPr>
              <a:t>Campaign (CCID)</a:t>
            </a:r>
          </a:p>
        </p:txBody>
      </p:sp>
      <p:sp>
        <p:nvSpPr>
          <p:cNvPr id="45" name="TextBox 44">
            <a:extLst>
              <a:ext uri="{FF2B5EF4-FFF2-40B4-BE49-F238E27FC236}">
                <a16:creationId xmlns:a16="http://schemas.microsoft.com/office/drawing/2014/main" id="{96BEE160-A553-69AC-1BFC-2ADF626E093F}"/>
              </a:ext>
            </a:extLst>
          </p:cNvPr>
          <p:cNvSpPr txBox="1"/>
          <p:nvPr/>
        </p:nvSpPr>
        <p:spPr>
          <a:xfrm>
            <a:off x="375920" y="256101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solidFill>
                  <a:srgbClr val="FF0000"/>
                </a:solidFill>
                <a:latin typeface="+mn-lt"/>
              </a:rPr>
              <a:t>Program (CCID)</a:t>
            </a:r>
          </a:p>
        </p:txBody>
      </p:sp>
      <p:sp>
        <p:nvSpPr>
          <p:cNvPr id="47" name="TextBox 46">
            <a:extLst>
              <a:ext uri="{FF2B5EF4-FFF2-40B4-BE49-F238E27FC236}">
                <a16:creationId xmlns:a16="http://schemas.microsoft.com/office/drawing/2014/main" id="{FAA015D2-6069-8C9D-7FCF-FEA08C289C2A}"/>
              </a:ext>
            </a:extLst>
          </p:cNvPr>
          <p:cNvSpPr txBox="1"/>
          <p:nvPr/>
        </p:nvSpPr>
        <p:spPr>
          <a:xfrm>
            <a:off x="375920" y="3519840"/>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Program ID (Tray)</a:t>
            </a:r>
          </a:p>
        </p:txBody>
      </p:sp>
      <p:sp>
        <p:nvSpPr>
          <p:cNvPr id="48" name="TextBox 47">
            <a:extLst>
              <a:ext uri="{FF2B5EF4-FFF2-40B4-BE49-F238E27FC236}">
                <a16:creationId xmlns:a16="http://schemas.microsoft.com/office/drawing/2014/main" id="{006D14D8-73F0-3D31-A7F7-4EEB2A3EAB5D}"/>
              </a:ext>
            </a:extLst>
          </p:cNvPr>
          <p:cNvSpPr txBox="1"/>
          <p:nvPr/>
        </p:nvSpPr>
        <p:spPr>
          <a:xfrm>
            <a:off x="375920" y="3999252"/>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solidFill>
                  <a:srgbClr val="FF0000"/>
                </a:solidFill>
                <a:latin typeface="+mn-lt"/>
              </a:rPr>
              <a:t>Activity Name (CCID)</a:t>
            </a:r>
          </a:p>
        </p:txBody>
      </p:sp>
      <p:sp>
        <p:nvSpPr>
          <p:cNvPr id="49" name="TextBox 48">
            <a:extLst>
              <a:ext uri="{FF2B5EF4-FFF2-40B4-BE49-F238E27FC236}">
                <a16:creationId xmlns:a16="http://schemas.microsoft.com/office/drawing/2014/main" id="{07CB45BA-5327-D8C9-B344-E69774635195}"/>
              </a:ext>
            </a:extLst>
          </p:cNvPr>
          <p:cNvSpPr txBox="1"/>
          <p:nvPr/>
        </p:nvSpPr>
        <p:spPr>
          <a:xfrm>
            <a:off x="375920" y="447866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Program Description (Tray)</a:t>
            </a:r>
          </a:p>
        </p:txBody>
      </p:sp>
      <p:sp>
        <p:nvSpPr>
          <p:cNvPr id="50" name="TextBox 49">
            <a:extLst>
              <a:ext uri="{FF2B5EF4-FFF2-40B4-BE49-F238E27FC236}">
                <a16:creationId xmlns:a16="http://schemas.microsoft.com/office/drawing/2014/main" id="{BA7372B0-40BF-D15A-04F3-FF1F54AF10EC}"/>
              </a:ext>
            </a:extLst>
          </p:cNvPr>
          <p:cNvSpPr txBox="1"/>
          <p:nvPr/>
        </p:nvSpPr>
        <p:spPr>
          <a:xfrm>
            <a:off x="375920" y="495807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Offer ID (Tray)</a:t>
            </a:r>
          </a:p>
        </p:txBody>
      </p:sp>
      <p:sp>
        <p:nvSpPr>
          <p:cNvPr id="51" name="TextBox 50">
            <a:extLst>
              <a:ext uri="{FF2B5EF4-FFF2-40B4-BE49-F238E27FC236}">
                <a16:creationId xmlns:a16="http://schemas.microsoft.com/office/drawing/2014/main" id="{7BFD9122-BEA1-ABA6-A7E6-130A93573EC1}"/>
              </a:ext>
            </a:extLst>
          </p:cNvPr>
          <p:cNvSpPr txBox="1"/>
          <p:nvPr/>
        </p:nvSpPr>
        <p:spPr>
          <a:xfrm>
            <a:off x="375920" y="5437488"/>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Offer Name (Tray)	</a:t>
            </a:r>
          </a:p>
        </p:txBody>
      </p:sp>
      <p:sp>
        <p:nvSpPr>
          <p:cNvPr id="52" name="TextBox 51">
            <a:extLst>
              <a:ext uri="{FF2B5EF4-FFF2-40B4-BE49-F238E27FC236}">
                <a16:creationId xmlns:a16="http://schemas.microsoft.com/office/drawing/2014/main" id="{EABEBD91-78A3-BA09-3BC9-F27007EBEE49}"/>
              </a:ext>
            </a:extLst>
          </p:cNvPr>
          <p:cNvSpPr txBox="1"/>
          <p:nvPr/>
        </p:nvSpPr>
        <p:spPr>
          <a:xfrm>
            <a:off x="375920" y="5916897"/>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solidFill>
                  <a:srgbClr val="FF0000"/>
                </a:solidFill>
                <a:latin typeface="+mn-lt"/>
              </a:rPr>
              <a:t>Business Entity (OID)</a:t>
            </a:r>
          </a:p>
        </p:txBody>
      </p:sp>
      <p:sp>
        <p:nvSpPr>
          <p:cNvPr id="53" name="TextBox 52">
            <a:extLst>
              <a:ext uri="{FF2B5EF4-FFF2-40B4-BE49-F238E27FC236}">
                <a16:creationId xmlns:a16="http://schemas.microsoft.com/office/drawing/2014/main" id="{8A65FBC6-D7EC-574C-48CB-C65CAAB5727F}"/>
              </a:ext>
            </a:extLst>
          </p:cNvPr>
          <p:cNvSpPr txBox="1"/>
          <p:nvPr/>
        </p:nvSpPr>
        <p:spPr>
          <a:xfrm>
            <a:off x="3823590" y="2081602"/>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US" b="0" i="0" dirty="0">
                <a:solidFill>
                  <a:srgbClr val="181818"/>
                </a:solidFill>
                <a:effectLst/>
                <a:latin typeface="-apple-system"/>
              </a:rPr>
              <a:t>Secure the Enterprise</a:t>
            </a:r>
            <a:endParaRPr lang="en-GB" dirty="0">
              <a:latin typeface="+mn-lt"/>
            </a:endParaRPr>
          </a:p>
        </p:txBody>
      </p:sp>
      <p:sp>
        <p:nvSpPr>
          <p:cNvPr id="54" name="TextBox 53">
            <a:extLst>
              <a:ext uri="{FF2B5EF4-FFF2-40B4-BE49-F238E27FC236}">
                <a16:creationId xmlns:a16="http://schemas.microsoft.com/office/drawing/2014/main" id="{C67307A1-C9F9-5CE3-4378-166EDEE8AF3D}"/>
              </a:ext>
            </a:extLst>
          </p:cNvPr>
          <p:cNvSpPr txBox="1"/>
          <p:nvPr/>
        </p:nvSpPr>
        <p:spPr>
          <a:xfrm>
            <a:off x="3823590" y="2561016"/>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US" b="0" i="0" dirty="0">
                <a:solidFill>
                  <a:srgbClr val="181818"/>
                </a:solidFill>
                <a:effectLst/>
                <a:latin typeface="-apple-system"/>
              </a:rPr>
              <a:t>Firewall</a:t>
            </a:r>
            <a:endParaRPr lang="en-GB" dirty="0">
              <a:latin typeface="+mn-lt"/>
            </a:endParaRPr>
          </a:p>
        </p:txBody>
      </p:sp>
      <p:sp>
        <p:nvSpPr>
          <p:cNvPr id="55" name="TextBox 54">
            <a:extLst>
              <a:ext uri="{FF2B5EF4-FFF2-40B4-BE49-F238E27FC236}">
                <a16:creationId xmlns:a16="http://schemas.microsoft.com/office/drawing/2014/main" id="{02C35433-C25C-1DA7-FF02-94AB37A124BE}"/>
              </a:ext>
            </a:extLst>
          </p:cNvPr>
          <p:cNvSpPr txBox="1"/>
          <p:nvPr/>
        </p:nvSpPr>
        <p:spPr>
          <a:xfrm>
            <a:off x="3823590" y="3040428"/>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defPPr>
              <a:defRPr lang="en-US"/>
            </a:defPPr>
            <a:lvl1pPr>
              <a:defRPr b="0" i="0">
                <a:solidFill>
                  <a:srgbClr val="181818"/>
                </a:solidFill>
                <a:effectLst/>
                <a:latin typeface="-apple-system"/>
              </a:defRPr>
            </a:lvl1pPr>
          </a:lstStyle>
          <a:p>
            <a:r>
              <a:rPr lang="en-US" dirty="0"/>
              <a:t>Manufacturing</a:t>
            </a:r>
            <a:endParaRPr lang="en-GB" dirty="0"/>
          </a:p>
        </p:txBody>
      </p:sp>
      <p:sp>
        <p:nvSpPr>
          <p:cNvPr id="56" name="TextBox 55">
            <a:extLst>
              <a:ext uri="{FF2B5EF4-FFF2-40B4-BE49-F238E27FC236}">
                <a16:creationId xmlns:a16="http://schemas.microsoft.com/office/drawing/2014/main" id="{FB099923-2CC7-66F8-26E0-65E6A5A2B977}"/>
              </a:ext>
            </a:extLst>
          </p:cNvPr>
          <p:cNvSpPr txBox="1"/>
          <p:nvPr/>
        </p:nvSpPr>
        <p:spPr>
          <a:xfrm>
            <a:off x="3823590" y="3519840"/>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b="0" i="0" dirty="0">
                <a:solidFill>
                  <a:srgbClr val="181818"/>
                </a:solidFill>
                <a:effectLst/>
                <a:latin typeface="-apple-system"/>
              </a:rPr>
              <a:t>cc003783</a:t>
            </a:r>
            <a:endParaRPr lang="en-GB" dirty="0">
              <a:latin typeface="+mn-lt"/>
            </a:endParaRPr>
          </a:p>
        </p:txBody>
      </p:sp>
      <p:sp>
        <p:nvSpPr>
          <p:cNvPr id="57" name="TextBox 56">
            <a:extLst>
              <a:ext uri="{FF2B5EF4-FFF2-40B4-BE49-F238E27FC236}">
                <a16:creationId xmlns:a16="http://schemas.microsoft.com/office/drawing/2014/main" id="{3837D431-F4AF-8EFD-EEC8-2D52715FB3B3}"/>
              </a:ext>
            </a:extLst>
          </p:cNvPr>
          <p:cNvSpPr txBox="1"/>
          <p:nvPr/>
        </p:nvSpPr>
        <p:spPr>
          <a:xfrm>
            <a:off x="3823590" y="3999252"/>
            <a:ext cx="4572000" cy="52322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defPPr>
              <a:defRPr lang="en-US"/>
            </a:defPPr>
            <a:lvl1pPr>
              <a:defRPr b="0" i="0">
                <a:solidFill>
                  <a:srgbClr val="181818"/>
                </a:solidFill>
                <a:effectLst/>
                <a:latin typeface="-apple-system"/>
              </a:defRPr>
            </a:lvl1pPr>
          </a:lstStyle>
          <a:p>
            <a:r>
              <a:rPr lang="en-US" sz="1400" dirty="0">
                <a:hlinkClick r:id="rId2"/>
              </a:rPr>
              <a:t>Paid Leads: Cisco Secure Firewall Appointments Qualified </a:t>
            </a:r>
            <a:r>
              <a:rPr lang="en-US" sz="1400">
                <a:hlinkClick r:id="rId2"/>
              </a:rPr>
              <a:t>by </a:t>
            </a:r>
            <a:r>
              <a:rPr lang="en-US" sz="1400" dirty="0" err="1">
                <a:hlinkClick r:id="rId2"/>
              </a:rPr>
              <a:t>Rombii</a:t>
            </a:r>
            <a:endParaRPr lang="en-GB" sz="1400" dirty="0"/>
          </a:p>
        </p:txBody>
      </p:sp>
      <p:sp>
        <p:nvSpPr>
          <p:cNvPr id="58" name="TextBox 57">
            <a:extLst>
              <a:ext uri="{FF2B5EF4-FFF2-40B4-BE49-F238E27FC236}">
                <a16:creationId xmlns:a16="http://schemas.microsoft.com/office/drawing/2014/main" id="{864D9FCF-20D3-B9BA-8A22-2DC63153F18A}"/>
              </a:ext>
            </a:extLst>
          </p:cNvPr>
          <p:cNvSpPr txBox="1"/>
          <p:nvPr/>
        </p:nvSpPr>
        <p:spPr>
          <a:xfrm>
            <a:off x="3823590" y="4478663"/>
            <a:ext cx="4572000" cy="40011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US" sz="1000" b="0" i="0" dirty="0">
                <a:solidFill>
                  <a:srgbClr val="181818"/>
                </a:solidFill>
                <a:effectLst/>
                <a:latin typeface="-apple-system"/>
              </a:rPr>
              <a:t>This activity will engage trending accounts engaging with Firewall topics; with the opportunity to speak with intelligence regarding Firewall</a:t>
            </a:r>
            <a:endParaRPr lang="en-GB" sz="1000" dirty="0">
              <a:latin typeface="+mn-lt"/>
            </a:endParaRPr>
          </a:p>
        </p:txBody>
      </p:sp>
      <p:sp>
        <p:nvSpPr>
          <p:cNvPr id="59" name="TextBox 58">
            <a:extLst>
              <a:ext uri="{FF2B5EF4-FFF2-40B4-BE49-F238E27FC236}">
                <a16:creationId xmlns:a16="http://schemas.microsoft.com/office/drawing/2014/main" id="{3BCAF00B-C9B6-385E-E04B-6044E2FE69C9}"/>
              </a:ext>
            </a:extLst>
          </p:cNvPr>
          <p:cNvSpPr txBox="1"/>
          <p:nvPr/>
        </p:nvSpPr>
        <p:spPr>
          <a:xfrm>
            <a:off x="3823590" y="4958076"/>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b="0" i="0" dirty="0">
                <a:solidFill>
                  <a:srgbClr val="181818"/>
                </a:solidFill>
                <a:effectLst/>
                <a:latin typeface="-apple-system"/>
              </a:rPr>
              <a:t>satsc030090</a:t>
            </a:r>
            <a:endParaRPr lang="en-GB" dirty="0">
              <a:latin typeface="+mn-lt"/>
            </a:endParaRPr>
          </a:p>
        </p:txBody>
      </p:sp>
      <p:sp>
        <p:nvSpPr>
          <p:cNvPr id="60" name="TextBox 59">
            <a:extLst>
              <a:ext uri="{FF2B5EF4-FFF2-40B4-BE49-F238E27FC236}">
                <a16:creationId xmlns:a16="http://schemas.microsoft.com/office/drawing/2014/main" id="{84C557F2-D2AA-3931-3D42-0C8B7237A0E4}"/>
              </a:ext>
            </a:extLst>
          </p:cNvPr>
          <p:cNvSpPr txBox="1"/>
          <p:nvPr/>
        </p:nvSpPr>
        <p:spPr>
          <a:xfrm>
            <a:off x="3823590" y="5437488"/>
            <a:ext cx="4572000" cy="37080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defPPr>
              <a:defRPr lang="en-US"/>
            </a:defPPr>
            <a:lvl1pPr>
              <a:defRPr b="0" i="0">
                <a:solidFill>
                  <a:srgbClr val="181818"/>
                </a:solidFill>
                <a:effectLst/>
                <a:latin typeface="-apple-system"/>
              </a:defRPr>
            </a:lvl1pPr>
          </a:lstStyle>
          <a:p>
            <a:r>
              <a:rPr lang="en-US" sz="1000" dirty="0"/>
              <a:t>Security - Customer- Rapid Resilience Appointments - Network Security - Sales Appointment 23 </a:t>
            </a:r>
            <a:r>
              <a:rPr lang="en-GB" sz="1000" dirty="0"/>
              <a:t>	</a:t>
            </a:r>
          </a:p>
        </p:txBody>
      </p:sp>
      <p:sp>
        <p:nvSpPr>
          <p:cNvPr id="61" name="TextBox 60">
            <a:extLst>
              <a:ext uri="{FF2B5EF4-FFF2-40B4-BE49-F238E27FC236}">
                <a16:creationId xmlns:a16="http://schemas.microsoft.com/office/drawing/2014/main" id="{03FED8B8-912C-B590-21A5-6D8E10FE08E3}"/>
              </a:ext>
            </a:extLst>
          </p:cNvPr>
          <p:cNvSpPr txBox="1"/>
          <p:nvPr/>
        </p:nvSpPr>
        <p:spPr>
          <a:xfrm>
            <a:off x="3823590" y="5916897"/>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b="0" i="0" dirty="0">
                <a:solidFill>
                  <a:srgbClr val="181818"/>
                </a:solidFill>
                <a:effectLst/>
                <a:latin typeface="-apple-system"/>
              </a:rPr>
              <a:t>Security</a:t>
            </a:r>
            <a:r>
              <a:rPr lang="en-GB" dirty="0">
                <a:latin typeface="+mn-lt"/>
              </a:rPr>
              <a:t>	</a:t>
            </a:r>
          </a:p>
        </p:txBody>
      </p:sp>
      <p:pic>
        <p:nvPicPr>
          <p:cNvPr id="8" name="Picture 7" descr="Logo, company name&#10;&#10;Description automatically generated">
            <a:extLst>
              <a:ext uri="{FF2B5EF4-FFF2-40B4-BE49-F238E27FC236}">
                <a16:creationId xmlns:a16="http://schemas.microsoft.com/office/drawing/2014/main" id="{F100E49E-FE7C-4B88-6A7F-CC37573388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0001" y="966899"/>
            <a:ext cx="1060505" cy="939848"/>
          </a:xfrm>
          <a:prstGeom prst="rect">
            <a:avLst/>
          </a:prstGeom>
        </p:spPr>
      </p:pic>
      <p:sp>
        <p:nvSpPr>
          <p:cNvPr id="9" name="TextBox 8">
            <a:extLst>
              <a:ext uri="{FF2B5EF4-FFF2-40B4-BE49-F238E27FC236}">
                <a16:creationId xmlns:a16="http://schemas.microsoft.com/office/drawing/2014/main" id="{147FD055-E4C2-1927-F6BA-86EBD713ED1B}"/>
              </a:ext>
            </a:extLst>
          </p:cNvPr>
          <p:cNvSpPr txBox="1"/>
          <p:nvPr/>
        </p:nvSpPr>
        <p:spPr>
          <a:xfrm>
            <a:off x="375920" y="3040425"/>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solidFill>
                  <a:srgbClr val="FF0000"/>
                </a:solidFill>
                <a:latin typeface="+mn-lt"/>
              </a:rPr>
              <a:t>Intended Vertical (OID)</a:t>
            </a:r>
          </a:p>
        </p:txBody>
      </p:sp>
      <p:pic>
        <p:nvPicPr>
          <p:cNvPr id="3" name="Picture 2" descr="Text&#10;&#10;Description automatically generated with low confidence">
            <a:extLst>
              <a:ext uri="{FF2B5EF4-FFF2-40B4-BE49-F238E27FC236}">
                <a16:creationId xmlns:a16="http://schemas.microsoft.com/office/drawing/2014/main" id="{9C5694A0-BDE3-35EC-DEF0-DAAB039481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39390" y="367102"/>
            <a:ext cx="1714500" cy="1714500"/>
          </a:xfrm>
          <a:prstGeom prst="rect">
            <a:avLst/>
          </a:prstGeom>
        </p:spPr>
      </p:pic>
    </p:spTree>
    <p:extLst>
      <p:ext uri="{BB962C8B-B14F-4D97-AF65-F5344CB8AC3E}">
        <p14:creationId xmlns:p14="http://schemas.microsoft.com/office/powerpoint/2010/main" val="30323418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B6A6C21-CBA6-F11B-6BD4-38294129D25A}"/>
              </a:ext>
            </a:extLst>
          </p:cNvPr>
          <p:cNvSpPr>
            <a:spLocks noGrp="1"/>
          </p:cNvSpPr>
          <p:nvPr>
            <p:ph type="body" sz="quarter" idx="82"/>
          </p:nvPr>
        </p:nvSpPr>
        <p:spPr>
          <a:xfrm>
            <a:off x="625928" y="450012"/>
            <a:ext cx="11436712" cy="599700"/>
          </a:xfrm>
        </p:spPr>
        <p:txBody>
          <a:bodyPr/>
          <a:lstStyle/>
          <a:p>
            <a:r>
              <a:rPr lang="en-GB" dirty="0"/>
              <a:t>Eloqua Global Form Standardisation – Landing Page Metadata –</a:t>
            </a:r>
            <a:r>
              <a:rPr lang="en-GB" dirty="0">
                <a:solidFill>
                  <a:srgbClr val="FF0000"/>
                </a:solidFill>
              </a:rPr>
              <a:t>Need to work on this one</a:t>
            </a:r>
          </a:p>
        </p:txBody>
      </p:sp>
      <p:sp>
        <p:nvSpPr>
          <p:cNvPr id="34" name="TextBox 33">
            <a:extLst>
              <a:ext uri="{FF2B5EF4-FFF2-40B4-BE49-F238E27FC236}">
                <a16:creationId xmlns:a16="http://schemas.microsoft.com/office/drawing/2014/main" id="{5C11A329-F5FA-3BBC-819E-E225C8676C4F}"/>
              </a:ext>
            </a:extLst>
          </p:cNvPr>
          <p:cNvSpPr txBox="1"/>
          <p:nvPr/>
        </p:nvSpPr>
        <p:spPr>
          <a:xfrm>
            <a:off x="3677169" y="1339585"/>
            <a:ext cx="4761781" cy="369332"/>
          </a:xfrm>
          <a:prstGeom prst="rect">
            <a:avLst/>
          </a:prstGeom>
          <a:gradFill flip="none" rotWithShape="1">
            <a:gsLst>
              <a:gs pos="61000">
                <a:schemeClr val="accent4">
                  <a:lumMod val="95000"/>
                  <a:lumOff val="5000"/>
                </a:schemeClr>
              </a:gs>
              <a:gs pos="100000">
                <a:schemeClr val="accent4">
                  <a:lumMod val="60000"/>
                </a:schemeClr>
              </a:gs>
            </a:gsLst>
            <a:path path="circle">
              <a:fillToRect l="50000" t="130000" r="50000" b="-30000"/>
            </a:path>
            <a:tileRect/>
          </a:gradFill>
          <a:scene3d>
            <a:camera prst="orthographicFront"/>
            <a:lightRig rig="threePt" dir="t"/>
          </a:scene3d>
          <a:sp3d>
            <a:bevelT prst="angle"/>
            <a:bevelB/>
          </a:sp3d>
        </p:spPr>
        <p:txBody>
          <a:bodyPr wrap="square" rtlCol="0">
            <a:spAutoFit/>
          </a:bodyPr>
          <a:lstStyle/>
          <a:p>
            <a:pPr algn="ctr"/>
            <a:r>
              <a:rPr lang="en-GB" b="1" dirty="0">
                <a:latin typeface="+mn-lt"/>
              </a:rPr>
              <a:t>Data Attributes Example</a:t>
            </a:r>
          </a:p>
        </p:txBody>
      </p:sp>
      <p:sp>
        <p:nvSpPr>
          <p:cNvPr id="35" name="TextBox 34">
            <a:extLst>
              <a:ext uri="{FF2B5EF4-FFF2-40B4-BE49-F238E27FC236}">
                <a16:creationId xmlns:a16="http://schemas.microsoft.com/office/drawing/2014/main" id="{7DC30FBB-44E9-B36A-DA33-EBD33D6EF759}"/>
              </a:ext>
            </a:extLst>
          </p:cNvPr>
          <p:cNvSpPr txBox="1"/>
          <p:nvPr/>
        </p:nvSpPr>
        <p:spPr>
          <a:xfrm>
            <a:off x="8930640" y="208160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Cisco Global Campaign</a:t>
            </a:r>
          </a:p>
        </p:txBody>
      </p:sp>
      <p:sp>
        <p:nvSpPr>
          <p:cNvPr id="36" name="TextBox 35">
            <a:extLst>
              <a:ext uri="{FF2B5EF4-FFF2-40B4-BE49-F238E27FC236}">
                <a16:creationId xmlns:a16="http://schemas.microsoft.com/office/drawing/2014/main" id="{97043CA2-FC2A-A6EB-202B-DD6589FC004D}"/>
              </a:ext>
            </a:extLst>
          </p:cNvPr>
          <p:cNvSpPr txBox="1"/>
          <p:nvPr/>
        </p:nvSpPr>
        <p:spPr>
          <a:xfrm>
            <a:off x="8930640" y="256101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Marketing Program/Solution</a:t>
            </a:r>
          </a:p>
        </p:txBody>
      </p:sp>
      <p:sp>
        <p:nvSpPr>
          <p:cNvPr id="37" name="TextBox 36">
            <a:extLst>
              <a:ext uri="{FF2B5EF4-FFF2-40B4-BE49-F238E27FC236}">
                <a16:creationId xmlns:a16="http://schemas.microsoft.com/office/drawing/2014/main" id="{CE1B25D2-836C-7688-8EC6-38E8442D947F}"/>
              </a:ext>
            </a:extLst>
          </p:cNvPr>
          <p:cNvSpPr txBox="1"/>
          <p:nvPr/>
        </p:nvSpPr>
        <p:spPr>
          <a:xfrm>
            <a:off x="8930640" y="3040428"/>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US" dirty="0">
                <a:latin typeface="+mn-lt"/>
              </a:rPr>
              <a:t>I</a:t>
            </a:r>
            <a:r>
              <a:rPr lang="en-GB" dirty="0" err="1">
                <a:latin typeface="+mn-lt"/>
              </a:rPr>
              <a:t>ndustry</a:t>
            </a:r>
            <a:endParaRPr lang="en-GB" dirty="0">
              <a:latin typeface="+mn-lt"/>
            </a:endParaRPr>
          </a:p>
        </p:txBody>
      </p:sp>
      <p:sp>
        <p:nvSpPr>
          <p:cNvPr id="38" name="TextBox 37">
            <a:extLst>
              <a:ext uri="{FF2B5EF4-FFF2-40B4-BE49-F238E27FC236}">
                <a16:creationId xmlns:a16="http://schemas.microsoft.com/office/drawing/2014/main" id="{36FFAF82-9C58-7B51-7879-6E985B44CA20}"/>
              </a:ext>
            </a:extLst>
          </p:cNvPr>
          <p:cNvSpPr txBox="1"/>
          <p:nvPr/>
        </p:nvSpPr>
        <p:spPr>
          <a:xfrm>
            <a:off x="8930640" y="3519840"/>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Marketing Activity ID</a:t>
            </a:r>
          </a:p>
        </p:txBody>
      </p:sp>
      <p:sp>
        <p:nvSpPr>
          <p:cNvPr id="39" name="TextBox 38">
            <a:extLst>
              <a:ext uri="{FF2B5EF4-FFF2-40B4-BE49-F238E27FC236}">
                <a16:creationId xmlns:a16="http://schemas.microsoft.com/office/drawing/2014/main" id="{FFCA3794-C342-0A31-FEAE-5055C77319DD}"/>
              </a:ext>
            </a:extLst>
          </p:cNvPr>
          <p:cNvSpPr txBox="1"/>
          <p:nvPr/>
        </p:nvSpPr>
        <p:spPr>
          <a:xfrm>
            <a:off x="8930640" y="3999252"/>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Marketing Activity Name </a:t>
            </a:r>
          </a:p>
        </p:txBody>
      </p:sp>
      <p:sp>
        <p:nvSpPr>
          <p:cNvPr id="40" name="TextBox 39">
            <a:extLst>
              <a:ext uri="{FF2B5EF4-FFF2-40B4-BE49-F238E27FC236}">
                <a16:creationId xmlns:a16="http://schemas.microsoft.com/office/drawing/2014/main" id="{2A73A469-A7A0-63E9-541D-2A7666243DF8}"/>
              </a:ext>
            </a:extLst>
          </p:cNvPr>
          <p:cNvSpPr txBox="1"/>
          <p:nvPr/>
        </p:nvSpPr>
        <p:spPr>
          <a:xfrm>
            <a:off x="8930640" y="447866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Marketing Activity </a:t>
            </a:r>
            <a:r>
              <a:rPr lang="en-GB" dirty="0" err="1">
                <a:latin typeface="+mn-lt"/>
              </a:rPr>
              <a:t>Desc</a:t>
            </a:r>
            <a:endParaRPr lang="en-GB" dirty="0">
              <a:latin typeface="+mn-lt"/>
            </a:endParaRPr>
          </a:p>
        </p:txBody>
      </p:sp>
      <p:sp>
        <p:nvSpPr>
          <p:cNvPr id="41" name="TextBox 40">
            <a:extLst>
              <a:ext uri="{FF2B5EF4-FFF2-40B4-BE49-F238E27FC236}">
                <a16:creationId xmlns:a16="http://schemas.microsoft.com/office/drawing/2014/main" id="{F6D54A8F-64AD-4F67-3C0E-F10BF13E0838}"/>
              </a:ext>
            </a:extLst>
          </p:cNvPr>
          <p:cNvSpPr txBox="1"/>
          <p:nvPr/>
        </p:nvSpPr>
        <p:spPr>
          <a:xfrm>
            <a:off x="8930640" y="495807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Offer ID	</a:t>
            </a:r>
          </a:p>
        </p:txBody>
      </p:sp>
      <p:sp>
        <p:nvSpPr>
          <p:cNvPr id="42" name="TextBox 41">
            <a:extLst>
              <a:ext uri="{FF2B5EF4-FFF2-40B4-BE49-F238E27FC236}">
                <a16:creationId xmlns:a16="http://schemas.microsoft.com/office/drawing/2014/main" id="{68CE020E-72AF-FFA2-BAD6-BCDE6F85483E}"/>
              </a:ext>
            </a:extLst>
          </p:cNvPr>
          <p:cNvSpPr txBox="1"/>
          <p:nvPr/>
        </p:nvSpPr>
        <p:spPr>
          <a:xfrm>
            <a:off x="8930640" y="5437488"/>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Offer Name	</a:t>
            </a:r>
          </a:p>
        </p:txBody>
      </p:sp>
      <p:sp>
        <p:nvSpPr>
          <p:cNvPr id="43" name="TextBox 42">
            <a:extLst>
              <a:ext uri="{FF2B5EF4-FFF2-40B4-BE49-F238E27FC236}">
                <a16:creationId xmlns:a16="http://schemas.microsoft.com/office/drawing/2014/main" id="{E62A0DD6-0647-F7F0-07B2-64C4E104B626}"/>
              </a:ext>
            </a:extLst>
          </p:cNvPr>
          <p:cNvSpPr txBox="1"/>
          <p:nvPr/>
        </p:nvSpPr>
        <p:spPr>
          <a:xfrm>
            <a:off x="8930640" y="5916897"/>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Offer Architecture	</a:t>
            </a:r>
          </a:p>
        </p:txBody>
      </p:sp>
      <p:sp>
        <p:nvSpPr>
          <p:cNvPr id="44" name="TextBox 43">
            <a:extLst>
              <a:ext uri="{FF2B5EF4-FFF2-40B4-BE49-F238E27FC236}">
                <a16:creationId xmlns:a16="http://schemas.microsoft.com/office/drawing/2014/main" id="{127DFE6F-7CD3-0765-D996-F7D8A092DF0B}"/>
              </a:ext>
            </a:extLst>
          </p:cNvPr>
          <p:cNvSpPr txBox="1"/>
          <p:nvPr/>
        </p:nvSpPr>
        <p:spPr>
          <a:xfrm>
            <a:off x="375920" y="208160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solidFill>
                  <a:srgbClr val="FF0000"/>
                </a:solidFill>
                <a:latin typeface="+mn-lt"/>
              </a:rPr>
              <a:t>Campaign (CCID)</a:t>
            </a:r>
          </a:p>
        </p:txBody>
      </p:sp>
      <p:sp>
        <p:nvSpPr>
          <p:cNvPr id="45" name="TextBox 44">
            <a:extLst>
              <a:ext uri="{FF2B5EF4-FFF2-40B4-BE49-F238E27FC236}">
                <a16:creationId xmlns:a16="http://schemas.microsoft.com/office/drawing/2014/main" id="{96BEE160-A553-69AC-1BFC-2ADF626E093F}"/>
              </a:ext>
            </a:extLst>
          </p:cNvPr>
          <p:cNvSpPr txBox="1"/>
          <p:nvPr/>
        </p:nvSpPr>
        <p:spPr>
          <a:xfrm>
            <a:off x="375920" y="256101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solidFill>
                  <a:srgbClr val="FF0000"/>
                </a:solidFill>
                <a:latin typeface="+mn-lt"/>
              </a:rPr>
              <a:t>Program (CCID)</a:t>
            </a:r>
          </a:p>
        </p:txBody>
      </p:sp>
      <p:sp>
        <p:nvSpPr>
          <p:cNvPr id="47" name="TextBox 46">
            <a:extLst>
              <a:ext uri="{FF2B5EF4-FFF2-40B4-BE49-F238E27FC236}">
                <a16:creationId xmlns:a16="http://schemas.microsoft.com/office/drawing/2014/main" id="{FAA015D2-6069-8C9D-7FCF-FEA08C289C2A}"/>
              </a:ext>
            </a:extLst>
          </p:cNvPr>
          <p:cNvSpPr txBox="1"/>
          <p:nvPr/>
        </p:nvSpPr>
        <p:spPr>
          <a:xfrm>
            <a:off x="375920" y="3519840"/>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Program ID (Tray)</a:t>
            </a:r>
          </a:p>
        </p:txBody>
      </p:sp>
      <p:sp>
        <p:nvSpPr>
          <p:cNvPr id="48" name="TextBox 47">
            <a:extLst>
              <a:ext uri="{FF2B5EF4-FFF2-40B4-BE49-F238E27FC236}">
                <a16:creationId xmlns:a16="http://schemas.microsoft.com/office/drawing/2014/main" id="{006D14D8-73F0-3D31-A7F7-4EEB2A3EAB5D}"/>
              </a:ext>
            </a:extLst>
          </p:cNvPr>
          <p:cNvSpPr txBox="1"/>
          <p:nvPr/>
        </p:nvSpPr>
        <p:spPr>
          <a:xfrm>
            <a:off x="375920" y="3999252"/>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solidFill>
                  <a:srgbClr val="FF0000"/>
                </a:solidFill>
                <a:latin typeface="+mn-lt"/>
              </a:rPr>
              <a:t>Activity Name (CCID)</a:t>
            </a:r>
          </a:p>
        </p:txBody>
      </p:sp>
      <p:sp>
        <p:nvSpPr>
          <p:cNvPr id="49" name="TextBox 48">
            <a:extLst>
              <a:ext uri="{FF2B5EF4-FFF2-40B4-BE49-F238E27FC236}">
                <a16:creationId xmlns:a16="http://schemas.microsoft.com/office/drawing/2014/main" id="{07CB45BA-5327-D8C9-B344-E69774635195}"/>
              </a:ext>
            </a:extLst>
          </p:cNvPr>
          <p:cNvSpPr txBox="1"/>
          <p:nvPr/>
        </p:nvSpPr>
        <p:spPr>
          <a:xfrm>
            <a:off x="375920" y="4478664"/>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Program Description (Tray)</a:t>
            </a:r>
          </a:p>
        </p:txBody>
      </p:sp>
      <p:sp>
        <p:nvSpPr>
          <p:cNvPr id="50" name="TextBox 49">
            <a:extLst>
              <a:ext uri="{FF2B5EF4-FFF2-40B4-BE49-F238E27FC236}">
                <a16:creationId xmlns:a16="http://schemas.microsoft.com/office/drawing/2014/main" id="{BA7372B0-40BF-D15A-04F3-FF1F54AF10EC}"/>
              </a:ext>
            </a:extLst>
          </p:cNvPr>
          <p:cNvSpPr txBox="1"/>
          <p:nvPr/>
        </p:nvSpPr>
        <p:spPr>
          <a:xfrm>
            <a:off x="375920" y="4958076"/>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Offer ID (Tray)</a:t>
            </a:r>
          </a:p>
        </p:txBody>
      </p:sp>
      <p:sp>
        <p:nvSpPr>
          <p:cNvPr id="51" name="TextBox 50">
            <a:extLst>
              <a:ext uri="{FF2B5EF4-FFF2-40B4-BE49-F238E27FC236}">
                <a16:creationId xmlns:a16="http://schemas.microsoft.com/office/drawing/2014/main" id="{7BFD9122-BEA1-ABA6-A7E6-130A93573EC1}"/>
              </a:ext>
            </a:extLst>
          </p:cNvPr>
          <p:cNvSpPr txBox="1"/>
          <p:nvPr/>
        </p:nvSpPr>
        <p:spPr>
          <a:xfrm>
            <a:off x="375920" y="5437488"/>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latin typeface="+mn-lt"/>
              </a:rPr>
              <a:t>Offer Name (Tray)	</a:t>
            </a:r>
          </a:p>
        </p:txBody>
      </p:sp>
      <p:sp>
        <p:nvSpPr>
          <p:cNvPr id="52" name="TextBox 51">
            <a:extLst>
              <a:ext uri="{FF2B5EF4-FFF2-40B4-BE49-F238E27FC236}">
                <a16:creationId xmlns:a16="http://schemas.microsoft.com/office/drawing/2014/main" id="{EABEBD91-78A3-BA09-3BC9-F27007EBEE49}"/>
              </a:ext>
            </a:extLst>
          </p:cNvPr>
          <p:cNvSpPr txBox="1"/>
          <p:nvPr/>
        </p:nvSpPr>
        <p:spPr>
          <a:xfrm>
            <a:off x="375920" y="5916897"/>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solidFill>
                  <a:srgbClr val="FF0000"/>
                </a:solidFill>
                <a:latin typeface="+mn-lt"/>
              </a:rPr>
              <a:t>Business Entity (OID)</a:t>
            </a:r>
          </a:p>
        </p:txBody>
      </p:sp>
      <p:sp>
        <p:nvSpPr>
          <p:cNvPr id="53" name="TextBox 52">
            <a:extLst>
              <a:ext uri="{FF2B5EF4-FFF2-40B4-BE49-F238E27FC236}">
                <a16:creationId xmlns:a16="http://schemas.microsoft.com/office/drawing/2014/main" id="{8A65FBC6-D7EC-574C-48CB-C65CAAB5727F}"/>
              </a:ext>
            </a:extLst>
          </p:cNvPr>
          <p:cNvSpPr txBox="1"/>
          <p:nvPr/>
        </p:nvSpPr>
        <p:spPr>
          <a:xfrm>
            <a:off x="3823590" y="2081602"/>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US" b="0" i="0" dirty="0">
                <a:solidFill>
                  <a:srgbClr val="181818"/>
                </a:solidFill>
                <a:effectLst/>
                <a:latin typeface="-apple-system"/>
              </a:rPr>
              <a:t>Secure the Enterprise</a:t>
            </a:r>
            <a:endParaRPr lang="en-GB" dirty="0">
              <a:latin typeface="+mn-lt"/>
            </a:endParaRPr>
          </a:p>
        </p:txBody>
      </p:sp>
      <p:sp>
        <p:nvSpPr>
          <p:cNvPr id="54" name="TextBox 53">
            <a:extLst>
              <a:ext uri="{FF2B5EF4-FFF2-40B4-BE49-F238E27FC236}">
                <a16:creationId xmlns:a16="http://schemas.microsoft.com/office/drawing/2014/main" id="{C67307A1-C9F9-5CE3-4378-166EDEE8AF3D}"/>
              </a:ext>
            </a:extLst>
          </p:cNvPr>
          <p:cNvSpPr txBox="1"/>
          <p:nvPr/>
        </p:nvSpPr>
        <p:spPr>
          <a:xfrm>
            <a:off x="3823590" y="2561016"/>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US" b="0" i="0" dirty="0">
                <a:solidFill>
                  <a:srgbClr val="181818"/>
                </a:solidFill>
                <a:effectLst/>
                <a:latin typeface="-apple-system"/>
              </a:rPr>
              <a:t>Firewall</a:t>
            </a:r>
            <a:endParaRPr lang="en-GB" dirty="0">
              <a:latin typeface="+mn-lt"/>
            </a:endParaRPr>
          </a:p>
        </p:txBody>
      </p:sp>
      <p:sp>
        <p:nvSpPr>
          <p:cNvPr id="55" name="TextBox 54">
            <a:extLst>
              <a:ext uri="{FF2B5EF4-FFF2-40B4-BE49-F238E27FC236}">
                <a16:creationId xmlns:a16="http://schemas.microsoft.com/office/drawing/2014/main" id="{02C35433-C25C-1DA7-FF02-94AB37A124BE}"/>
              </a:ext>
            </a:extLst>
          </p:cNvPr>
          <p:cNvSpPr txBox="1"/>
          <p:nvPr/>
        </p:nvSpPr>
        <p:spPr>
          <a:xfrm>
            <a:off x="3823590" y="3040428"/>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defPPr>
              <a:defRPr lang="en-US"/>
            </a:defPPr>
            <a:lvl1pPr>
              <a:defRPr b="0" i="0">
                <a:solidFill>
                  <a:srgbClr val="181818"/>
                </a:solidFill>
                <a:effectLst/>
                <a:latin typeface="-apple-system"/>
              </a:defRPr>
            </a:lvl1pPr>
          </a:lstStyle>
          <a:p>
            <a:r>
              <a:rPr lang="en-US" dirty="0"/>
              <a:t>Manufacturing</a:t>
            </a:r>
            <a:endParaRPr lang="en-GB" dirty="0"/>
          </a:p>
        </p:txBody>
      </p:sp>
      <p:sp>
        <p:nvSpPr>
          <p:cNvPr id="56" name="TextBox 55">
            <a:extLst>
              <a:ext uri="{FF2B5EF4-FFF2-40B4-BE49-F238E27FC236}">
                <a16:creationId xmlns:a16="http://schemas.microsoft.com/office/drawing/2014/main" id="{FB099923-2CC7-66F8-26E0-65E6A5A2B977}"/>
              </a:ext>
            </a:extLst>
          </p:cNvPr>
          <p:cNvSpPr txBox="1"/>
          <p:nvPr/>
        </p:nvSpPr>
        <p:spPr>
          <a:xfrm>
            <a:off x="3823590" y="3519840"/>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b="0" i="0" dirty="0">
                <a:solidFill>
                  <a:srgbClr val="181818"/>
                </a:solidFill>
                <a:effectLst/>
                <a:latin typeface="-apple-system"/>
              </a:rPr>
              <a:t>cc003783</a:t>
            </a:r>
            <a:endParaRPr lang="en-GB" dirty="0">
              <a:latin typeface="+mn-lt"/>
            </a:endParaRPr>
          </a:p>
        </p:txBody>
      </p:sp>
      <p:sp>
        <p:nvSpPr>
          <p:cNvPr id="57" name="TextBox 56">
            <a:extLst>
              <a:ext uri="{FF2B5EF4-FFF2-40B4-BE49-F238E27FC236}">
                <a16:creationId xmlns:a16="http://schemas.microsoft.com/office/drawing/2014/main" id="{3837D431-F4AF-8EFD-EEC8-2D52715FB3B3}"/>
              </a:ext>
            </a:extLst>
          </p:cNvPr>
          <p:cNvSpPr txBox="1"/>
          <p:nvPr/>
        </p:nvSpPr>
        <p:spPr>
          <a:xfrm>
            <a:off x="3823590" y="3999252"/>
            <a:ext cx="4572000" cy="52322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defPPr>
              <a:defRPr lang="en-US"/>
            </a:defPPr>
            <a:lvl1pPr>
              <a:defRPr b="0" i="0">
                <a:solidFill>
                  <a:srgbClr val="181818"/>
                </a:solidFill>
                <a:effectLst/>
                <a:latin typeface="-apple-system"/>
              </a:defRPr>
            </a:lvl1pPr>
          </a:lstStyle>
          <a:p>
            <a:r>
              <a:rPr lang="en-US" sz="1400" dirty="0">
                <a:hlinkClick r:id="rId2"/>
              </a:rPr>
              <a:t>Paid Leads: Cisco Secure Firewall Appointments Qualified </a:t>
            </a:r>
            <a:r>
              <a:rPr lang="en-US" sz="1400">
                <a:hlinkClick r:id="rId2"/>
              </a:rPr>
              <a:t>by </a:t>
            </a:r>
            <a:r>
              <a:rPr lang="en-US" sz="1400" dirty="0" err="1">
                <a:hlinkClick r:id="rId2"/>
              </a:rPr>
              <a:t>Rombii</a:t>
            </a:r>
            <a:endParaRPr lang="en-GB" sz="1400" dirty="0"/>
          </a:p>
        </p:txBody>
      </p:sp>
      <p:sp>
        <p:nvSpPr>
          <p:cNvPr id="58" name="TextBox 57">
            <a:extLst>
              <a:ext uri="{FF2B5EF4-FFF2-40B4-BE49-F238E27FC236}">
                <a16:creationId xmlns:a16="http://schemas.microsoft.com/office/drawing/2014/main" id="{864D9FCF-20D3-B9BA-8A22-2DC63153F18A}"/>
              </a:ext>
            </a:extLst>
          </p:cNvPr>
          <p:cNvSpPr txBox="1"/>
          <p:nvPr/>
        </p:nvSpPr>
        <p:spPr>
          <a:xfrm>
            <a:off x="3823590" y="4478663"/>
            <a:ext cx="4572000" cy="40011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US" sz="1000" b="0" i="0" dirty="0">
                <a:solidFill>
                  <a:srgbClr val="181818"/>
                </a:solidFill>
                <a:effectLst/>
                <a:latin typeface="-apple-system"/>
              </a:rPr>
              <a:t>This activity will engage trending accounts engaging with Firewall topics; with the opportunity to speak with intelligence regarding Firewall</a:t>
            </a:r>
            <a:endParaRPr lang="en-GB" sz="1000" dirty="0">
              <a:latin typeface="+mn-lt"/>
            </a:endParaRPr>
          </a:p>
        </p:txBody>
      </p:sp>
      <p:sp>
        <p:nvSpPr>
          <p:cNvPr id="59" name="TextBox 58">
            <a:extLst>
              <a:ext uri="{FF2B5EF4-FFF2-40B4-BE49-F238E27FC236}">
                <a16:creationId xmlns:a16="http://schemas.microsoft.com/office/drawing/2014/main" id="{3BCAF00B-C9B6-385E-E04B-6044E2FE69C9}"/>
              </a:ext>
            </a:extLst>
          </p:cNvPr>
          <p:cNvSpPr txBox="1"/>
          <p:nvPr/>
        </p:nvSpPr>
        <p:spPr>
          <a:xfrm>
            <a:off x="3823590" y="4958076"/>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b="0" i="0" dirty="0">
                <a:solidFill>
                  <a:srgbClr val="181818"/>
                </a:solidFill>
                <a:effectLst/>
                <a:latin typeface="-apple-system"/>
              </a:rPr>
              <a:t>satsc030090</a:t>
            </a:r>
            <a:endParaRPr lang="en-GB" dirty="0">
              <a:latin typeface="+mn-lt"/>
            </a:endParaRPr>
          </a:p>
        </p:txBody>
      </p:sp>
      <p:sp>
        <p:nvSpPr>
          <p:cNvPr id="60" name="TextBox 59">
            <a:extLst>
              <a:ext uri="{FF2B5EF4-FFF2-40B4-BE49-F238E27FC236}">
                <a16:creationId xmlns:a16="http://schemas.microsoft.com/office/drawing/2014/main" id="{84C557F2-D2AA-3931-3D42-0C8B7237A0E4}"/>
              </a:ext>
            </a:extLst>
          </p:cNvPr>
          <p:cNvSpPr txBox="1"/>
          <p:nvPr/>
        </p:nvSpPr>
        <p:spPr>
          <a:xfrm>
            <a:off x="3823590" y="5437488"/>
            <a:ext cx="4572000" cy="37080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defPPr>
              <a:defRPr lang="en-US"/>
            </a:defPPr>
            <a:lvl1pPr>
              <a:defRPr b="0" i="0">
                <a:solidFill>
                  <a:srgbClr val="181818"/>
                </a:solidFill>
                <a:effectLst/>
                <a:latin typeface="-apple-system"/>
              </a:defRPr>
            </a:lvl1pPr>
          </a:lstStyle>
          <a:p>
            <a:r>
              <a:rPr lang="en-US" sz="1000" dirty="0"/>
              <a:t>Security - Customer- Rapid Resilience Appointments - Network Security - Sales Appointment 23 </a:t>
            </a:r>
            <a:r>
              <a:rPr lang="en-GB" sz="1000" dirty="0"/>
              <a:t>	</a:t>
            </a:r>
          </a:p>
        </p:txBody>
      </p:sp>
      <p:sp>
        <p:nvSpPr>
          <p:cNvPr id="61" name="TextBox 60">
            <a:extLst>
              <a:ext uri="{FF2B5EF4-FFF2-40B4-BE49-F238E27FC236}">
                <a16:creationId xmlns:a16="http://schemas.microsoft.com/office/drawing/2014/main" id="{03FED8B8-912C-B590-21A5-6D8E10FE08E3}"/>
              </a:ext>
            </a:extLst>
          </p:cNvPr>
          <p:cNvSpPr txBox="1"/>
          <p:nvPr/>
        </p:nvSpPr>
        <p:spPr>
          <a:xfrm>
            <a:off x="3823590" y="5916897"/>
            <a:ext cx="4572000" cy="369332"/>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b="0" i="0" dirty="0">
                <a:solidFill>
                  <a:srgbClr val="181818"/>
                </a:solidFill>
                <a:effectLst/>
                <a:latin typeface="-apple-system"/>
              </a:rPr>
              <a:t>Security</a:t>
            </a:r>
            <a:r>
              <a:rPr lang="en-GB" dirty="0">
                <a:latin typeface="+mn-lt"/>
              </a:rPr>
              <a:t>	</a:t>
            </a:r>
          </a:p>
        </p:txBody>
      </p:sp>
      <p:sp>
        <p:nvSpPr>
          <p:cNvPr id="9" name="TextBox 8">
            <a:extLst>
              <a:ext uri="{FF2B5EF4-FFF2-40B4-BE49-F238E27FC236}">
                <a16:creationId xmlns:a16="http://schemas.microsoft.com/office/drawing/2014/main" id="{147FD055-E4C2-1927-F6BA-86EBD713ED1B}"/>
              </a:ext>
            </a:extLst>
          </p:cNvPr>
          <p:cNvSpPr txBox="1"/>
          <p:nvPr/>
        </p:nvSpPr>
        <p:spPr>
          <a:xfrm>
            <a:off x="375920" y="3040425"/>
            <a:ext cx="3132000" cy="369332"/>
          </a:xfrm>
          <a:prstGeom prst="rect">
            <a:avLst/>
          </a:prstGeom>
          <a:noFill/>
          <a:ln w="31750">
            <a:solidFill>
              <a:schemeClr val="tx1">
                <a:lumMod val="60000"/>
                <a:lumOff val="40000"/>
              </a:schemeClr>
            </a:solidFill>
          </a:ln>
          <a:effectLst>
            <a:outerShdw blurRad="63500" sx="102000" sy="102000" algn="ctr" rotWithShape="0">
              <a:prstClr val="black">
                <a:alpha val="40000"/>
              </a:prstClr>
            </a:outerShdw>
          </a:effectLst>
        </p:spPr>
        <p:txBody>
          <a:bodyPr wrap="square" rtlCol="0">
            <a:spAutoFit/>
          </a:bodyPr>
          <a:lstStyle/>
          <a:p>
            <a:r>
              <a:rPr lang="en-GB" dirty="0">
                <a:solidFill>
                  <a:srgbClr val="FF0000"/>
                </a:solidFill>
                <a:latin typeface="+mn-lt"/>
              </a:rPr>
              <a:t>Intended Vertical (OID)</a:t>
            </a:r>
          </a:p>
        </p:txBody>
      </p:sp>
      <p:pic>
        <p:nvPicPr>
          <p:cNvPr id="3" name="Picture 2" descr="Text&#10;&#10;Description automatically generated with low confidence">
            <a:extLst>
              <a:ext uri="{FF2B5EF4-FFF2-40B4-BE49-F238E27FC236}">
                <a16:creationId xmlns:a16="http://schemas.microsoft.com/office/drawing/2014/main" id="{9C5694A0-BDE3-35EC-DEF0-DAAB039481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7894" y="571771"/>
            <a:ext cx="1714500" cy="1714500"/>
          </a:xfrm>
          <a:prstGeom prst="rect">
            <a:avLst/>
          </a:prstGeom>
        </p:spPr>
      </p:pic>
    </p:spTree>
    <p:extLst>
      <p:ext uri="{BB962C8B-B14F-4D97-AF65-F5344CB8AC3E}">
        <p14:creationId xmlns:p14="http://schemas.microsoft.com/office/powerpoint/2010/main" val="33191241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2E6F857-082D-E41A-5424-31F4B96A0D7A}"/>
              </a:ext>
            </a:extLst>
          </p:cNvPr>
          <p:cNvSpPr>
            <a:spLocks noGrp="1"/>
          </p:cNvSpPr>
          <p:nvPr>
            <p:ph type="body" sz="quarter" idx="14"/>
          </p:nvPr>
        </p:nvSpPr>
        <p:spPr/>
        <p:txBody>
          <a:bodyPr/>
          <a:lstStyle/>
          <a:p>
            <a:endParaRPr lang="en-GB" sz="1800" dirty="0"/>
          </a:p>
        </p:txBody>
      </p:sp>
      <p:sp>
        <p:nvSpPr>
          <p:cNvPr id="6" name="Text Placeholder 5">
            <a:extLst>
              <a:ext uri="{FF2B5EF4-FFF2-40B4-BE49-F238E27FC236}">
                <a16:creationId xmlns:a16="http://schemas.microsoft.com/office/drawing/2014/main" id="{A4DE9BD9-3770-4DC7-934B-5E5AABDA8678}"/>
              </a:ext>
            </a:extLst>
          </p:cNvPr>
          <p:cNvSpPr>
            <a:spLocks noGrp="1"/>
          </p:cNvSpPr>
          <p:nvPr>
            <p:ph type="body" sz="quarter" idx="23"/>
          </p:nvPr>
        </p:nvSpPr>
        <p:spPr>
          <a:prstGeom prst="rect">
            <a:avLst/>
          </a:prstGeom>
        </p:spPr>
        <p:txBody>
          <a:bodyPr/>
          <a:lstStyle/>
          <a:p>
            <a:r>
              <a:rPr lang="en-GB" dirty="0"/>
              <a:t>Offer ID Processes and Tools</a:t>
            </a:r>
          </a:p>
        </p:txBody>
      </p:sp>
      <p:sp>
        <p:nvSpPr>
          <p:cNvPr id="13" name="TextBox 12">
            <a:extLst>
              <a:ext uri="{FF2B5EF4-FFF2-40B4-BE49-F238E27FC236}">
                <a16:creationId xmlns:a16="http://schemas.microsoft.com/office/drawing/2014/main" id="{2063C149-A5AF-A165-DAB5-6449DD891385}"/>
              </a:ext>
            </a:extLst>
          </p:cNvPr>
          <p:cNvSpPr txBox="1"/>
          <p:nvPr/>
        </p:nvSpPr>
        <p:spPr>
          <a:xfrm>
            <a:off x="6314536" y="1494587"/>
            <a:ext cx="5633049" cy="2954655"/>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GB" sz="2400" dirty="0"/>
              <a:t>Landing Page Metadata</a:t>
            </a:r>
          </a:p>
          <a:p>
            <a:pPr marL="285750" indent="-285750">
              <a:buFont typeface="Arial" panose="020B0604020202020204" pitchFamily="34" charset="0"/>
              <a:buChar char="•"/>
            </a:pPr>
            <a:r>
              <a:rPr lang="en-GB" sz="2400" dirty="0"/>
              <a:t>Ctm.js logic</a:t>
            </a:r>
          </a:p>
          <a:p>
            <a:pPr marL="285750" indent="-285750">
              <a:buFont typeface="Arial" panose="020B0604020202020204" pitchFamily="34" charset="0"/>
              <a:buChar char="•"/>
            </a:pPr>
            <a:r>
              <a:rPr lang="en-GB" sz="2400" strike="sngStrike" dirty="0"/>
              <a:t>Validated field for manual upload process</a:t>
            </a:r>
          </a:p>
          <a:p>
            <a:pPr marL="342900" indent="-342900">
              <a:buFont typeface="Arial" panose="020B0604020202020204" pitchFamily="34" charset="0"/>
              <a:buChar char="•"/>
            </a:pPr>
            <a:r>
              <a:rPr lang="en-GB" sz="2400" dirty="0"/>
              <a:t>Optional field for event integrations</a:t>
            </a:r>
          </a:p>
          <a:p>
            <a:pPr marL="342900" indent="-342900">
              <a:buFont typeface="Arial" panose="020B0604020202020204" pitchFamily="34" charset="0"/>
              <a:buChar char="•"/>
            </a:pPr>
            <a:r>
              <a:rPr lang="en-GB" sz="2400" dirty="0">
                <a:latin typeface="Arial"/>
                <a:cs typeface="Arial"/>
              </a:rPr>
              <a:t>Data attributes captured in CDF and ADF – Unknown Impact</a:t>
            </a:r>
            <a:endParaRPr lang="en-GB" sz="2400" dirty="0">
              <a:latin typeface="Arial"/>
            </a:endParaRPr>
          </a:p>
          <a:p>
            <a:endParaRPr lang="en-GB" dirty="0">
              <a:latin typeface="+mn-lt"/>
            </a:endParaRPr>
          </a:p>
        </p:txBody>
      </p:sp>
      <p:sp>
        <p:nvSpPr>
          <p:cNvPr id="14" name="TextBox 13">
            <a:extLst>
              <a:ext uri="{FF2B5EF4-FFF2-40B4-BE49-F238E27FC236}">
                <a16:creationId xmlns:a16="http://schemas.microsoft.com/office/drawing/2014/main" id="{45F65B16-500A-6074-6D21-B9E29280A072}"/>
              </a:ext>
            </a:extLst>
          </p:cNvPr>
          <p:cNvSpPr txBox="1"/>
          <p:nvPr/>
        </p:nvSpPr>
        <p:spPr>
          <a:xfrm>
            <a:off x="687237" y="1494587"/>
            <a:ext cx="5256363" cy="378565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GB" sz="2400" dirty="0">
                <a:latin typeface="Arial"/>
                <a:ea typeface="ＭＳ Ｐゴシック"/>
              </a:rPr>
              <a:t>APIs (Tray, Allocadia, Eloqua, VDC Tools)</a:t>
            </a:r>
          </a:p>
          <a:p>
            <a:pPr marL="285750" indent="-285750">
              <a:buFont typeface="Arial" panose="020B0604020202020204" pitchFamily="34" charset="0"/>
              <a:buChar char="•"/>
            </a:pPr>
            <a:r>
              <a:rPr lang="en-GB" sz="2400" strike="sngStrike" dirty="0">
                <a:latin typeface="Arial"/>
                <a:ea typeface="ＭＳ Ｐゴシック"/>
              </a:rPr>
              <a:t>Create SFDC Campaigns (not currently used)</a:t>
            </a:r>
            <a:endParaRPr lang="en-GB" strike="sngStrike" dirty="0"/>
          </a:p>
          <a:p>
            <a:pPr marL="285750" indent="-285750">
              <a:buFont typeface="Arial" panose="020B0604020202020204" pitchFamily="34" charset="0"/>
              <a:buChar char="•"/>
            </a:pPr>
            <a:r>
              <a:rPr lang="en-GB" sz="2400" strike="sngStrike" dirty="0">
                <a:latin typeface="Arial"/>
                <a:ea typeface="ＭＳ Ｐゴシック"/>
              </a:rPr>
              <a:t>Visibility to LDR of Offer Name and Description</a:t>
            </a:r>
            <a:endParaRPr lang="en-GB" strike="sngStrike" dirty="0"/>
          </a:p>
          <a:p>
            <a:pPr marL="285750" indent="-285750">
              <a:buFont typeface="Arial" panose="020B0604020202020204" pitchFamily="34" charset="0"/>
              <a:buChar char="•"/>
            </a:pPr>
            <a:r>
              <a:rPr lang="en-GB" sz="2400" strike="sngStrike" dirty="0">
                <a:latin typeface="Arial"/>
                <a:ea typeface="ＭＳ Ｐゴシック"/>
              </a:rPr>
              <a:t>Tray processing flows</a:t>
            </a:r>
            <a:endParaRPr lang="en-GB" strike="sngStrike" dirty="0"/>
          </a:p>
          <a:p>
            <a:pPr marL="285750" indent="-285750">
              <a:buFont typeface="Arial" panose="020B0604020202020204" pitchFamily="34" charset="0"/>
              <a:buChar char="•"/>
            </a:pPr>
            <a:r>
              <a:rPr lang="en-GB" sz="2400" dirty="0">
                <a:latin typeface="Arial"/>
                <a:ea typeface="ＭＳ Ｐゴシック"/>
              </a:rPr>
              <a:t>Free Trial Processing and Follow-up in Tray</a:t>
            </a:r>
            <a:endParaRPr lang="en-GB" sz="2400" dirty="0">
              <a:latin typeface="Arial"/>
            </a:endParaRPr>
          </a:p>
          <a:p>
            <a:endParaRPr lang="en-GB" sz="2400" dirty="0">
              <a:latin typeface="Arial"/>
            </a:endParaRPr>
          </a:p>
        </p:txBody>
      </p:sp>
    </p:spTree>
    <p:extLst>
      <p:ext uri="{BB962C8B-B14F-4D97-AF65-F5344CB8AC3E}">
        <p14:creationId xmlns:p14="http://schemas.microsoft.com/office/powerpoint/2010/main" val="24820670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2E6F857-082D-E41A-5424-31F4B96A0D7A}"/>
              </a:ext>
            </a:extLst>
          </p:cNvPr>
          <p:cNvSpPr>
            <a:spLocks noGrp="1"/>
          </p:cNvSpPr>
          <p:nvPr>
            <p:ph type="body" sz="quarter" idx="14"/>
          </p:nvPr>
        </p:nvSpPr>
        <p:spPr/>
        <p:txBody>
          <a:bodyPr/>
          <a:lstStyle/>
          <a:p>
            <a:endParaRPr lang="en-GB" sz="1800" dirty="0"/>
          </a:p>
        </p:txBody>
      </p:sp>
      <p:sp>
        <p:nvSpPr>
          <p:cNvPr id="6" name="Text Placeholder 5">
            <a:extLst>
              <a:ext uri="{FF2B5EF4-FFF2-40B4-BE49-F238E27FC236}">
                <a16:creationId xmlns:a16="http://schemas.microsoft.com/office/drawing/2014/main" id="{A4DE9BD9-3770-4DC7-934B-5E5AABDA8678}"/>
              </a:ext>
            </a:extLst>
          </p:cNvPr>
          <p:cNvSpPr>
            <a:spLocks noGrp="1"/>
          </p:cNvSpPr>
          <p:nvPr>
            <p:ph type="body" sz="quarter" idx="23"/>
          </p:nvPr>
        </p:nvSpPr>
        <p:spPr>
          <a:prstGeom prst="rect">
            <a:avLst/>
          </a:prstGeom>
        </p:spPr>
        <p:txBody>
          <a:bodyPr/>
          <a:lstStyle/>
          <a:p>
            <a:r>
              <a:rPr lang="en-GB" dirty="0"/>
              <a:t>Drive To ID Processes and Tools</a:t>
            </a:r>
          </a:p>
        </p:txBody>
      </p:sp>
      <p:sp>
        <p:nvSpPr>
          <p:cNvPr id="14" name="TextBox 13">
            <a:extLst>
              <a:ext uri="{FF2B5EF4-FFF2-40B4-BE49-F238E27FC236}">
                <a16:creationId xmlns:a16="http://schemas.microsoft.com/office/drawing/2014/main" id="{45F65B16-500A-6074-6D21-B9E29280A072}"/>
              </a:ext>
            </a:extLst>
          </p:cNvPr>
          <p:cNvSpPr txBox="1"/>
          <p:nvPr/>
        </p:nvSpPr>
        <p:spPr>
          <a:xfrm>
            <a:off x="687237" y="1494587"/>
            <a:ext cx="5256363" cy="4801314"/>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GB" sz="2400" dirty="0"/>
              <a:t>APIs (Tray, Allocadia, Eloqua, VDC Tools)</a:t>
            </a:r>
          </a:p>
          <a:p>
            <a:pPr marL="285750" indent="-285750">
              <a:buFont typeface="Arial" panose="020B0604020202020204" pitchFamily="34" charset="0"/>
              <a:buChar char="•"/>
            </a:pPr>
            <a:r>
              <a:rPr lang="en-GB" sz="2400" strike="sngStrike" dirty="0"/>
              <a:t>Tray processing flows</a:t>
            </a:r>
          </a:p>
          <a:p>
            <a:pPr marL="285750" indent="-285750">
              <a:buFont typeface="Arial" panose="020B0604020202020204" pitchFamily="34" charset="0"/>
              <a:buChar char="•"/>
            </a:pPr>
            <a:r>
              <a:rPr lang="en-GB" sz="2400" dirty="0"/>
              <a:t>Ctm.js logic</a:t>
            </a:r>
          </a:p>
          <a:p>
            <a:pPr marL="285750" indent="-285750">
              <a:buFont typeface="Arial" panose="020B0604020202020204" pitchFamily="34" charset="0"/>
              <a:buChar char="•"/>
            </a:pPr>
            <a:r>
              <a:rPr lang="en-GB" sz="2400" strike="sngStrike" dirty="0"/>
              <a:t>Validated field for manual upload process</a:t>
            </a:r>
          </a:p>
          <a:p>
            <a:pPr marL="285750" indent="-285750">
              <a:buFont typeface="Arial" panose="020B0604020202020204" pitchFamily="34" charset="0"/>
              <a:buChar char="•"/>
            </a:pPr>
            <a:r>
              <a:rPr lang="en-GB" sz="2400" strike="sngStrike" dirty="0"/>
              <a:t>Derive Business Category in Tray</a:t>
            </a:r>
          </a:p>
          <a:p>
            <a:pPr marL="285750" indent="-285750">
              <a:buFont typeface="Arial" panose="020B0604020202020204" pitchFamily="34" charset="0"/>
              <a:buChar char="•"/>
            </a:pPr>
            <a:r>
              <a:rPr lang="en-GB" sz="2400" strike="sngStrike" dirty="0"/>
              <a:t>Mandatory field in Manual Uploads (coming)</a:t>
            </a:r>
          </a:p>
          <a:p>
            <a:pPr marL="285750" indent="-285750">
              <a:buFont typeface="Arial" panose="020B0604020202020204" pitchFamily="34" charset="0"/>
              <a:buChar char="•"/>
            </a:pPr>
            <a:r>
              <a:rPr lang="en-GB" sz="2400" dirty="0">
                <a:latin typeface="Arial"/>
                <a:cs typeface="Arial"/>
              </a:rPr>
              <a:t>Data attributes captured in CDF and ADF – Unknown Impact</a:t>
            </a:r>
            <a:endParaRPr lang="en-GB" sz="2400" dirty="0">
              <a:latin typeface="Arial"/>
            </a:endParaRPr>
          </a:p>
          <a:p>
            <a:pPr marL="285750" indent="-285750">
              <a:buFont typeface="Arial" panose="020B0604020202020204" pitchFamily="34" charset="0"/>
              <a:buChar char="•"/>
            </a:pPr>
            <a:endParaRPr lang="en-GB" sz="2400" dirty="0"/>
          </a:p>
          <a:p>
            <a:endParaRPr lang="en-GB" dirty="0">
              <a:latin typeface="+mn-lt"/>
            </a:endParaRPr>
          </a:p>
        </p:txBody>
      </p:sp>
    </p:spTree>
    <p:extLst>
      <p:ext uri="{BB962C8B-B14F-4D97-AF65-F5344CB8AC3E}">
        <p14:creationId xmlns:p14="http://schemas.microsoft.com/office/powerpoint/2010/main" val="22903533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Marketing Starburst Light">
  <a:themeElements>
    <a:clrScheme name="Cisco Color Palette">
      <a:dk1>
        <a:srgbClr val="0D274D"/>
      </a:dk1>
      <a:lt1>
        <a:srgbClr val="414244"/>
      </a:lt1>
      <a:dk2>
        <a:srgbClr val="FFFFFF"/>
      </a:dk2>
      <a:lt2>
        <a:srgbClr val="0051AF"/>
      </a:lt2>
      <a:accent1>
        <a:srgbClr val="00BCEB"/>
      </a:accent1>
      <a:accent2>
        <a:srgbClr val="74BF4B"/>
      </a:accent2>
      <a:accent3>
        <a:srgbClr val="0051AF"/>
      </a:accent3>
      <a:accent4>
        <a:srgbClr val="E2E2E2"/>
      </a:accent4>
      <a:accent5>
        <a:srgbClr val="FBAB2C"/>
      </a:accent5>
      <a:accent6>
        <a:srgbClr val="E3241B"/>
      </a:accent6>
      <a:hlink>
        <a:srgbClr val="0050AE"/>
      </a:hlink>
      <a:folHlink>
        <a:srgbClr val="00BCEB"/>
      </a:folHlink>
    </a:clrScheme>
    <a:fontScheme name="Test">
      <a:majorFont>
        <a:latin typeface="CiscoSansTT Extra Light"/>
        <a:ea typeface=""/>
        <a:cs typeface=""/>
      </a:majorFont>
      <a:minorFont>
        <a:latin typeface="CiscoSansTT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dirty="0" smtClean="0">
            <a:latin typeface="+mn-lt"/>
          </a:defRPr>
        </a:defPPr>
      </a:lstStyle>
    </a:txDef>
  </a:objectDefaults>
  <a:extraClrSchemeLst/>
  <a:extLst>
    <a:ext uri="{05A4C25C-085E-4340-85A3-A5531E510DB2}">
      <thm15:themeFamily xmlns:thm15="http://schemas.microsoft.com/office/thememl/2012/main" name="Marketing Starburst Light" id="{43395D67-A67F-4CBE-ACC1-D5B320DBCBB4}" vid="{CAAC7B24-C118-4E58-B5F0-260CCAE4BC56}"/>
    </a:ext>
  </a:extLst>
</a:theme>
</file>

<file path=ppt/theme/theme2.xml><?xml version="1.0" encoding="utf-8"?>
<a:theme xmlns:a="http://schemas.openxmlformats.org/drawingml/2006/main" name="Dark theme 2022 Widescreen">
  <a:themeElements>
    <a:clrScheme name="Cisco Color Palette">
      <a:dk1>
        <a:srgbClr val="0D274D"/>
      </a:dk1>
      <a:lt1>
        <a:srgbClr val="414244"/>
      </a:lt1>
      <a:dk2>
        <a:srgbClr val="FFFFFF"/>
      </a:dk2>
      <a:lt2>
        <a:srgbClr val="0051AF"/>
      </a:lt2>
      <a:accent1>
        <a:srgbClr val="00BCEB"/>
      </a:accent1>
      <a:accent2>
        <a:srgbClr val="74BF4B"/>
      </a:accent2>
      <a:accent3>
        <a:srgbClr val="0051AF"/>
      </a:accent3>
      <a:accent4>
        <a:srgbClr val="E2E2E2"/>
      </a:accent4>
      <a:accent5>
        <a:srgbClr val="FBAB2C"/>
      </a:accent5>
      <a:accent6>
        <a:srgbClr val="E3241B"/>
      </a:accent6>
      <a:hlink>
        <a:srgbClr val="0050AE"/>
      </a:hlink>
      <a:folHlink>
        <a:srgbClr val="00BCEB"/>
      </a:folHlink>
    </a:clrScheme>
    <a:fontScheme name="Test">
      <a:majorFont>
        <a:latin typeface="CiscoSansTT Extra Light"/>
        <a:ea typeface=""/>
        <a:cs typeface=""/>
      </a:majorFont>
      <a:minorFont>
        <a:latin typeface="CiscoSansTT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dirty="0" smtClean="0">
            <a:latin typeface="+mn-lt"/>
          </a:defRPr>
        </a:defPPr>
      </a:lstStyle>
    </a:txDef>
  </a:objectDefaults>
  <a:extraClrSchemeLst/>
  <a:extLst>
    <a:ext uri="{05A4C25C-085E-4340-85A3-A5531E510DB2}">
      <thm15:themeFamily xmlns:thm15="http://schemas.microsoft.com/office/thememl/2012/main" name="Cisco Corporate Template Prototype_Aug_2017" id="{4E692306-BB5E-4389-8512-B70B45577D04}" vid="{BDAD62F5-9CDD-42BF-A677-E02F4F07310C}"/>
    </a:ext>
  </a:extLst>
</a:theme>
</file>

<file path=ppt/theme/theme3.xml><?xml version="1.0" encoding="utf-8"?>
<a:theme xmlns:a="http://schemas.openxmlformats.org/drawingml/2006/main" name="FY23 Light Cisco Corporate Default Theme 2022">
  <a:themeElements>
    <a:clrScheme name="Cisco Color Palette">
      <a:dk1>
        <a:srgbClr val="0D274D"/>
      </a:dk1>
      <a:lt1>
        <a:srgbClr val="414244"/>
      </a:lt1>
      <a:dk2>
        <a:srgbClr val="FFFFFF"/>
      </a:dk2>
      <a:lt2>
        <a:srgbClr val="0051AF"/>
      </a:lt2>
      <a:accent1>
        <a:srgbClr val="00BCEB"/>
      </a:accent1>
      <a:accent2>
        <a:srgbClr val="74BF4B"/>
      </a:accent2>
      <a:accent3>
        <a:srgbClr val="0051AF"/>
      </a:accent3>
      <a:accent4>
        <a:srgbClr val="E2E2E2"/>
      </a:accent4>
      <a:accent5>
        <a:srgbClr val="FBAB2C"/>
      </a:accent5>
      <a:accent6>
        <a:srgbClr val="E3241B"/>
      </a:accent6>
      <a:hlink>
        <a:srgbClr val="0050AE"/>
      </a:hlink>
      <a:folHlink>
        <a:srgbClr val="00BCEB"/>
      </a:folHlink>
    </a:clrScheme>
    <a:fontScheme name="Test">
      <a:majorFont>
        <a:latin typeface="CiscoSansTT Extra Light"/>
        <a:ea typeface=""/>
        <a:cs typeface=""/>
      </a:majorFont>
      <a:minorFont>
        <a:latin typeface="CiscoSansTT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dirty="0" smtClean="0">
            <a:latin typeface="+mn-lt"/>
          </a:defRPr>
        </a:defPPr>
      </a:lstStyle>
    </a:txDef>
  </a:objectDefaults>
  <a:extraClrSchemeLst/>
  <a:extLst>
    <a:ext uri="{05A4C25C-085E-4340-85A3-A5531E510DB2}">
      <thm15:themeFamily xmlns:thm15="http://schemas.microsoft.com/office/thememl/2012/main" name="FY23 Light Cisco Corporate Default Theme 2022" id="{792A4246-A6A4-4887-A261-11399D582C4F}" vid="{5047FDDD-A0A8-4DB0-9201-24B65005E34B}"/>
    </a:ext>
  </a:extLst>
</a:theme>
</file>

<file path=ppt/theme/theme4.xml><?xml version="1.0" encoding="utf-8"?>
<a:theme xmlns:a="http://schemas.openxmlformats.org/drawingml/2006/main" name="FY23  Dark Cisco Corporate Default Theme 2022">
  <a:themeElements>
    <a:clrScheme name="Cisco Color Palette">
      <a:dk1>
        <a:srgbClr val="0D274D"/>
      </a:dk1>
      <a:lt1>
        <a:srgbClr val="FFFFFF"/>
      </a:lt1>
      <a:dk2>
        <a:srgbClr val="414244"/>
      </a:dk2>
      <a:lt2>
        <a:srgbClr val="0051AF"/>
      </a:lt2>
      <a:accent1>
        <a:srgbClr val="00BCEB"/>
      </a:accent1>
      <a:accent2>
        <a:srgbClr val="74BF4B"/>
      </a:accent2>
      <a:accent3>
        <a:srgbClr val="0051AF"/>
      </a:accent3>
      <a:accent4>
        <a:srgbClr val="E2E2E2"/>
      </a:accent4>
      <a:accent5>
        <a:srgbClr val="FBAB2C"/>
      </a:accent5>
      <a:accent6>
        <a:srgbClr val="E3241B"/>
      </a:accent6>
      <a:hlink>
        <a:srgbClr val="0050AE"/>
      </a:hlink>
      <a:folHlink>
        <a:srgbClr val="00BCEB"/>
      </a:folHlink>
    </a:clrScheme>
    <a:fontScheme name="Test">
      <a:majorFont>
        <a:latin typeface="CiscoSansTT Extra Light"/>
        <a:ea typeface=""/>
        <a:cs typeface=""/>
      </a:majorFont>
      <a:minorFont>
        <a:latin typeface="CiscoSansTT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dirty="0" smtClean="0">
            <a:latin typeface="+mn-lt"/>
          </a:defRPr>
        </a:defPPr>
      </a:lstStyle>
    </a:txDef>
  </a:objectDefaults>
  <a:extraClrSchemeLst/>
  <a:extLst>
    <a:ext uri="{05A4C25C-085E-4340-85A3-A5531E510DB2}">
      <thm15:themeFamily xmlns:thm15="http://schemas.microsoft.com/office/thememl/2012/main" name="FY23  Dark Cisco Corporate Default Theme 2022" id="{8329B8BA-A967-48B7-A4BC-BDB3D6CFE74D}" vid="{23544E5A-A57C-4FF4-9FD9-8DCE7A03A708}"/>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d63a1a88-90fe-4e09-82ed-9d20470d5894">
      <UserInfo>
        <DisplayName>Christy Parker (chrpark2)</DisplayName>
        <AccountId>358</AccountId>
        <AccountType/>
      </UserInfo>
      <UserInfo>
        <DisplayName>Ariel Myrie -X (cmyrie - BIS CONSULTING INC at Cisco)</DisplayName>
        <AccountId>651</AccountId>
        <AccountType/>
      </UserInfo>
      <UserInfo>
        <DisplayName>Jessica Bauerlein Widener (jbauerle)</DisplayName>
        <AccountId>356</AccountId>
        <AccountType/>
      </UserInfo>
      <UserInfo>
        <DisplayName>Kaylin Zimmerman (kazimmer)</DisplayName>
        <AccountId>602</AccountId>
        <AccountType/>
      </UserInfo>
      <UserInfo>
        <DisplayName>Jess Bevilacqua (jbevilac)</DisplayName>
        <AccountId>607</AccountId>
        <AccountType/>
      </UserInfo>
      <UserInfo>
        <DisplayName>Stephanie Wong -X (stephawo - MRM MCCANN at Cisco)</DisplayName>
        <AccountId>766</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EE9FAC482673146995994D2B97470F4" ma:contentTypeVersion="6" ma:contentTypeDescription="Create a new document." ma:contentTypeScope="" ma:versionID="2fc281c28f22c8dd61b8fe12f4935764">
  <xsd:schema xmlns:xsd="http://www.w3.org/2001/XMLSchema" xmlns:xs="http://www.w3.org/2001/XMLSchema" xmlns:p="http://schemas.microsoft.com/office/2006/metadata/properties" xmlns:ns2="dacca4a4-b37f-4237-b310-a6a21be66b73" xmlns:ns3="d63a1a88-90fe-4e09-82ed-9d20470d5894" targetNamespace="http://schemas.microsoft.com/office/2006/metadata/properties" ma:root="true" ma:fieldsID="06afe74dbe284bbcf6c65dbcd1d86586" ns2:_="" ns3:_="">
    <xsd:import namespace="dacca4a4-b37f-4237-b310-a6a21be66b73"/>
    <xsd:import namespace="d63a1a88-90fe-4e09-82ed-9d20470d589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cca4a4-b37f-4237-b310-a6a21be66b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63a1a88-90fe-4e09-82ed-9d20470d5894"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6BDAB14-7B53-4233-A63E-15942D4A42A0}">
  <ds:schemaRefs>
    <ds:schemaRef ds:uri="http://purl.org/dc/elements/1.1/"/>
    <ds:schemaRef ds:uri="http://purl.org/dc/dcmitype/"/>
    <ds:schemaRef ds:uri="d63a1a88-90fe-4e09-82ed-9d20470d5894"/>
    <ds:schemaRef ds:uri="http://purl.org/dc/terms/"/>
    <ds:schemaRef ds:uri="dacca4a4-b37f-4237-b310-a6a21be66b73"/>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1EC8A016-EB26-43D2-A892-D7963B44BFDF}">
  <ds:schemaRefs>
    <ds:schemaRef ds:uri="http://schemas.microsoft.com/sharepoint/v3/contenttype/forms"/>
  </ds:schemaRefs>
</ds:datastoreItem>
</file>

<file path=customXml/itemProps3.xml><?xml version="1.0" encoding="utf-8"?>
<ds:datastoreItem xmlns:ds="http://schemas.openxmlformats.org/officeDocument/2006/customXml" ds:itemID="{7AB2A2FC-590E-4A7D-9672-AEED07BEE5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cca4a4-b37f-4237-b310-a6a21be66b73"/>
    <ds:schemaRef ds:uri="d63a1a88-90fe-4e09-82ed-9d20470d589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c8f49a32-fde3-48a5-9266-b5b0972a22dc}" enabled="1" method="Standard" siteId="{5ae1af62-9505-4097-a69a-c1553ef7840e}" removed="0"/>
</clbl:labelList>
</file>

<file path=docProps/app.xml><?xml version="1.0" encoding="utf-8"?>
<Properties xmlns="http://schemas.openxmlformats.org/officeDocument/2006/extended-properties" xmlns:vt="http://schemas.openxmlformats.org/officeDocument/2006/docPropsVTypes">
  <Template>Marketing Starburst Light</Template>
  <TotalTime>1514</TotalTime>
  <Words>2337</Words>
  <Application>Microsoft Office PowerPoint</Application>
  <PresentationFormat>Widescreen</PresentationFormat>
  <Paragraphs>446</Paragraphs>
  <Slides>19</Slides>
  <Notes>1</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19</vt:i4>
      </vt:variant>
    </vt:vector>
  </HeadingPairs>
  <TitlesOfParts>
    <vt:vector size="32" baseType="lpstr">
      <vt:lpstr>-apple-system</vt:lpstr>
      <vt:lpstr>Arial</vt:lpstr>
      <vt:lpstr>Calibri</vt:lpstr>
      <vt:lpstr>CiscoSansTT</vt:lpstr>
      <vt:lpstr>CiscoSansTT ExtraLight</vt:lpstr>
      <vt:lpstr>CiscoSansTT Light</vt:lpstr>
      <vt:lpstr>CiscoSansTT Medium</vt:lpstr>
      <vt:lpstr>Courier New</vt:lpstr>
      <vt:lpstr>Helvetica</vt:lpstr>
      <vt:lpstr>Marketing Starburst Light</vt:lpstr>
      <vt:lpstr>Dark theme 2022 Widescreen</vt:lpstr>
      <vt:lpstr>FY23 Light Cisco Corporate Default Theme 2022</vt:lpstr>
      <vt:lpstr>FY23  Dark Cisco Corporate Default Theme 2022</vt:lpstr>
      <vt:lpstr>Process and Tool Impact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Amanda Chenery (achenery)</dc:creator>
  <cp:lastModifiedBy>Amanda Chenery (achenery)</cp:lastModifiedBy>
  <cp:revision>8</cp:revision>
  <dcterms:created xsi:type="dcterms:W3CDTF">2023-04-28T09:10:49Z</dcterms:created>
  <dcterms:modified xsi:type="dcterms:W3CDTF">2026-06-23T11:29:19Z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0x0101002EE9FAC482673146995994D2B97470F4</vt:lpwstr>
  </property>
  <property fmtid="{D5CDD505-2E9C-101B-9397-08002B2CF9AE}" pid="3" name="MediaServiceImageTags">
    <vt:lpwstr/>
  </property>
  <property fmtid="{D5CDD505-2E9C-101B-9397-08002B2CF9AE}" pid="4" name="MSIP_Label_c8f49a32-fde3-48a5-9266-b5b0972a22dc_Enabled">
    <vt:lpwstr>true</vt:lpwstr>
  </property>
  <property fmtid="{D5CDD505-2E9C-101B-9397-08002B2CF9AE}" pid="5" name="MSIP_Label_c8f49a32-fde3-48a5-9266-b5b0972a22dc_SetDate">
    <vt:lpwstr>2025-01-27T13:41:16Z</vt:lpwstr>
  </property>
  <property fmtid="{D5CDD505-2E9C-101B-9397-08002B2CF9AE}" pid="6" name="MSIP_Label_c8f49a32-fde3-48a5-9266-b5b0972a22dc_Method">
    <vt:lpwstr>Standard</vt:lpwstr>
  </property>
  <property fmtid="{D5CDD505-2E9C-101B-9397-08002B2CF9AE}" pid="7" name="MSIP_Label_c8f49a32-fde3-48a5-9266-b5b0972a22dc_Name">
    <vt:lpwstr>Cisco Confidential</vt:lpwstr>
  </property>
  <property fmtid="{D5CDD505-2E9C-101B-9397-08002B2CF9AE}" pid="8" name="MSIP_Label_c8f49a32-fde3-48a5-9266-b5b0972a22dc_SiteId">
    <vt:lpwstr>5ae1af62-9505-4097-a69a-c1553ef7840e</vt:lpwstr>
  </property>
  <property fmtid="{D5CDD505-2E9C-101B-9397-08002B2CF9AE}" pid="9" name="MSIP_Label_c8f49a32-fde3-48a5-9266-b5b0972a22dc_ActionId">
    <vt:lpwstr>ed1b1aef-1fdc-451f-aaf3-ead59d488b4c</vt:lpwstr>
  </property>
  <property fmtid="{D5CDD505-2E9C-101B-9397-08002B2CF9AE}" pid="10" name="MSIP_Label_c8f49a32-fde3-48a5-9266-b5b0972a22dc_ContentBits">
    <vt:lpwstr>2</vt:lpwstr>
  </property>
  <property fmtid="{D5CDD505-2E9C-101B-9397-08002B2CF9AE}" pid="11" name="MSIP_Label_c8f49a32-fde3-48a5-9266-b5b0972a22dc_Tag">
    <vt:lpwstr>10, 3, 0, 2</vt:lpwstr>
  </property>
  <property fmtid="{D5CDD505-2E9C-101B-9397-08002B2CF9AE}" pid="12" name="ClassificationContentMarkingFooterLocations">
    <vt:lpwstr>Marketing Starburst Light:3\Dark theme 2022 Widescreen:3\FY23 Light Cisco Corporate Default Theme 2022:3\FY23  Dark Cisco Corporate Default Theme 2022:3</vt:lpwstr>
  </property>
  <property fmtid="{D5CDD505-2E9C-101B-9397-08002B2CF9AE}" pid="13" name="ClassificationContentMarkingFooterText">
    <vt:lpwstr>Cisco Confidential</vt:lpwstr>
  </property>
</Properties>
</file>